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1.xml" ContentType="application/vnd.openxmlformats-officedocument.presentationml.tags+xml"/>
  <Override PartName="/ppt/charts/chart1.xml" ContentType="application/vnd.openxmlformats-officedocument.drawingml.char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5" r:id="rId4"/>
  </p:sldMasterIdLst>
  <p:notesMasterIdLst>
    <p:notesMasterId r:id="rId16"/>
  </p:notesMasterIdLst>
  <p:handoutMasterIdLst>
    <p:handoutMasterId r:id="rId17"/>
  </p:handoutMasterIdLst>
  <p:sldIdLst>
    <p:sldId id="256" r:id="rId5"/>
    <p:sldId id="258" r:id="rId6"/>
    <p:sldId id="259" r:id="rId7"/>
    <p:sldId id="271" r:id="rId8"/>
    <p:sldId id="272" r:id="rId9"/>
    <p:sldId id="273" r:id="rId10"/>
    <p:sldId id="274" r:id="rId11"/>
    <p:sldId id="275" r:id="rId12"/>
    <p:sldId id="276" r:id="rId13"/>
    <p:sldId id="266"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79A135-135D-72D7-E203-76FB6EF93614}" name="Adler-Belendez, Dhyan" initials="ABD" userId="S::dadlerbelendez@deloitte.com::a2b51309-ddb9-43ee-8412-8897c9b5e02a" providerId="AD"/>
  <p188:author id="{086038C7-C401-64AD-F5B4-9458A7AB18D4}" name="Menard, Madeline" initials="MM" userId="S::mamenard@deloitte.com::adb1ce07-c972-45a1-b6f7-f2211d33c42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AFB3"/>
    <a:srgbClr val="4D4841"/>
    <a:srgbClr val="FF7F0E"/>
    <a:srgbClr val="1F77B4"/>
    <a:srgbClr val="7F7F7F"/>
    <a:srgbClr val="C4D600"/>
    <a:srgbClr val="86BC25"/>
    <a:srgbClr val="ECECEC"/>
    <a:srgbClr val="000000"/>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8"/>
  </p:normalViewPr>
  <p:slideViewPr>
    <p:cSldViewPr snapToGrid="0">
      <p:cViewPr varScale="1">
        <p:scale>
          <a:sx n="105" d="100"/>
          <a:sy n="105" d="100"/>
        </p:scale>
        <p:origin x="8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6481450456991"/>
          <c:y val="0.10969202898550701"/>
          <c:w val="0.67871270080601598"/>
          <c:h val="0.69346732473658201"/>
        </c:manualLayout>
      </c:layout>
      <c:pieChart>
        <c:varyColors val="1"/>
        <c:ser>
          <c:idx val="0"/>
          <c:order val="0"/>
          <c:tx>
            <c:strRef>
              <c:f>Sheet1!$B$1</c:f>
              <c:strCache>
                <c:ptCount val="1"/>
                <c:pt idx="0">
                  <c:v>Q1</c:v>
                </c:pt>
              </c:strCache>
            </c:strRef>
          </c:tx>
          <c:spPr>
            <a:solidFill>
              <a:schemeClr val="accent5"/>
            </a:solidFill>
            <a:ln w="12700">
              <a:solidFill>
                <a:schemeClr val="bg1"/>
              </a:solidFill>
            </a:ln>
          </c:spPr>
          <c:dPt>
            <c:idx val="0"/>
            <c:bubble3D val="0"/>
            <c:spPr>
              <a:solidFill>
                <a:srgbClr val="0097A9"/>
              </a:solidFill>
              <a:ln w="12700">
                <a:noFill/>
              </a:ln>
            </c:spPr>
            <c:extLst>
              <c:ext xmlns:c16="http://schemas.microsoft.com/office/drawing/2014/chart" uri="{C3380CC4-5D6E-409C-BE32-E72D297353CC}">
                <c16:uniqueId val="{00000001-563C-4E42-AFB1-038B85491213}"/>
              </c:ext>
            </c:extLst>
          </c:dPt>
          <c:dPt>
            <c:idx val="1"/>
            <c:bubble3D val="0"/>
            <c:spPr>
              <a:solidFill>
                <a:srgbClr val="F2F2F2"/>
              </a:solidFill>
              <a:ln w="12700">
                <a:noFill/>
              </a:ln>
            </c:spPr>
            <c:extLst>
              <c:ext xmlns:c16="http://schemas.microsoft.com/office/drawing/2014/chart" uri="{C3380CC4-5D6E-409C-BE32-E72D297353CC}">
                <c16:uniqueId val="{00000003-563C-4E42-AFB1-038B85491213}"/>
              </c:ext>
            </c:extLst>
          </c:dPt>
          <c:dPt>
            <c:idx val="2"/>
            <c:bubble3D val="0"/>
            <c:spPr>
              <a:solidFill>
                <a:srgbClr val="6FC2B4"/>
              </a:solidFill>
              <a:ln w="12700">
                <a:noFill/>
              </a:ln>
            </c:spPr>
            <c:extLst>
              <c:ext xmlns:c16="http://schemas.microsoft.com/office/drawing/2014/chart" uri="{C3380CC4-5D6E-409C-BE32-E72D297353CC}">
                <c16:uniqueId val="{00000005-563C-4E42-AFB1-038B85491213}"/>
              </c:ext>
            </c:extLst>
          </c:dPt>
          <c:dPt>
            <c:idx val="3"/>
            <c:bubble3D val="0"/>
            <c:spPr>
              <a:solidFill>
                <a:srgbClr val="C4D600"/>
              </a:solidFill>
              <a:ln w="12700">
                <a:noFill/>
              </a:ln>
            </c:spPr>
            <c:extLst>
              <c:ext xmlns:c16="http://schemas.microsoft.com/office/drawing/2014/chart" uri="{C3380CC4-5D6E-409C-BE32-E72D297353CC}">
                <c16:uniqueId val="{00000007-563C-4E42-AFB1-038B85491213}"/>
              </c:ext>
            </c:extLst>
          </c:dPt>
          <c:dPt>
            <c:idx val="4"/>
            <c:bubble3D val="0"/>
            <c:spPr>
              <a:solidFill>
                <a:srgbClr val="62B5E5"/>
              </a:solidFill>
              <a:ln w="12700">
                <a:noFill/>
              </a:ln>
            </c:spPr>
            <c:extLst>
              <c:ext xmlns:c16="http://schemas.microsoft.com/office/drawing/2014/chart" uri="{C3380CC4-5D6E-409C-BE32-E72D297353CC}">
                <c16:uniqueId val="{00000009-563C-4E42-AFB1-038B85491213}"/>
              </c:ext>
            </c:extLst>
          </c:dPt>
          <c:dPt>
            <c:idx val="5"/>
            <c:bubble3D val="0"/>
            <c:extLst>
              <c:ext xmlns:c16="http://schemas.microsoft.com/office/drawing/2014/chart" uri="{C3380CC4-5D6E-409C-BE32-E72D297353CC}">
                <c16:uniqueId val="{0000000A-563C-4E42-AFB1-038B85491213}"/>
              </c:ext>
            </c:extLst>
          </c:dPt>
          <c:dPt>
            <c:idx val="6"/>
            <c:bubble3D val="0"/>
            <c:extLst>
              <c:ext xmlns:c16="http://schemas.microsoft.com/office/drawing/2014/chart" uri="{C3380CC4-5D6E-409C-BE32-E72D297353CC}">
                <c16:uniqueId val="{0000000B-563C-4E42-AFB1-038B85491213}"/>
              </c:ext>
            </c:extLst>
          </c:dPt>
          <c:dPt>
            <c:idx val="7"/>
            <c:bubble3D val="0"/>
            <c:extLst>
              <c:ext xmlns:c16="http://schemas.microsoft.com/office/drawing/2014/chart" uri="{C3380CC4-5D6E-409C-BE32-E72D297353CC}">
                <c16:uniqueId val="{0000000C-563C-4E42-AFB1-038B85491213}"/>
              </c:ext>
            </c:extLst>
          </c:dPt>
          <c:dPt>
            <c:idx val="8"/>
            <c:bubble3D val="0"/>
            <c:extLst>
              <c:ext xmlns:c16="http://schemas.microsoft.com/office/drawing/2014/chart" uri="{C3380CC4-5D6E-409C-BE32-E72D297353CC}">
                <c16:uniqueId val="{0000000D-563C-4E42-AFB1-038B85491213}"/>
              </c:ext>
            </c:extLst>
          </c:dPt>
          <c:cat>
            <c:strRef>
              <c:f>Sheet1!$A$2:$A$6</c:f>
              <c:strCache>
                <c:ptCount val="5"/>
                <c:pt idx="0">
                  <c:v>Label A</c:v>
                </c:pt>
                <c:pt idx="1">
                  <c:v>Label B</c:v>
                </c:pt>
                <c:pt idx="2">
                  <c:v>Label C</c:v>
                </c:pt>
                <c:pt idx="3">
                  <c:v>Label D</c:v>
                </c:pt>
                <c:pt idx="4">
                  <c:v>Label E</c:v>
                </c:pt>
              </c:strCache>
            </c:strRef>
          </c:cat>
          <c:val>
            <c:numRef>
              <c:f>Sheet1!$B$2:$B$6</c:f>
              <c:numCache>
                <c:formatCode>General</c:formatCode>
                <c:ptCount val="5"/>
                <c:pt idx="0">
                  <c:v>20</c:v>
                </c:pt>
                <c:pt idx="1">
                  <c:v>20</c:v>
                </c:pt>
                <c:pt idx="2">
                  <c:v>20</c:v>
                </c:pt>
                <c:pt idx="3">
                  <c:v>20</c:v>
                </c:pt>
                <c:pt idx="4">
                  <c:v>20</c:v>
                </c:pt>
              </c:numCache>
            </c:numRef>
          </c:val>
          <c:extLst>
            <c:ext xmlns:c16="http://schemas.microsoft.com/office/drawing/2014/chart" uri="{C3380CC4-5D6E-409C-BE32-E72D297353CC}">
              <c16:uniqueId val="{0000000E-563C-4E42-AFB1-038B85491213}"/>
            </c:ext>
          </c:extLst>
        </c:ser>
        <c:dLbls>
          <c:showLegendKey val="0"/>
          <c:showVal val="0"/>
          <c:showCatName val="0"/>
          <c:showSerName val="0"/>
          <c:showPercent val="0"/>
          <c:showBubbleSize val="0"/>
          <c:showLeaderLines val="1"/>
        </c:dLbls>
        <c:firstSliceAng val="73"/>
      </c:pieChart>
    </c:plotArea>
    <c:plotVisOnly val="1"/>
    <c:dispBlanksAs val="zero"/>
    <c:showDLblsOverMax val="0"/>
  </c:chart>
  <c:spPr>
    <a:ln>
      <a:noFill/>
    </a:ln>
  </c:spPr>
  <c:txPr>
    <a:bodyPr/>
    <a:lstStyle/>
    <a:p>
      <a:pPr>
        <a:defRPr sz="1000" b="1">
          <a:solidFill>
            <a:schemeClr val="bg1"/>
          </a:solidFill>
        </a:defRPr>
      </a:pPr>
      <a:endParaRPr lang="en-US"/>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0C0641-F922-DAF2-822A-38D150136C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B7CDDA-1345-0F8E-F8D7-E4B9152DE3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41B0B9-3DFB-514E-A83B-5CBFE11462FC}" type="datetimeFigureOut">
              <a:rPr lang="en-US" smtClean="0"/>
              <a:t>4/2/2026</a:t>
            </a:fld>
            <a:endParaRPr lang="en-US"/>
          </a:p>
        </p:txBody>
      </p:sp>
      <p:sp>
        <p:nvSpPr>
          <p:cNvPr id="4" name="Footer Placeholder 3">
            <a:extLst>
              <a:ext uri="{FF2B5EF4-FFF2-40B4-BE49-F238E27FC236}">
                <a16:creationId xmlns:a16="http://schemas.microsoft.com/office/drawing/2014/main" id="{00A85D7C-E600-ACE7-E4BD-E7D1D0BC0B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4A5E36-C8AC-72BE-841C-741D530D8E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8C44B8-2569-1E4E-BB44-614471A3B225}" type="slidenum">
              <a:rPr lang="en-US" smtClean="0"/>
              <a:t>‹#›</a:t>
            </a:fld>
            <a:endParaRPr lang="en-US"/>
          </a:p>
        </p:txBody>
      </p:sp>
    </p:spTree>
    <p:extLst>
      <p:ext uri="{BB962C8B-B14F-4D97-AF65-F5344CB8AC3E}">
        <p14:creationId xmlns:p14="http://schemas.microsoft.com/office/powerpoint/2010/main" val="315944169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D4E4BF-C0D2-A04A-A954-195E0847A888}"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A25862-2025-094E-9C5A-6EDA66886987}" type="slidenum">
              <a:rPr lang="en-US" smtClean="0"/>
              <a:t>‹#›</a:t>
            </a:fld>
            <a:endParaRPr lang="en-US"/>
          </a:p>
        </p:txBody>
      </p:sp>
    </p:spTree>
    <p:extLst>
      <p:ext uri="{BB962C8B-B14F-4D97-AF65-F5344CB8AC3E}">
        <p14:creationId xmlns:p14="http://schemas.microsoft.com/office/powerpoint/2010/main" val="3495007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A25862-2025-094E-9C5A-6EDA66886987}" type="slidenum">
              <a:rPr lang="en-US" smtClean="0"/>
              <a:t>3</a:t>
            </a:fld>
            <a:endParaRPr lang="en-US"/>
          </a:p>
        </p:txBody>
      </p:sp>
    </p:spTree>
    <p:extLst>
      <p:ext uri="{BB962C8B-B14F-4D97-AF65-F5344CB8AC3E}">
        <p14:creationId xmlns:p14="http://schemas.microsoft.com/office/powerpoint/2010/main" val="962091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A25862-2025-094E-9C5A-6EDA66886987}" type="slidenum">
              <a:rPr lang="en-US" smtClean="0"/>
              <a:t>5</a:t>
            </a:fld>
            <a:endParaRPr lang="en-US"/>
          </a:p>
        </p:txBody>
      </p:sp>
    </p:spTree>
    <p:extLst>
      <p:ext uri="{BB962C8B-B14F-4D97-AF65-F5344CB8AC3E}">
        <p14:creationId xmlns:p14="http://schemas.microsoft.com/office/powerpoint/2010/main" val="2338834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8371A-B549-1BEA-DEDA-1DCC65893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92785-7459-CA88-0FF6-17D2A2940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F5B63-5362-5106-56A8-39AE5F350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178561-A69D-B672-0E3D-427533630427}"/>
              </a:ext>
            </a:extLst>
          </p:cNvPr>
          <p:cNvSpPr>
            <a:spLocks noGrp="1"/>
          </p:cNvSpPr>
          <p:nvPr>
            <p:ph type="sldNum" sz="quarter" idx="5"/>
          </p:nvPr>
        </p:nvSpPr>
        <p:spPr/>
        <p:txBody>
          <a:bodyPr/>
          <a:lstStyle/>
          <a:p>
            <a:fld id="{74A25862-2025-094E-9C5A-6EDA66886987}" type="slidenum">
              <a:rPr lang="en-US" smtClean="0"/>
              <a:t>6</a:t>
            </a:fld>
            <a:endParaRPr lang="en-US"/>
          </a:p>
        </p:txBody>
      </p:sp>
    </p:spTree>
    <p:extLst>
      <p:ext uri="{BB962C8B-B14F-4D97-AF65-F5344CB8AC3E}">
        <p14:creationId xmlns:p14="http://schemas.microsoft.com/office/powerpoint/2010/main" val="2434985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F987C-A8E5-016A-54D4-2C46A0B2B0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BDFED-C1DA-1640-A565-0AA0F623A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FFCC0-7673-41C8-3525-C7DF782F33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4DA879-0989-940D-A3FD-FF5F8BED1A25}"/>
              </a:ext>
            </a:extLst>
          </p:cNvPr>
          <p:cNvSpPr>
            <a:spLocks noGrp="1"/>
          </p:cNvSpPr>
          <p:nvPr>
            <p:ph type="sldNum" sz="quarter" idx="5"/>
          </p:nvPr>
        </p:nvSpPr>
        <p:spPr/>
        <p:txBody>
          <a:bodyPr/>
          <a:lstStyle/>
          <a:p>
            <a:fld id="{74A25862-2025-094E-9C5A-6EDA66886987}" type="slidenum">
              <a:rPr lang="en-US" smtClean="0"/>
              <a:t>7</a:t>
            </a:fld>
            <a:endParaRPr lang="en-US"/>
          </a:p>
        </p:txBody>
      </p:sp>
    </p:spTree>
    <p:extLst>
      <p:ext uri="{BB962C8B-B14F-4D97-AF65-F5344CB8AC3E}">
        <p14:creationId xmlns:p14="http://schemas.microsoft.com/office/powerpoint/2010/main" val="1119885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3FC1A-D9C3-51B1-82C2-83CF80098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80743-0758-44A2-D751-4FC63472B1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B0625-46F9-43C1-F00A-DA4774CEF2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7A22B8-37FA-6278-35F1-97A349E04804}"/>
              </a:ext>
            </a:extLst>
          </p:cNvPr>
          <p:cNvSpPr>
            <a:spLocks noGrp="1"/>
          </p:cNvSpPr>
          <p:nvPr>
            <p:ph type="sldNum" sz="quarter" idx="5"/>
          </p:nvPr>
        </p:nvSpPr>
        <p:spPr/>
        <p:txBody>
          <a:bodyPr/>
          <a:lstStyle/>
          <a:p>
            <a:fld id="{74A25862-2025-094E-9C5A-6EDA66886987}" type="slidenum">
              <a:rPr lang="en-US" smtClean="0"/>
              <a:t>8</a:t>
            </a:fld>
            <a:endParaRPr lang="en-US"/>
          </a:p>
        </p:txBody>
      </p:sp>
    </p:spTree>
    <p:extLst>
      <p:ext uri="{BB962C8B-B14F-4D97-AF65-F5344CB8AC3E}">
        <p14:creationId xmlns:p14="http://schemas.microsoft.com/office/powerpoint/2010/main" val="2708420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3CF9D-A51B-1699-198B-6A1A1D545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7FDAD-EA23-E85A-EE45-DC72311D1E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0FFFA-4E76-5643-55A8-3748776DC8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54F1DB-5FA4-599E-BCD6-E7D11270FFD0}"/>
              </a:ext>
            </a:extLst>
          </p:cNvPr>
          <p:cNvSpPr>
            <a:spLocks noGrp="1"/>
          </p:cNvSpPr>
          <p:nvPr>
            <p:ph type="sldNum" sz="quarter" idx="5"/>
          </p:nvPr>
        </p:nvSpPr>
        <p:spPr/>
        <p:txBody>
          <a:bodyPr/>
          <a:lstStyle/>
          <a:p>
            <a:fld id="{74A25862-2025-094E-9C5A-6EDA66886987}" type="slidenum">
              <a:rPr lang="en-US" smtClean="0"/>
              <a:t>9</a:t>
            </a:fld>
            <a:endParaRPr lang="en-US"/>
          </a:p>
        </p:txBody>
      </p:sp>
    </p:spTree>
    <p:extLst>
      <p:ext uri="{BB962C8B-B14F-4D97-AF65-F5344CB8AC3E}">
        <p14:creationId xmlns:p14="http://schemas.microsoft.com/office/powerpoint/2010/main" val="2150786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A25862-2025-094E-9C5A-6EDA66886987}" type="slidenum">
              <a:rPr lang="en-US" smtClean="0"/>
              <a:t>10</a:t>
            </a:fld>
            <a:endParaRPr lang="en-US"/>
          </a:p>
        </p:txBody>
      </p:sp>
    </p:spTree>
    <p:extLst>
      <p:ext uri="{BB962C8B-B14F-4D97-AF65-F5344CB8AC3E}">
        <p14:creationId xmlns:p14="http://schemas.microsoft.com/office/powerpoint/2010/main" val="34791953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slide">
    <p:spTree>
      <p:nvGrpSpPr>
        <p:cNvPr id="1" name=""/>
        <p:cNvGrpSpPr/>
        <p:nvPr/>
      </p:nvGrpSpPr>
      <p:grpSpPr>
        <a:xfrm>
          <a:off x="0" y="0"/>
          <a:ext cx="0" cy="0"/>
          <a:chOff x="0" y="0"/>
          <a:chExt cx="0" cy="0"/>
        </a:xfrm>
      </p:grpSpPr>
      <p:sp>
        <p:nvSpPr>
          <p:cNvPr id="3" name="Subheader"/>
          <p:cNvSpPr>
            <a:spLocks noGrp="1"/>
          </p:cNvSpPr>
          <p:nvPr>
            <p:ph type="subTitle" idx="1" hasCustomPrompt="1"/>
          </p:nvPr>
        </p:nvSpPr>
        <p:spPr bwMode="gray">
          <a:xfrm>
            <a:off x="464817" y="5845180"/>
            <a:ext cx="5594348" cy="505645"/>
          </a:xfrm>
          <a:prstGeom prst="rect">
            <a:avLst/>
          </a:prstGeom>
        </p:spPr>
        <p:txBody>
          <a:bodyPr lIns="0" tIns="0" rIns="0" bIns="0" anchor="b" anchorCtr="0">
            <a:normAutofit/>
          </a:bodyPr>
          <a:lstStyle>
            <a:lvl1pPr marL="0" indent="0" algn="l">
              <a:lnSpc>
                <a:spcPct val="100000"/>
              </a:lnSpc>
              <a:spcAft>
                <a:spcPts val="0"/>
              </a:spcAft>
              <a:buNone/>
              <a:defRPr sz="24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Title</a:t>
            </a:r>
          </a:p>
        </p:txBody>
      </p:sp>
      <p:sp>
        <p:nvSpPr>
          <p:cNvPr id="5" name="Title"/>
          <p:cNvSpPr>
            <a:spLocks noGrp="1"/>
          </p:cNvSpPr>
          <p:nvPr>
            <p:ph type="body" sz="quarter" idx="10" hasCustomPrompt="1"/>
          </p:nvPr>
        </p:nvSpPr>
        <p:spPr>
          <a:xfrm>
            <a:off x="464817" y="6362699"/>
            <a:ext cx="5594348" cy="298451"/>
          </a:xfrm>
          <a:prstGeom prst="rect">
            <a:avLst/>
          </a:prstGeom>
        </p:spPr>
        <p:txBody>
          <a:bodyPr>
            <a:normAutofit/>
          </a:bodyPr>
          <a:lstStyle>
            <a:lvl1pPr>
              <a:spcAft>
                <a:spcPts val="0"/>
              </a:spcAft>
              <a:defRPr sz="1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err="1"/>
              <a:t>Subheader</a:t>
            </a:r>
            <a:endParaRPr lang="en-US" noProof="0"/>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pic>
        <p:nvPicPr>
          <p:cNvPr id="18" name="Picture 17" descr="Logo&#10;&#10;Description automatically generated">
            <a:extLst>
              <a:ext uri="{FF2B5EF4-FFF2-40B4-BE49-F238E27FC236}">
                <a16:creationId xmlns:a16="http://schemas.microsoft.com/office/drawing/2014/main" id="{D9DED990-BD8A-0241-8009-44EC94BBE18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714923" y="13855"/>
            <a:ext cx="6844723" cy="6490168"/>
          </a:xfrm>
          <a:prstGeom prst="rect">
            <a:avLst/>
          </a:prstGeom>
        </p:spPr>
      </p:pic>
      <p:sp>
        <p:nvSpPr>
          <p:cNvPr id="2" name="ai generated label">
            <a:extLst>
              <a:ext uri="{FF2B5EF4-FFF2-40B4-BE49-F238E27FC236}">
                <a16:creationId xmlns:a16="http://schemas.microsoft.com/office/drawing/2014/main" id="{19DB6B45-E5A5-E7F4-C0D7-BC866FC4C320}"/>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Tree>
    <p:extLst>
      <p:ext uri="{BB962C8B-B14F-4D97-AF65-F5344CB8AC3E}">
        <p14:creationId xmlns:p14="http://schemas.microsoft.com/office/powerpoint/2010/main" val="159362000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ow_to_use_slide">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E038A87C-DBB8-B513-EF47-055B621DDCB9}"/>
              </a:ext>
            </a:extLst>
          </p:cNvPr>
          <p:cNvSpPr>
            <a:spLocks noGrp="1"/>
          </p:cNvSpPr>
          <p:nvPr>
            <p:ph type="pic" sz="quarter" idx="23" hasCustomPrompt="1"/>
          </p:nvPr>
        </p:nvSpPr>
        <p:spPr>
          <a:xfrm>
            <a:off x="0" y="0"/>
            <a:ext cx="12192000" cy="6858000"/>
          </a:xfrm>
          <a:prstGeom prst="rect">
            <a:avLst/>
          </a:prstGeom>
        </p:spPr>
        <p:txBody>
          <a:bodyPr>
            <a:normAutofit/>
          </a:bodyPr>
          <a:lstStyle>
            <a:lvl1pPr marL="0" indent="0">
              <a:buNone/>
              <a:defRPr sz="1400"/>
            </a:lvl1pPr>
          </a:lstStyle>
          <a:p>
            <a:r>
              <a:rPr lang="en-US" sz="1400"/>
              <a:t>{{ </a:t>
            </a:r>
            <a:r>
              <a:rPr lang="en-US" sz="1400" err="1"/>
              <a:t>how_to_use_slide</a:t>
            </a:r>
            <a:r>
              <a:rPr lang="en-US" sz="1400"/>
              <a:t> }}</a:t>
            </a:r>
            <a:endParaRPr lang="en-US"/>
          </a:p>
        </p:txBody>
      </p:sp>
      <p:sp>
        <p:nvSpPr>
          <p:cNvPr id="4" name="ai generated label">
            <a:extLst>
              <a:ext uri="{FF2B5EF4-FFF2-40B4-BE49-F238E27FC236}">
                <a16:creationId xmlns:a16="http://schemas.microsoft.com/office/drawing/2014/main" id="{E6095059-9357-62C2-749B-D4ECF71688EF}"/>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Tree>
    <p:extLst>
      <p:ext uri="{BB962C8B-B14F-4D97-AF65-F5344CB8AC3E}">
        <p14:creationId xmlns:p14="http://schemas.microsoft.com/office/powerpoint/2010/main" val="145289614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_of_contents_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0F0344D-DE72-81C7-6369-CB5B02DC7A0A}"/>
              </a:ext>
            </a:extLst>
          </p:cNvPr>
          <p:cNvSpPr>
            <a:spLocks noGrp="1"/>
          </p:cNvSpPr>
          <p:nvPr>
            <p:ph type="title" hasCustomPrompt="1"/>
          </p:nvPr>
        </p:nvSpPr>
        <p:spPr>
          <a:xfrm>
            <a:off x="909691" y="1184135"/>
            <a:ext cx="3679242" cy="531544"/>
          </a:xfrm>
          <a:prstGeom prst="rect">
            <a:avLst/>
          </a:prstGeom>
        </p:spPr>
        <p:txBody>
          <a:bodyPr>
            <a:normAutofit/>
          </a:bodyPr>
          <a:lstStyle>
            <a:lvl1pPr marL="0" marR="0" indent="0" algn="l" defTabSz="1219170" rtl="0" eaLnBrk="1" fontAlgn="auto" latinLnBrk="0" hangingPunct="1">
              <a:lnSpc>
                <a:spcPct val="100000"/>
              </a:lnSpc>
              <a:spcBef>
                <a:spcPct val="0"/>
              </a:spcBef>
              <a:spcAft>
                <a:spcPts val="0"/>
              </a:spcAft>
              <a:buClrTx/>
              <a:buSzTx/>
              <a:buFontTx/>
              <a:buNone/>
              <a:tabLst/>
              <a:defRPr sz="3200" b="0">
                <a:latin typeface="+mj-lt"/>
              </a:defRPr>
            </a:lvl1pPr>
          </a:lstStyle>
          <a:p>
            <a:r>
              <a:rPr kumimoji="0" lang="en-US" sz="2400" b="0" i="0" u="none" strike="noStrike" kern="1200" cap="none" spc="0" normalizeH="0" baseline="0" noProof="0">
                <a:ln>
                  <a:noFill/>
                </a:ln>
                <a:solidFill>
                  <a:prstClr val="black"/>
                </a:solidFill>
                <a:effectLst/>
                <a:uLnTx/>
                <a:uFillTx/>
                <a:latin typeface="Open Sans Light"/>
                <a:ea typeface="+mj-ea"/>
                <a:cs typeface="Arial" pitchFamily="34" charset="0"/>
              </a:rPr>
              <a:t>Table of Contents</a:t>
            </a:r>
            <a:endParaRPr lang="en-AU"/>
          </a:p>
        </p:txBody>
      </p:sp>
      <p:sp>
        <p:nvSpPr>
          <p:cNvPr id="8" name="Text Placeholder 5">
            <a:extLst>
              <a:ext uri="{FF2B5EF4-FFF2-40B4-BE49-F238E27FC236}">
                <a16:creationId xmlns:a16="http://schemas.microsoft.com/office/drawing/2014/main" id="{5F270A0D-5D7A-00DC-543E-566873EC1AE0}"/>
              </a:ext>
            </a:extLst>
          </p:cNvPr>
          <p:cNvSpPr>
            <a:spLocks noGrp="1"/>
          </p:cNvSpPr>
          <p:nvPr>
            <p:ph type="body" sz="quarter" idx="21" hasCustomPrompt="1"/>
          </p:nvPr>
        </p:nvSpPr>
        <p:spPr>
          <a:xfrm>
            <a:off x="5715000" y="1184135"/>
            <a:ext cx="5567309" cy="4911865"/>
          </a:xfrm>
          <a:prstGeom prst="rect">
            <a:avLst/>
          </a:prstGeom>
        </p:spPr>
        <p:txBody>
          <a:bodyPr>
            <a:normAutofit/>
          </a:bodyPr>
          <a:lstStyle>
            <a:lvl1pPr marL="457200" indent="-457200">
              <a:buFont typeface="+mj-lt"/>
              <a:buAutoNum type="arabicPeriod"/>
              <a:defRPr sz="2000">
                <a:latin typeface="+mj-lt"/>
              </a:defRPr>
            </a:lvl1pPr>
          </a:lstStyle>
          <a:p>
            <a:pPr lvl="0"/>
            <a:r>
              <a:rPr lang="en-US"/>
              <a:t>Ordered List</a:t>
            </a:r>
          </a:p>
        </p:txBody>
      </p:sp>
      <p:pic>
        <p:nvPicPr>
          <p:cNvPr id="10" name="Picture 9" descr="Logo&#10;&#10;Description automatically generated">
            <a:extLst>
              <a:ext uri="{FF2B5EF4-FFF2-40B4-BE49-F238E27FC236}">
                <a16:creationId xmlns:a16="http://schemas.microsoft.com/office/drawing/2014/main" id="{A98805C1-8B1D-25C5-A0DA-58A8D15C193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29723" y="1897238"/>
            <a:ext cx="6844723" cy="6490168"/>
          </a:xfrm>
          <a:prstGeom prst="rect">
            <a:avLst/>
          </a:prstGeom>
        </p:spPr>
      </p:pic>
    </p:spTree>
    <p:extLst>
      <p:ext uri="{BB962C8B-B14F-4D97-AF65-F5344CB8AC3E}">
        <p14:creationId xmlns:p14="http://schemas.microsoft.com/office/powerpoint/2010/main" val="134654610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slide simpl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3CA1F-9644-B0C0-ADDC-2BECAD4462B1}"/>
              </a:ext>
            </a:extLst>
          </p:cNvPr>
          <p:cNvSpPr txBox="1"/>
          <p:nvPr userDrawn="1"/>
        </p:nvSpPr>
        <p:spPr>
          <a:xfrm>
            <a:off x="2431228" y="1305383"/>
            <a:ext cx="535724" cy="830997"/>
          </a:xfrm>
          <a:prstGeom prst="rect">
            <a:avLst/>
          </a:prstGeom>
          <a:noFill/>
        </p:spPr>
        <p:txBody>
          <a:bodyPr wrap="none" rtlCol="0">
            <a:spAutoFit/>
          </a:bodyPr>
          <a:lstStyle/>
          <a:p>
            <a:r>
              <a:rPr lang="en-US" sz="4800" b="1">
                <a:latin typeface="Open Sans Semibold" panose="020B0606030504020204" pitchFamily="34" charset="0"/>
                <a:ea typeface="Open Sans Semibold" panose="020B0606030504020204" pitchFamily="34" charset="0"/>
                <a:cs typeface="Open Sans Semibold" panose="020B0606030504020204" pitchFamily="34" charset="0"/>
              </a:rPr>
              <a:t>1</a:t>
            </a:r>
          </a:p>
        </p:txBody>
      </p:sp>
      <p:cxnSp>
        <p:nvCxnSpPr>
          <p:cNvPr id="7" name="Straight Connector 6">
            <a:extLst>
              <a:ext uri="{FF2B5EF4-FFF2-40B4-BE49-F238E27FC236}">
                <a16:creationId xmlns:a16="http://schemas.microsoft.com/office/drawing/2014/main" id="{B9867634-18F4-E1BC-93D2-4A01B6DFB5CE}"/>
              </a:ext>
            </a:extLst>
          </p:cNvPr>
          <p:cNvCxnSpPr/>
          <p:nvPr userDrawn="1"/>
        </p:nvCxnSpPr>
        <p:spPr>
          <a:xfrm>
            <a:off x="3092919" y="1397506"/>
            <a:ext cx="0" cy="646750"/>
          </a:xfrm>
          <a:prstGeom prst="line">
            <a:avLst/>
          </a:prstGeom>
          <a:ln w="63500">
            <a:solidFill>
              <a:srgbClr val="86BC2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CCF6371-C0B1-0BEC-08BB-090F6CFD0460}"/>
              </a:ext>
            </a:extLst>
          </p:cNvPr>
          <p:cNvSpPr txBox="1"/>
          <p:nvPr userDrawn="1"/>
        </p:nvSpPr>
        <p:spPr>
          <a:xfrm>
            <a:off x="2431228" y="2456339"/>
            <a:ext cx="543739" cy="830997"/>
          </a:xfrm>
          <a:prstGeom prst="rect">
            <a:avLst/>
          </a:prstGeom>
          <a:noFill/>
        </p:spPr>
        <p:txBody>
          <a:bodyPr wrap="none" rtlCol="0">
            <a:spAutoFit/>
          </a:bodyPr>
          <a:lstStyle/>
          <a:p>
            <a:r>
              <a:rPr lang="en-US" sz="4800" b="1">
                <a:latin typeface="Open Sans Semibold" panose="020B0606030504020204" pitchFamily="34" charset="0"/>
                <a:ea typeface="Open Sans Semibold" panose="020B0606030504020204" pitchFamily="34" charset="0"/>
                <a:cs typeface="Open Sans Semibold" panose="020B0606030504020204" pitchFamily="34" charset="0"/>
              </a:rPr>
              <a:t>2</a:t>
            </a:r>
          </a:p>
        </p:txBody>
      </p:sp>
      <p:cxnSp>
        <p:nvCxnSpPr>
          <p:cNvPr id="10" name="Straight Connector 9">
            <a:extLst>
              <a:ext uri="{FF2B5EF4-FFF2-40B4-BE49-F238E27FC236}">
                <a16:creationId xmlns:a16="http://schemas.microsoft.com/office/drawing/2014/main" id="{AE3159E1-C8B1-52B4-8D79-5E2C40E9AAE0}"/>
              </a:ext>
            </a:extLst>
          </p:cNvPr>
          <p:cNvCxnSpPr/>
          <p:nvPr userDrawn="1"/>
        </p:nvCxnSpPr>
        <p:spPr>
          <a:xfrm>
            <a:off x="3092919" y="2548462"/>
            <a:ext cx="0" cy="646750"/>
          </a:xfrm>
          <a:prstGeom prst="line">
            <a:avLst/>
          </a:prstGeom>
          <a:ln w="63500">
            <a:solidFill>
              <a:srgbClr val="43B02A"/>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EEE54AD-5BF0-CEEA-2A31-599CDEE1142F}"/>
              </a:ext>
            </a:extLst>
          </p:cNvPr>
          <p:cNvSpPr txBox="1"/>
          <p:nvPr userDrawn="1"/>
        </p:nvSpPr>
        <p:spPr>
          <a:xfrm>
            <a:off x="2431228" y="3607295"/>
            <a:ext cx="543739" cy="830997"/>
          </a:xfrm>
          <a:prstGeom prst="rect">
            <a:avLst/>
          </a:prstGeom>
          <a:noFill/>
        </p:spPr>
        <p:txBody>
          <a:bodyPr wrap="none" rtlCol="0">
            <a:spAutoFit/>
          </a:bodyPr>
          <a:lstStyle/>
          <a:p>
            <a:r>
              <a:rPr lang="en-US" sz="4800" b="1">
                <a:latin typeface="Open Sans Semibold" panose="020B0606030504020204" pitchFamily="34" charset="0"/>
                <a:ea typeface="Open Sans Semibold" panose="020B0606030504020204" pitchFamily="34" charset="0"/>
                <a:cs typeface="Open Sans Semibold" panose="020B0606030504020204" pitchFamily="34" charset="0"/>
              </a:rPr>
              <a:t>3</a:t>
            </a:r>
          </a:p>
        </p:txBody>
      </p:sp>
      <p:cxnSp>
        <p:nvCxnSpPr>
          <p:cNvPr id="13" name="Straight Connector 12">
            <a:extLst>
              <a:ext uri="{FF2B5EF4-FFF2-40B4-BE49-F238E27FC236}">
                <a16:creationId xmlns:a16="http://schemas.microsoft.com/office/drawing/2014/main" id="{C00D1B88-FE62-C12C-B56F-62221127CDDD}"/>
              </a:ext>
            </a:extLst>
          </p:cNvPr>
          <p:cNvCxnSpPr/>
          <p:nvPr userDrawn="1"/>
        </p:nvCxnSpPr>
        <p:spPr>
          <a:xfrm>
            <a:off x="3092919" y="3699418"/>
            <a:ext cx="0" cy="646750"/>
          </a:xfrm>
          <a:prstGeom prst="line">
            <a:avLst/>
          </a:prstGeom>
          <a:ln w="63500">
            <a:solidFill>
              <a:srgbClr val="009A44"/>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43B0BA1-34F8-C1C0-3953-C0A9FBAD2809}"/>
              </a:ext>
            </a:extLst>
          </p:cNvPr>
          <p:cNvSpPr txBox="1"/>
          <p:nvPr userDrawn="1"/>
        </p:nvSpPr>
        <p:spPr>
          <a:xfrm>
            <a:off x="2431228" y="4758251"/>
            <a:ext cx="535724" cy="830997"/>
          </a:xfrm>
          <a:prstGeom prst="rect">
            <a:avLst/>
          </a:prstGeom>
          <a:noFill/>
        </p:spPr>
        <p:txBody>
          <a:bodyPr wrap="none" rtlCol="0">
            <a:spAutoFit/>
          </a:bodyPr>
          <a:lstStyle/>
          <a:p>
            <a:r>
              <a:rPr lang="en-US" sz="4800" b="1">
                <a:latin typeface="Open Sans Semibold" panose="020B0606030504020204" pitchFamily="34" charset="0"/>
                <a:ea typeface="Open Sans Semibold" panose="020B0606030504020204" pitchFamily="34" charset="0"/>
                <a:cs typeface="Open Sans Semibold" panose="020B0606030504020204" pitchFamily="34" charset="0"/>
              </a:rPr>
              <a:t>4</a:t>
            </a:r>
          </a:p>
        </p:txBody>
      </p:sp>
      <p:cxnSp>
        <p:nvCxnSpPr>
          <p:cNvPr id="16" name="Straight Connector 15">
            <a:extLst>
              <a:ext uri="{FF2B5EF4-FFF2-40B4-BE49-F238E27FC236}">
                <a16:creationId xmlns:a16="http://schemas.microsoft.com/office/drawing/2014/main" id="{89AA3A4A-6EB0-7C57-3D6C-6486A6DB0E08}"/>
              </a:ext>
            </a:extLst>
          </p:cNvPr>
          <p:cNvCxnSpPr/>
          <p:nvPr userDrawn="1"/>
        </p:nvCxnSpPr>
        <p:spPr>
          <a:xfrm>
            <a:off x="3092919" y="4850374"/>
            <a:ext cx="0" cy="646750"/>
          </a:xfrm>
          <a:prstGeom prst="line">
            <a:avLst/>
          </a:prstGeom>
          <a:ln w="63500">
            <a:solidFill>
              <a:srgbClr val="046A38"/>
            </a:solidFill>
          </a:ln>
        </p:spPr>
        <p:style>
          <a:lnRef idx="1">
            <a:schemeClr val="accent1"/>
          </a:lnRef>
          <a:fillRef idx="0">
            <a:schemeClr val="accent1"/>
          </a:fillRef>
          <a:effectRef idx="0">
            <a:schemeClr val="accent1"/>
          </a:effectRef>
          <a:fontRef idx="minor">
            <a:schemeClr val="tx1"/>
          </a:fontRef>
        </p:style>
      </p:cxnSp>
      <p:sp>
        <p:nvSpPr>
          <p:cNvPr id="30" name="Agenda 1">
            <a:extLst>
              <a:ext uri="{FF2B5EF4-FFF2-40B4-BE49-F238E27FC236}">
                <a16:creationId xmlns:a16="http://schemas.microsoft.com/office/drawing/2014/main" id="{05001D03-998A-DB4C-7957-874F486321C1}"/>
              </a:ext>
            </a:extLst>
          </p:cNvPr>
          <p:cNvSpPr>
            <a:spLocks noGrp="1"/>
          </p:cNvSpPr>
          <p:nvPr>
            <p:ph type="body" sz="quarter" idx="17" hasCustomPrompt="1"/>
          </p:nvPr>
        </p:nvSpPr>
        <p:spPr>
          <a:xfrm>
            <a:off x="3322709" y="1480403"/>
            <a:ext cx="3141035" cy="488950"/>
          </a:xfrm>
          <a:prstGeom prst="rect">
            <a:avLst/>
          </a:prstGeom>
        </p:spPr>
        <p:txBody>
          <a:bodyPr anchor="ctr">
            <a:normAutofit/>
          </a:bodyPr>
          <a:lstStyle>
            <a:lvl1pPr algn="l">
              <a:defRPr sz="180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Agenda 1</a:t>
            </a:r>
          </a:p>
        </p:txBody>
      </p:sp>
      <p:sp>
        <p:nvSpPr>
          <p:cNvPr id="31" name="Agenda 2">
            <a:extLst>
              <a:ext uri="{FF2B5EF4-FFF2-40B4-BE49-F238E27FC236}">
                <a16:creationId xmlns:a16="http://schemas.microsoft.com/office/drawing/2014/main" id="{411D6DBA-B5E2-002E-6943-9514AD533A9E}"/>
              </a:ext>
            </a:extLst>
          </p:cNvPr>
          <p:cNvSpPr>
            <a:spLocks noGrp="1"/>
          </p:cNvSpPr>
          <p:nvPr>
            <p:ph type="body" sz="quarter" idx="18" hasCustomPrompt="1"/>
          </p:nvPr>
        </p:nvSpPr>
        <p:spPr>
          <a:xfrm>
            <a:off x="3322709" y="2627362"/>
            <a:ext cx="3141035" cy="488950"/>
          </a:xfrm>
          <a:prstGeom prst="rect">
            <a:avLst/>
          </a:prstGeom>
        </p:spPr>
        <p:txBody>
          <a:bodyPr anchor="ctr">
            <a:normAutofit/>
          </a:bodyPr>
          <a:lstStyle>
            <a:lvl1pPr algn="l">
              <a:defRPr sz="180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Agenda 2</a:t>
            </a:r>
          </a:p>
        </p:txBody>
      </p:sp>
      <p:sp>
        <p:nvSpPr>
          <p:cNvPr id="32" name="Agenda 3">
            <a:extLst>
              <a:ext uri="{FF2B5EF4-FFF2-40B4-BE49-F238E27FC236}">
                <a16:creationId xmlns:a16="http://schemas.microsoft.com/office/drawing/2014/main" id="{E131D4E9-5692-F4A9-576F-F41AF9F79E73}"/>
              </a:ext>
            </a:extLst>
          </p:cNvPr>
          <p:cNvSpPr>
            <a:spLocks noGrp="1"/>
          </p:cNvSpPr>
          <p:nvPr>
            <p:ph type="body" sz="quarter" idx="19" hasCustomPrompt="1"/>
          </p:nvPr>
        </p:nvSpPr>
        <p:spPr>
          <a:xfrm>
            <a:off x="3322709" y="3774321"/>
            <a:ext cx="3141035" cy="488950"/>
          </a:xfrm>
          <a:prstGeom prst="rect">
            <a:avLst/>
          </a:prstGeom>
        </p:spPr>
        <p:txBody>
          <a:bodyPr anchor="ctr">
            <a:normAutofit/>
          </a:bodyPr>
          <a:lstStyle>
            <a:lvl1pPr algn="l">
              <a:defRPr sz="180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Agenda 3</a:t>
            </a:r>
          </a:p>
        </p:txBody>
      </p:sp>
      <p:sp>
        <p:nvSpPr>
          <p:cNvPr id="33" name="Agenda 4">
            <a:extLst>
              <a:ext uri="{FF2B5EF4-FFF2-40B4-BE49-F238E27FC236}">
                <a16:creationId xmlns:a16="http://schemas.microsoft.com/office/drawing/2014/main" id="{D289A5B9-CE60-CF54-CBC6-B488392CDB63}"/>
              </a:ext>
            </a:extLst>
          </p:cNvPr>
          <p:cNvSpPr>
            <a:spLocks noGrp="1"/>
          </p:cNvSpPr>
          <p:nvPr>
            <p:ph type="body" sz="quarter" idx="20" hasCustomPrompt="1"/>
          </p:nvPr>
        </p:nvSpPr>
        <p:spPr>
          <a:xfrm>
            <a:off x="3322708" y="4956155"/>
            <a:ext cx="3141035" cy="488950"/>
          </a:xfrm>
          <a:prstGeom prst="rect">
            <a:avLst/>
          </a:prstGeom>
        </p:spPr>
        <p:txBody>
          <a:bodyPr anchor="ctr">
            <a:normAutofit/>
          </a:bodyPr>
          <a:lstStyle>
            <a:lvl1pPr algn="l">
              <a:defRPr sz="180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Agenda 4</a:t>
            </a:r>
          </a:p>
        </p:txBody>
      </p:sp>
      <p:sp>
        <p:nvSpPr>
          <p:cNvPr id="3" name="ai generated label">
            <a:extLst>
              <a:ext uri="{FF2B5EF4-FFF2-40B4-BE49-F238E27FC236}">
                <a16:creationId xmlns:a16="http://schemas.microsoft.com/office/drawing/2014/main" id="{5F9BFB92-5707-116D-4F10-C755D81218B7}"/>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Tree>
    <p:extLst>
      <p:ext uri="{BB962C8B-B14F-4D97-AF65-F5344CB8AC3E}">
        <p14:creationId xmlns:p14="http://schemas.microsoft.com/office/powerpoint/2010/main" val="62764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slide timelin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3692824-0643-7B8F-B85F-0C811337E9F0}"/>
              </a:ext>
            </a:extLst>
          </p:cNvPr>
          <p:cNvSpPr>
            <a:spLocks noGrp="1"/>
          </p:cNvSpPr>
          <p:nvPr>
            <p:ph type="title" hasCustomPrompt="1"/>
          </p:nvPr>
        </p:nvSpPr>
        <p:spPr>
          <a:xfrm>
            <a:off x="551688" y="576196"/>
            <a:ext cx="11390734" cy="365760"/>
          </a:xfrm>
          <a:prstGeom prst="rect">
            <a:avLst/>
          </a:prstGeom>
        </p:spPr>
        <p:txBody>
          <a:bodyPr anchor="ctr">
            <a:normAutofit/>
          </a:bodyPr>
          <a:lstStyle>
            <a:lvl1pPr>
              <a:defRPr/>
            </a:lvl1pPr>
          </a:lstStyle>
          <a:p>
            <a:r>
              <a:rPr lang="en-US"/>
              <a:t>Title</a:t>
            </a:r>
          </a:p>
        </p:txBody>
      </p:sp>
      <p:graphicFrame>
        <p:nvGraphicFramePr>
          <p:cNvPr id="4" name="Table 3">
            <a:extLst>
              <a:ext uri="{FF2B5EF4-FFF2-40B4-BE49-F238E27FC236}">
                <a16:creationId xmlns:a16="http://schemas.microsoft.com/office/drawing/2014/main" id="{ACB96529-92BB-DE15-D4BA-137927676E0C}"/>
              </a:ext>
            </a:extLst>
          </p:cNvPr>
          <p:cNvGraphicFramePr>
            <a:graphicFrameLocks noGrp="1"/>
          </p:cNvGraphicFramePr>
          <p:nvPr userDrawn="1">
            <p:extLst>
              <p:ext uri="{D42A27DB-BD31-4B8C-83A1-F6EECF244321}">
                <p14:modId xmlns:p14="http://schemas.microsoft.com/office/powerpoint/2010/main" val="1144857591"/>
              </p:ext>
            </p:extLst>
          </p:nvPr>
        </p:nvGraphicFramePr>
        <p:xfrm>
          <a:off x="469899" y="1608380"/>
          <a:ext cx="7818120" cy="292608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tblGrid>
              <a:tr h="731520">
                <a:tc>
                  <a:txBody>
                    <a:bodyPr/>
                    <a:lstStyle/>
                    <a:p>
                      <a:endParaRPr lang="en-US" sz="1600" b="0">
                        <a:solidFill>
                          <a:schemeClr val="tx1"/>
                        </a:solidFill>
                      </a:endParaRPr>
                    </a:p>
                  </a:txBody>
                  <a:tcPr anchor="ctr">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US" sz="1600" b="0">
                        <a:solidFill>
                          <a:schemeClr val="tx1"/>
                        </a:solidFill>
                      </a:endParaRPr>
                    </a:p>
                  </a:txBody>
                  <a:tcPr anchor="ctr">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731520">
                <a:tc>
                  <a:txBody>
                    <a:bodyPr/>
                    <a:lstStyle/>
                    <a:p>
                      <a:endParaRPr lang="en-US" sz="1600" b="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US" sz="1600" b="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endParaRPr lang="en-US" sz="1600" b="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US" sz="1600" b="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1600" b="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endParaRPr lang="en-US" sz="1600" b="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pic>
        <p:nvPicPr>
          <p:cNvPr id="5" name="Picture 4" descr="Logo&#10;&#10;Description automatically generated">
            <a:extLst>
              <a:ext uri="{FF2B5EF4-FFF2-40B4-BE49-F238E27FC236}">
                <a16:creationId xmlns:a16="http://schemas.microsoft.com/office/drawing/2014/main" id="{A3A2B78A-7B6A-4D01-0FB1-B22BC2DA1262}"/>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8425769" y="13855"/>
            <a:ext cx="3766231" cy="6490168"/>
          </a:xfrm>
          <a:prstGeom prst="rect">
            <a:avLst/>
          </a:prstGeom>
        </p:spPr>
      </p:pic>
      <p:sp>
        <p:nvSpPr>
          <p:cNvPr id="12" name="Item 1">
            <a:extLst>
              <a:ext uri="{FF2B5EF4-FFF2-40B4-BE49-F238E27FC236}">
                <a16:creationId xmlns:a16="http://schemas.microsoft.com/office/drawing/2014/main" id="{283B55F8-A8AB-3FD4-6A04-0265EB3AD74F}"/>
              </a:ext>
            </a:extLst>
          </p:cNvPr>
          <p:cNvSpPr>
            <a:spLocks noGrp="1"/>
          </p:cNvSpPr>
          <p:nvPr>
            <p:ph type="body" sz="quarter" idx="17" hasCustomPrompt="1"/>
          </p:nvPr>
        </p:nvSpPr>
        <p:spPr>
          <a:xfrm>
            <a:off x="551688" y="1704407"/>
            <a:ext cx="5127216" cy="566738"/>
          </a:xfrm>
          <a:prstGeom prst="rect">
            <a:avLst/>
          </a:prstGeom>
        </p:spPr>
        <p:txBody>
          <a:bodyPr anchor="ctr">
            <a:normAutofit/>
          </a:bodyPr>
          <a:lstStyle>
            <a:lvl1pPr>
              <a:defRPr sz="1600"/>
            </a:lvl1pPr>
          </a:lstStyle>
          <a:p>
            <a:pPr lvl="0"/>
            <a:r>
              <a:rPr lang="en-US"/>
              <a:t>Item 1</a:t>
            </a:r>
          </a:p>
        </p:txBody>
      </p:sp>
      <p:sp>
        <p:nvSpPr>
          <p:cNvPr id="15" name="Item 2">
            <a:extLst>
              <a:ext uri="{FF2B5EF4-FFF2-40B4-BE49-F238E27FC236}">
                <a16:creationId xmlns:a16="http://schemas.microsoft.com/office/drawing/2014/main" id="{111EC51D-A42F-3802-7F62-1A919EF75D74}"/>
              </a:ext>
            </a:extLst>
          </p:cNvPr>
          <p:cNvSpPr>
            <a:spLocks noGrp="1"/>
          </p:cNvSpPr>
          <p:nvPr>
            <p:ph type="body" sz="quarter" idx="18" hasCustomPrompt="1"/>
          </p:nvPr>
        </p:nvSpPr>
        <p:spPr>
          <a:xfrm>
            <a:off x="551687" y="2424922"/>
            <a:ext cx="5127217" cy="566738"/>
          </a:xfrm>
          <a:prstGeom prst="rect">
            <a:avLst/>
          </a:prstGeom>
        </p:spPr>
        <p:txBody>
          <a:bodyPr anchor="ctr">
            <a:normAutofit/>
          </a:bodyPr>
          <a:lstStyle>
            <a:lvl1pPr>
              <a:defRPr sz="1600"/>
            </a:lvl1pPr>
          </a:lstStyle>
          <a:p>
            <a:pPr lvl="0"/>
            <a:r>
              <a:rPr lang="en-US"/>
              <a:t>Item 2</a:t>
            </a:r>
          </a:p>
        </p:txBody>
      </p:sp>
      <p:sp>
        <p:nvSpPr>
          <p:cNvPr id="17" name="Item 3">
            <a:extLst>
              <a:ext uri="{FF2B5EF4-FFF2-40B4-BE49-F238E27FC236}">
                <a16:creationId xmlns:a16="http://schemas.microsoft.com/office/drawing/2014/main" id="{E57F6126-7955-3933-4709-B3265585D607}"/>
              </a:ext>
            </a:extLst>
          </p:cNvPr>
          <p:cNvSpPr>
            <a:spLocks noGrp="1"/>
          </p:cNvSpPr>
          <p:nvPr>
            <p:ph type="body" sz="quarter" idx="19" hasCustomPrompt="1"/>
          </p:nvPr>
        </p:nvSpPr>
        <p:spPr>
          <a:xfrm>
            <a:off x="551687" y="3145437"/>
            <a:ext cx="5127217" cy="566738"/>
          </a:xfrm>
          <a:prstGeom prst="rect">
            <a:avLst/>
          </a:prstGeom>
        </p:spPr>
        <p:txBody>
          <a:bodyPr anchor="ctr">
            <a:normAutofit/>
          </a:bodyPr>
          <a:lstStyle>
            <a:lvl1pPr>
              <a:defRPr sz="1600"/>
            </a:lvl1pPr>
          </a:lstStyle>
          <a:p>
            <a:pPr lvl="0"/>
            <a:r>
              <a:rPr lang="en-US"/>
              <a:t>Item 3</a:t>
            </a:r>
          </a:p>
        </p:txBody>
      </p:sp>
      <p:sp>
        <p:nvSpPr>
          <p:cNvPr id="18" name="Item 4">
            <a:extLst>
              <a:ext uri="{FF2B5EF4-FFF2-40B4-BE49-F238E27FC236}">
                <a16:creationId xmlns:a16="http://schemas.microsoft.com/office/drawing/2014/main" id="{07FFB151-B3A4-D075-C0DF-851E49B92588}"/>
              </a:ext>
            </a:extLst>
          </p:cNvPr>
          <p:cNvSpPr>
            <a:spLocks noGrp="1"/>
          </p:cNvSpPr>
          <p:nvPr>
            <p:ph type="body" sz="quarter" idx="20" hasCustomPrompt="1"/>
          </p:nvPr>
        </p:nvSpPr>
        <p:spPr>
          <a:xfrm>
            <a:off x="551688" y="3865952"/>
            <a:ext cx="5127216" cy="566738"/>
          </a:xfrm>
          <a:prstGeom prst="rect">
            <a:avLst/>
          </a:prstGeom>
        </p:spPr>
        <p:txBody>
          <a:bodyPr anchor="ctr">
            <a:normAutofit/>
          </a:bodyPr>
          <a:lstStyle>
            <a:lvl1pPr>
              <a:defRPr sz="1600"/>
            </a:lvl1pPr>
          </a:lstStyle>
          <a:p>
            <a:pPr lvl="0"/>
            <a:r>
              <a:rPr lang="en-US"/>
              <a:t>Item 4</a:t>
            </a:r>
          </a:p>
        </p:txBody>
      </p:sp>
      <p:sp>
        <p:nvSpPr>
          <p:cNvPr id="19" name="Time 1">
            <a:extLst>
              <a:ext uri="{FF2B5EF4-FFF2-40B4-BE49-F238E27FC236}">
                <a16:creationId xmlns:a16="http://schemas.microsoft.com/office/drawing/2014/main" id="{D4FB3279-8803-CFAA-79D4-A09BBACB60F3}"/>
              </a:ext>
            </a:extLst>
          </p:cNvPr>
          <p:cNvSpPr>
            <a:spLocks noGrp="1"/>
          </p:cNvSpPr>
          <p:nvPr>
            <p:ph type="body" sz="quarter" idx="21" hasCustomPrompt="1"/>
          </p:nvPr>
        </p:nvSpPr>
        <p:spPr>
          <a:xfrm>
            <a:off x="6440745" y="1704407"/>
            <a:ext cx="1759979" cy="566738"/>
          </a:xfrm>
          <a:prstGeom prst="rect">
            <a:avLst/>
          </a:prstGeom>
        </p:spPr>
        <p:txBody>
          <a:bodyPr anchor="ctr">
            <a:normAutofit/>
          </a:bodyPr>
          <a:lstStyle>
            <a:lvl1pPr>
              <a:defRPr sz="1600"/>
            </a:lvl1pPr>
          </a:lstStyle>
          <a:p>
            <a:pPr lvl="0"/>
            <a:r>
              <a:rPr lang="en-US"/>
              <a:t>Time 1</a:t>
            </a:r>
          </a:p>
        </p:txBody>
      </p:sp>
      <p:sp>
        <p:nvSpPr>
          <p:cNvPr id="20" name="Time 2">
            <a:extLst>
              <a:ext uri="{FF2B5EF4-FFF2-40B4-BE49-F238E27FC236}">
                <a16:creationId xmlns:a16="http://schemas.microsoft.com/office/drawing/2014/main" id="{70FDB19D-D721-F285-DCF9-0C39D6BB10B6}"/>
              </a:ext>
            </a:extLst>
          </p:cNvPr>
          <p:cNvSpPr>
            <a:spLocks noGrp="1"/>
          </p:cNvSpPr>
          <p:nvPr>
            <p:ph type="body" sz="quarter" idx="22" hasCustomPrompt="1"/>
          </p:nvPr>
        </p:nvSpPr>
        <p:spPr>
          <a:xfrm>
            <a:off x="6440745" y="2424922"/>
            <a:ext cx="1759979" cy="566738"/>
          </a:xfrm>
          <a:prstGeom prst="rect">
            <a:avLst/>
          </a:prstGeom>
        </p:spPr>
        <p:txBody>
          <a:bodyPr anchor="ctr">
            <a:normAutofit/>
          </a:bodyPr>
          <a:lstStyle>
            <a:lvl1pPr>
              <a:defRPr sz="1600"/>
            </a:lvl1pPr>
          </a:lstStyle>
          <a:p>
            <a:pPr lvl="0"/>
            <a:r>
              <a:rPr lang="en-US"/>
              <a:t>Time 2</a:t>
            </a:r>
          </a:p>
        </p:txBody>
      </p:sp>
      <p:sp>
        <p:nvSpPr>
          <p:cNvPr id="21" name="Time 3">
            <a:extLst>
              <a:ext uri="{FF2B5EF4-FFF2-40B4-BE49-F238E27FC236}">
                <a16:creationId xmlns:a16="http://schemas.microsoft.com/office/drawing/2014/main" id="{07C66C00-8317-6F13-1EE3-BC31A0076C5A}"/>
              </a:ext>
            </a:extLst>
          </p:cNvPr>
          <p:cNvSpPr>
            <a:spLocks noGrp="1"/>
          </p:cNvSpPr>
          <p:nvPr>
            <p:ph type="body" sz="quarter" idx="23" hasCustomPrompt="1"/>
          </p:nvPr>
        </p:nvSpPr>
        <p:spPr>
          <a:xfrm>
            <a:off x="6440745" y="3145631"/>
            <a:ext cx="1759979" cy="566738"/>
          </a:xfrm>
          <a:prstGeom prst="rect">
            <a:avLst/>
          </a:prstGeom>
        </p:spPr>
        <p:txBody>
          <a:bodyPr anchor="ctr">
            <a:normAutofit/>
          </a:bodyPr>
          <a:lstStyle>
            <a:lvl1pPr>
              <a:defRPr sz="1600"/>
            </a:lvl1pPr>
          </a:lstStyle>
          <a:p>
            <a:pPr lvl="0"/>
            <a:r>
              <a:rPr lang="en-US"/>
              <a:t>Time 3</a:t>
            </a:r>
          </a:p>
        </p:txBody>
      </p:sp>
      <p:sp>
        <p:nvSpPr>
          <p:cNvPr id="22" name="Time 4">
            <a:extLst>
              <a:ext uri="{FF2B5EF4-FFF2-40B4-BE49-F238E27FC236}">
                <a16:creationId xmlns:a16="http://schemas.microsoft.com/office/drawing/2014/main" id="{8628EE20-E1A4-DEA3-DD04-45DF3477E072}"/>
              </a:ext>
            </a:extLst>
          </p:cNvPr>
          <p:cNvSpPr>
            <a:spLocks noGrp="1"/>
          </p:cNvSpPr>
          <p:nvPr>
            <p:ph type="body" sz="quarter" idx="24" hasCustomPrompt="1"/>
          </p:nvPr>
        </p:nvSpPr>
        <p:spPr>
          <a:xfrm>
            <a:off x="6440745" y="3866146"/>
            <a:ext cx="1759979" cy="566738"/>
          </a:xfrm>
          <a:prstGeom prst="rect">
            <a:avLst/>
          </a:prstGeom>
        </p:spPr>
        <p:txBody>
          <a:bodyPr anchor="ctr">
            <a:normAutofit/>
          </a:bodyPr>
          <a:lstStyle>
            <a:lvl1pPr>
              <a:defRPr sz="1600"/>
            </a:lvl1pPr>
          </a:lstStyle>
          <a:p>
            <a:pPr lvl="0"/>
            <a:r>
              <a:rPr lang="en-US"/>
              <a:t>Time 4</a:t>
            </a:r>
          </a:p>
        </p:txBody>
      </p:sp>
      <p:sp>
        <p:nvSpPr>
          <p:cNvPr id="2" name="ai generated label">
            <a:extLst>
              <a:ext uri="{FF2B5EF4-FFF2-40B4-BE49-F238E27FC236}">
                <a16:creationId xmlns:a16="http://schemas.microsoft.com/office/drawing/2014/main" id="{527CF8C6-EFAA-9A13-49E9-4C46A4B8EF50}"/>
              </a:ext>
            </a:extLst>
          </p:cNvPr>
          <p:cNvSpPr>
            <a:spLocks noGrp="1"/>
          </p:cNvSpPr>
          <p:nvPr>
            <p:ph type="body" sz="quarter" idx="25"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Tree>
    <p:extLst>
      <p:ext uri="{BB962C8B-B14F-4D97-AF65-F5344CB8AC3E}">
        <p14:creationId xmlns:p14="http://schemas.microsoft.com/office/powerpoint/2010/main" val="140301278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1: Bold Quo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35FD2B-C9AD-40CB-9B97-9705C91FFE43}"/>
              </a:ext>
            </a:extLst>
          </p:cNvPr>
          <p:cNvSpPr/>
          <p:nvPr userDrawn="1"/>
        </p:nvSpPr>
        <p:spPr bwMode="gray">
          <a:xfrm>
            <a:off x="11509530" y="6482993"/>
            <a:ext cx="503434" cy="375007"/>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 name="ai generated label">
            <a:extLst>
              <a:ext uri="{FF2B5EF4-FFF2-40B4-BE49-F238E27FC236}">
                <a16:creationId xmlns:a16="http://schemas.microsoft.com/office/drawing/2014/main" id="{1FB2A222-6F64-984B-A391-A69242F44E93}"/>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6" name="Rectangle 5">
            <a:extLst>
              <a:ext uri="{FF2B5EF4-FFF2-40B4-BE49-F238E27FC236}">
                <a16:creationId xmlns:a16="http://schemas.microsoft.com/office/drawing/2014/main" id="{F188D0CD-EBEF-66B8-E67E-62E684D1BF75}"/>
              </a:ext>
            </a:extLst>
          </p:cNvPr>
          <p:cNvSpPr/>
          <p:nvPr userDrawn="1"/>
        </p:nvSpPr>
        <p:spPr>
          <a:xfrm>
            <a:off x="1545167" y="825500"/>
            <a:ext cx="9059333" cy="510116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9" name="TextBox 8">
            <a:extLst>
              <a:ext uri="{FF2B5EF4-FFF2-40B4-BE49-F238E27FC236}">
                <a16:creationId xmlns:a16="http://schemas.microsoft.com/office/drawing/2014/main" id="{113D9FEC-C82E-2ABC-9E7B-0CBECFD2D24F}"/>
              </a:ext>
            </a:extLst>
          </p:cNvPr>
          <p:cNvSpPr txBox="1"/>
          <p:nvPr userDrawn="1"/>
        </p:nvSpPr>
        <p:spPr>
          <a:xfrm>
            <a:off x="982134" y="1253066"/>
            <a:ext cx="1146468" cy="240065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0" b="1" i="0" u="none" strike="noStrike" kern="1200" cap="none" spc="0" normalizeH="0" baseline="0" noProof="0">
                <a:ln>
                  <a:noFill/>
                </a:ln>
                <a:solidFill>
                  <a:srgbClr val="046A38"/>
                </a:solidFill>
                <a:effectLst/>
                <a:uLnTx/>
                <a:uFillTx/>
                <a:latin typeface="Arial"/>
                <a:ea typeface="+mn-ea"/>
                <a:cs typeface="Arial"/>
              </a:rPr>
              <a:t>“</a:t>
            </a:r>
          </a:p>
        </p:txBody>
      </p:sp>
      <p:sp>
        <p:nvSpPr>
          <p:cNvPr id="10" name="TextBox 9">
            <a:extLst>
              <a:ext uri="{FF2B5EF4-FFF2-40B4-BE49-F238E27FC236}">
                <a16:creationId xmlns:a16="http://schemas.microsoft.com/office/drawing/2014/main" id="{3DC9AF3F-289E-82FB-09C6-70809DC80412}"/>
              </a:ext>
            </a:extLst>
          </p:cNvPr>
          <p:cNvSpPr txBox="1"/>
          <p:nvPr userDrawn="1"/>
        </p:nvSpPr>
        <p:spPr>
          <a:xfrm>
            <a:off x="10075334" y="3742277"/>
            <a:ext cx="1146468" cy="240065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0" b="1" i="0" u="none" strike="noStrike" kern="1200" cap="none" spc="0" normalizeH="0" baseline="0" noProof="0">
                <a:ln>
                  <a:noFill/>
                </a:ln>
                <a:solidFill>
                  <a:srgbClr val="046A38"/>
                </a:solidFill>
                <a:effectLst/>
                <a:uLnTx/>
                <a:uFillTx/>
                <a:latin typeface="Arial"/>
                <a:ea typeface="+mn-ea"/>
                <a:cs typeface="Arial"/>
              </a:rPr>
              <a:t>”</a:t>
            </a:r>
          </a:p>
        </p:txBody>
      </p:sp>
      <p:sp>
        <p:nvSpPr>
          <p:cNvPr id="11" name="Rectangle 2">
            <a:extLst>
              <a:ext uri="{FF2B5EF4-FFF2-40B4-BE49-F238E27FC236}">
                <a16:creationId xmlns:a16="http://schemas.microsoft.com/office/drawing/2014/main" id="{0830E5BE-BA00-40F8-F775-3EE3F9B3EA61}"/>
              </a:ext>
            </a:extLst>
          </p:cNvPr>
          <p:cNvSpPr/>
          <p:nvPr userDrawn="1"/>
        </p:nvSpPr>
        <p:spPr>
          <a:xfrm>
            <a:off x="1540932" y="829733"/>
            <a:ext cx="9076267" cy="3098800"/>
          </a:xfrm>
          <a:custGeom>
            <a:avLst/>
            <a:gdLst>
              <a:gd name="connsiteX0" fmla="*/ 0 w 9076267"/>
              <a:gd name="connsiteY0" fmla="*/ 0 h 5113867"/>
              <a:gd name="connsiteX1" fmla="*/ 9076267 w 9076267"/>
              <a:gd name="connsiteY1" fmla="*/ 0 h 5113867"/>
              <a:gd name="connsiteX2" fmla="*/ 9076267 w 9076267"/>
              <a:gd name="connsiteY2" fmla="*/ 5113867 h 5113867"/>
              <a:gd name="connsiteX3" fmla="*/ 0 w 9076267"/>
              <a:gd name="connsiteY3" fmla="*/ 5113867 h 5113867"/>
              <a:gd name="connsiteX4" fmla="*/ 0 w 9076267"/>
              <a:gd name="connsiteY4" fmla="*/ 0 h 5113867"/>
              <a:gd name="connsiteX0" fmla="*/ 0 w 9076267"/>
              <a:gd name="connsiteY0" fmla="*/ 0 h 5113867"/>
              <a:gd name="connsiteX1" fmla="*/ 9076267 w 9076267"/>
              <a:gd name="connsiteY1" fmla="*/ 0 h 5113867"/>
              <a:gd name="connsiteX2" fmla="*/ 9076267 w 9076267"/>
              <a:gd name="connsiteY2" fmla="*/ 3098800 h 5113867"/>
              <a:gd name="connsiteX3" fmla="*/ 9076267 w 9076267"/>
              <a:gd name="connsiteY3" fmla="*/ 5113867 h 5113867"/>
              <a:gd name="connsiteX4" fmla="*/ 0 w 9076267"/>
              <a:gd name="connsiteY4" fmla="*/ 5113867 h 5113867"/>
              <a:gd name="connsiteX5" fmla="*/ 0 w 9076267"/>
              <a:gd name="connsiteY5" fmla="*/ 0 h 5113867"/>
              <a:gd name="connsiteX0" fmla="*/ 0 w 9076267"/>
              <a:gd name="connsiteY0" fmla="*/ 0 h 5113867"/>
              <a:gd name="connsiteX1" fmla="*/ 9076267 w 9076267"/>
              <a:gd name="connsiteY1" fmla="*/ 0 h 5113867"/>
              <a:gd name="connsiteX2" fmla="*/ 9076267 w 9076267"/>
              <a:gd name="connsiteY2" fmla="*/ 3098800 h 5113867"/>
              <a:gd name="connsiteX3" fmla="*/ 9076267 w 9076267"/>
              <a:gd name="connsiteY3" fmla="*/ 4470400 h 5113867"/>
              <a:gd name="connsiteX4" fmla="*/ 9076267 w 9076267"/>
              <a:gd name="connsiteY4" fmla="*/ 5113867 h 5113867"/>
              <a:gd name="connsiteX5" fmla="*/ 0 w 9076267"/>
              <a:gd name="connsiteY5" fmla="*/ 5113867 h 5113867"/>
              <a:gd name="connsiteX6" fmla="*/ 0 w 9076267"/>
              <a:gd name="connsiteY6" fmla="*/ 0 h 5113867"/>
              <a:gd name="connsiteX0" fmla="*/ 0 w 9076267"/>
              <a:gd name="connsiteY0" fmla="*/ 0 h 5113867"/>
              <a:gd name="connsiteX1" fmla="*/ 9076267 w 9076267"/>
              <a:gd name="connsiteY1" fmla="*/ 0 h 5113867"/>
              <a:gd name="connsiteX2" fmla="*/ 9076267 w 9076267"/>
              <a:gd name="connsiteY2" fmla="*/ 3098800 h 5113867"/>
              <a:gd name="connsiteX3" fmla="*/ 9076267 w 9076267"/>
              <a:gd name="connsiteY3" fmla="*/ 3793067 h 5113867"/>
              <a:gd name="connsiteX4" fmla="*/ 9076267 w 9076267"/>
              <a:gd name="connsiteY4" fmla="*/ 4470400 h 5113867"/>
              <a:gd name="connsiteX5" fmla="*/ 9076267 w 9076267"/>
              <a:gd name="connsiteY5" fmla="*/ 5113867 h 5113867"/>
              <a:gd name="connsiteX6" fmla="*/ 0 w 9076267"/>
              <a:gd name="connsiteY6" fmla="*/ 5113867 h 5113867"/>
              <a:gd name="connsiteX7" fmla="*/ 0 w 9076267"/>
              <a:gd name="connsiteY7" fmla="*/ 0 h 5113867"/>
              <a:gd name="connsiteX0" fmla="*/ 9076267 w 9167707"/>
              <a:gd name="connsiteY0" fmla="*/ 3793067 h 5113867"/>
              <a:gd name="connsiteX1" fmla="*/ 9076267 w 9167707"/>
              <a:gd name="connsiteY1" fmla="*/ 4470400 h 5113867"/>
              <a:gd name="connsiteX2" fmla="*/ 9076267 w 9167707"/>
              <a:gd name="connsiteY2" fmla="*/ 5113867 h 5113867"/>
              <a:gd name="connsiteX3" fmla="*/ 0 w 9167707"/>
              <a:gd name="connsiteY3" fmla="*/ 5113867 h 5113867"/>
              <a:gd name="connsiteX4" fmla="*/ 0 w 9167707"/>
              <a:gd name="connsiteY4" fmla="*/ 0 h 5113867"/>
              <a:gd name="connsiteX5" fmla="*/ 9076267 w 9167707"/>
              <a:gd name="connsiteY5" fmla="*/ 0 h 5113867"/>
              <a:gd name="connsiteX6" fmla="*/ 9076267 w 9167707"/>
              <a:gd name="connsiteY6" fmla="*/ 3098800 h 5113867"/>
              <a:gd name="connsiteX7" fmla="*/ 9167707 w 9167707"/>
              <a:gd name="connsiteY7" fmla="*/ 3884507 h 5113867"/>
              <a:gd name="connsiteX0" fmla="*/ 9076267 w 9076267"/>
              <a:gd name="connsiteY0" fmla="*/ 3793067 h 5113867"/>
              <a:gd name="connsiteX1" fmla="*/ 9076267 w 9076267"/>
              <a:gd name="connsiteY1" fmla="*/ 4470400 h 5113867"/>
              <a:gd name="connsiteX2" fmla="*/ 9076267 w 9076267"/>
              <a:gd name="connsiteY2" fmla="*/ 5113867 h 5113867"/>
              <a:gd name="connsiteX3" fmla="*/ 0 w 9076267"/>
              <a:gd name="connsiteY3" fmla="*/ 5113867 h 5113867"/>
              <a:gd name="connsiteX4" fmla="*/ 0 w 9076267"/>
              <a:gd name="connsiteY4" fmla="*/ 0 h 5113867"/>
              <a:gd name="connsiteX5" fmla="*/ 9076267 w 9076267"/>
              <a:gd name="connsiteY5" fmla="*/ 0 h 5113867"/>
              <a:gd name="connsiteX6" fmla="*/ 9076267 w 9076267"/>
              <a:gd name="connsiteY6" fmla="*/ 3098800 h 5113867"/>
              <a:gd name="connsiteX0" fmla="*/ 9076267 w 9076267"/>
              <a:gd name="connsiteY0" fmla="*/ 4470400 h 5113867"/>
              <a:gd name="connsiteX1" fmla="*/ 9076267 w 9076267"/>
              <a:gd name="connsiteY1" fmla="*/ 5113867 h 5113867"/>
              <a:gd name="connsiteX2" fmla="*/ 0 w 9076267"/>
              <a:gd name="connsiteY2" fmla="*/ 5113867 h 5113867"/>
              <a:gd name="connsiteX3" fmla="*/ 0 w 9076267"/>
              <a:gd name="connsiteY3" fmla="*/ 0 h 5113867"/>
              <a:gd name="connsiteX4" fmla="*/ 9076267 w 9076267"/>
              <a:gd name="connsiteY4" fmla="*/ 0 h 5113867"/>
              <a:gd name="connsiteX5" fmla="*/ 9076267 w 9076267"/>
              <a:gd name="connsiteY5" fmla="*/ 3098800 h 5113867"/>
              <a:gd name="connsiteX0" fmla="*/ 9076267 w 9076267"/>
              <a:gd name="connsiteY0" fmla="*/ 4470400 h 5113867"/>
              <a:gd name="connsiteX1" fmla="*/ 9076267 w 9076267"/>
              <a:gd name="connsiteY1" fmla="*/ 5113867 h 5113867"/>
              <a:gd name="connsiteX2" fmla="*/ 0 w 9076267"/>
              <a:gd name="connsiteY2" fmla="*/ 5113867 h 5113867"/>
              <a:gd name="connsiteX3" fmla="*/ 0 w 9076267"/>
              <a:gd name="connsiteY3" fmla="*/ 626534 h 5113867"/>
              <a:gd name="connsiteX4" fmla="*/ 0 w 9076267"/>
              <a:gd name="connsiteY4" fmla="*/ 0 h 5113867"/>
              <a:gd name="connsiteX5" fmla="*/ 9076267 w 9076267"/>
              <a:gd name="connsiteY5" fmla="*/ 0 h 5113867"/>
              <a:gd name="connsiteX6" fmla="*/ 9076267 w 9076267"/>
              <a:gd name="connsiteY6" fmla="*/ 3098800 h 5113867"/>
              <a:gd name="connsiteX0" fmla="*/ 9083792 w 9083792"/>
              <a:gd name="connsiteY0" fmla="*/ 4470400 h 5113867"/>
              <a:gd name="connsiteX1" fmla="*/ 9083792 w 9083792"/>
              <a:gd name="connsiteY1" fmla="*/ 5113867 h 5113867"/>
              <a:gd name="connsiteX2" fmla="*/ 7525 w 9083792"/>
              <a:gd name="connsiteY2" fmla="*/ 5113867 h 5113867"/>
              <a:gd name="connsiteX3" fmla="*/ 7525 w 9083792"/>
              <a:gd name="connsiteY3" fmla="*/ 626534 h 5113867"/>
              <a:gd name="connsiteX4" fmla="*/ 7525 w 9083792"/>
              <a:gd name="connsiteY4" fmla="*/ 0 h 5113867"/>
              <a:gd name="connsiteX5" fmla="*/ 9083792 w 9083792"/>
              <a:gd name="connsiteY5" fmla="*/ 0 h 5113867"/>
              <a:gd name="connsiteX6" fmla="*/ 9083792 w 9083792"/>
              <a:gd name="connsiteY6" fmla="*/ 3098800 h 5113867"/>
              <a:gd name="connsiteX0" fmla="*/ 9748583 w 9748583"/>
              <a:gd name="connsiteY0" fmla="*/ 4470400 h 5113867"/>
              <a:gd name="connsiteX1" fmla="*/ 9748583 w 9748583"/>
              <a:gd name="connsiteY1" fmla="*/ 5113867 h 5113867"/>
              <a:gd name="connsiteX2" fmla="*/ 672316 w 9748583"/>
              <a:gd name="connsiteY2" fmla="*/ 5113867 h 5113867"/>
              <a:gd name="connsiteX3" fmla="*/ 672316 w 9748583"/>
              <a:gd name="connsiteY3" fmla="*/ 2116667 h 5113867"/>
              <a:gd name="connsiteX4" fmla="*/ 672316 w 9748583"/>
              <a:gd name="connsiteY4" fmla="*/ 626534 h 5113867"/>
              <a:gd name="connsiteX5" fmla="*/ 672316 w 9748583"/>
              <a:gd name="connsiteY5" fmla="*/ 0 h 5113867"/>
              <a:gd name="connsiteX6" fmla="*/ 9748583 w 9748583"/>
              <a:gd name="connsiteY6" fmla="*/ 0 h 5113867"/>
              <a:gd name="connsiteX7" fmla="*/ 9748583 w 9748583"/>
              <a:gd name="connsiteY7" fmla="*/ 3098800 h 5113867"/>
              <a:gd name="connsiteX0" fmla="*/ 9076267 w 9076267"/>
              <a:gd name="connsiteY0" fmla="*/ 4470400 h 5113867"/>
              <a:gd name="connsiteX1" fmla="*/ 9076267 w 9076267"/>
              <a:gd name="connsiteY1" fmla="*/ 5113867 h 5113867"/>
              <a:gd name="connsiteX2" fmla="*/ 0 w 9076267"/>
              <a:gd name="connsiteY2" fmla="*/ 5113867 h 5113867"/>
              <a:gd name="connsiteX3" fmla="*/ 0 w 9076267"/>
              <a:gd name="connsiteY3" fmla="*/ 2116667 h 5113867"/>
              <a:gd name="connsiteX4" fmla="*/ 0 w 9076267"/>
              <a:gd name="connsiteY4" fmla="*/ 626534 h 5113867"/>
              <a:gd name="connsiteX5" fmla="*/ 0 w 9076267"/>
              <a:gd name="connsiteY5" fmla="*/ 0 h 5113867"/>
              <a:gd name="connsiteX6" fmla="*/ 9076267 w 9076267"/>
              <a:gd name="connsiteY6" fmla="*/ 0 h 5113867"/>
              <a:gd name="connsiteX7" fmla="*/ 9076267 w 9076267"/>
              <a:gd name="connsiteY7" fmla="*/ 3098800 h 5113867"/>
              <a:gd name="connsiteX0" fmla="*/ 9093199 w 9093199"/>
              <a:gd name="connsiteY0" fmla="*/ 4470400 h 5113867"/>
              <a:gd name="connsiteX1" fmla="*/ 9093199 w 9093199"/>
              <a:gd name="connsiteY1" fmla="*/ 5113867 h 5113867"/>
              <a:gd name="connsiteX2" fmla="*/ 16932 w 9093199"/>
              <a:gd name="connsiteY2" fmla="*/ 5113867 h 5113867"/>
              <a:gd name="connsiteX3" fmla="*/ 16932 w 9093199"/>
              <a:gd name="connsiteY3" fmla="*/ 2116667 h 5113867"/>
              <a:gd name="connsiteX4" fmla="*/ 0 w 9093199"/>
              <a:gd name="connsiteY4" fmla="*/ 1473200 h 5113867"/>
              <a:gd name="connsiteX5" fmla="*/ 16932 w 9093199"/>
              <a:gd name="connsiteY5" fmla="*/ 626534 h 5113867"/>
              <a:gd name="connsiteX6" fmla="*/ 16932 w 9093199"/>
              <a:gd name="connsiteY6" fmla="*/ 0 h 5113867"/>
              <a:gd name="connsiteX7" fmla="*/ 9093199 w 9093199"/>
              <a:gd name="connsiteY7" fmla="*/ 0 h 5113867"/>
              <a:gd name="connsiteX8" fmla="*/ 9093199 w 9093199"/>
              <a:gd name="connsiteY8" fmla="*/ 3098800 h 5113867"/>
              <a:gd name="connsiteX0" fmla="*/ 9076267 w 9076267"/>
              <a:gd name="connsiteY0" fmla="*/ 4470400 h 5113867"/>
              <a:gd name="connsiteX1" fmla="*/ 9076267 w 9076267"/>
              <a:gd name="connsiteY1" fmla="*/ 5113867 h 5113867"/>
              <a:gd name="connsiteX2" fmla="*/ 0 w 9076267"/>
              <a:gd name="connsiteY2" fmla="*/ 5113867 h 5113867"/>
              <a:gd name="connsiteX3" fmla="*/ 0 w 9076267"/>
              <a:gd name="connsiteY3" fmla="*/ 2116667 h 5113867"/>
              <a:gd name="connsiteX4" fmla="*/ 0 w 9076267"/>
              <a:gd name="connsiteY4" fmla="*/ 626534 h 5113867"/>
              <a:gd name="connsiteX5" fmla="*/ 0 w 9076267"/>
              <a:gd name="connsiteY5" fmla="*/ 0 h 5113867"/>
              <a:gd name="connsiteX6" fmla="*/ 9076267 w 9076267"/>
              <a:gd name="connsiteY6" fmla="*/ 0 h 5113867"/>
              <a:gd name="connsiteX7" fmla="*/ 9076267 w 9076267"/>
              <a:gd name="connsiteY7" fmla="*/ 3098800 h 5113867"/>
              <a:gd name="connsiteX0" fmla="*/ 9076267 w 9076267"/>
              <a:gd name="connsiteY0" fmla="*/ 5113867 h 5113867"/>
              <a:gd name="connsiteX1" fmla="*/ 0 w 9076267"/>
              <a:gd name="connsiteY1" fmla="*/ 5113867 h 5113867"/>
              <a:gd name="connsiteX2" fmla="*/ 0 w 9076267"/>
              <a:gd name="connsiteY2" fmla="*/ 2116667 h 5113867"/>
              <a:gd name="connsiteX3" fmla="*/ 0 w 9076267"/>
              <a:gd name="connsiteY3" fmla="*/ 626534 h 5113867"/>
              <a:gd name="connsiteX4" fmla="*/ 0 w 9076267"/>
              <a:gd name="connsiteY4" fmla="*/ 0 h 5113867"/>
              <a:gd name="connsiteX5" fmla="*/ 9076267 w 9076267"/>
              <a:gd name="connsiteY5" fmla="*/ 0 h 5113867"/>
              <a:gd name="connsiteX6" fmla="*/ 9076267 w 9076267"/>
              <a:gd name="connsiteY6" fmla="*/ 3098800 h 5113867"/>
              <a:gd name="connsiteX0" fmla="*/ 0 w 9076267"/>
              <a:gd name="connsiteY0" fmla="*/ 5113867 h 5113867"/>
              <a:gd name="connsiteX1" fmla="*/ 0 w 9076267"/>
              <a:gd name="connsiteY1" fmla="*/ 2116667 h 5113867"/>
              <a:gd name="connsiteX2" fmla="*/ 0 w 9076267"/>
              <a:gd name="connsiteY2" fmla="*/ 626534 h 5113867"/>
              <a:gd name="connsiteX3" fmla="*/ 0 w 9076267"/>
              <a:gd name="connsiteY3" fmla="*/ 0 h 5113867"/>
              <a:gd name="connsiteX4" fmla="*/ 9076267 w 9076267"/>
              <a:gd name="connsiteY4" fmla="*/ 0 h 5113867"/>
              <a:gd name="connsiteX5" fmla="*/ 9076267 w 9076267"/>
              <a:gd name="connsiteY5" fmla="*/ 3098800 h 5113867"/>
              <a:gd name="connsiteX0" fmla="*/ 0 w 9076267"/>
              <a:gd name="connsiteY0" fmla="*/ 2116667 h 3098800"/>
              <a:gd name="connsiteX1" fmla="*/ 0 w 9076267"/>
              <a:gd name="connsiteY1" fmla="*/ 626534 h 3098800"/>
              <a:gd name="connsiteX2" fmla="*/ 0 w 9076267"/>
              <a:gd name="connsiteY2" fmla="*/ 0 h 3098800"/>
              <a:gd name="connsiteX3" fmla="*/ 9076267 w 9076267"/>
              <a:gd name="connsiteY3" fmla="*/ 0 h 3098800"/>
              <a:gd name="connsiteX4" fmla="*/ 9076267 w 9076267"/>
              <a:gd name="connsiteY4" fmla="*/ 3098800 h 3098800"/>
              <a:gd name="connsiteX0" fmla="*/ 0 w 9076267"/>
              <a:gd name="connsiteY0" fmla="*/ 626534 h 3098800"/>
              <a:gd name="connsiteX1" fmla="*/ 0 w 9076267"/>
              <a:gd name="connsiteY1" fmla="*/ 0 h 3098800"/>
              <a:gd name="connsiteX2" fmla="*/ 9076267 w 9076267"/>
              <a:gd name="connsiteY2" fmla="*/ 0 h 3098800"/>
              <a:gd name="connsiteX3" fmla="*/ 9076267 w 9076267"/>
              <a:gd name="connsiteY3" fmla="*/ 3098800 h 3098800"/>
            </a:gdLst>
            <a:ahLst/>
            <a:cxnLst>
              <a:cxn ang="0">
                <a:pos x="connsiteX0" y="connsiteY0"/>
              </a:cxn>
              <a:cxn ang="0">
                <a:pos x="connsiteX1" y="connsiteY1"/>
              </a:cxn>
              <a:cxn ang="0">
                <a:pos x="connsiteX2" y="connsiteY2"/>
              </a:cxn>
              <a:cxn ang="0">
                <a:pos x="connsiteX3" y="connsiteY3"/>
              </a:cxn>
            </a:cxnLst>
            <a:rect l="l" t="t" r="r" b="b"/>
            <a:pathLst>
              <a:path w="9076267" h="3098800">
                <a:moveTo>
                  <a:pt x="0" y="626534"/>
                </a:moveTo>
                <a:lnTo>
                  <a:pt x="0" y="0"/>
                </a:lnTo>
                <a:lnTo>
                  <a:pt x="9076267" y="0"/>
                </a:lnTo>
                <a:lnTo>
                  <a:pt x="9076267" y="3098800"/>
                </a:lnTo>
              </a:path>
            </a:pathLst>
          </a:custGeom>
          <a:noFill/>
          <a:ln w="152400" cmpd="sng">
            <a:solidFill>
              <a:srgbClr val="43B02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2" name="Rectangle 2">
            <a:extLst>
              <a:ext uri="{FF2B5EF4-FFF2-40B4-BE49-F238E27FC236}">
                <a16:creationId xmlns:a16="http://schemas.microsoft.com/office/drawing/2014/main" id="{7BD1C925-8D44-C607-1E8C-D4032939C4AB}"/>
              </a:ext>
            </a:extLst>
          </p:cNvPr>
          <p:cNvSpPr/>
          <p:nvPr userDrawn="1"/>
        </p:nvSpPr>
        <p:spPr>
          <a:xfrm rot="10800000">
            <a:off x="1540932" y="2810928"/>
            <a:ext cx="9076267" cy="3098800"/>
          </a:xfrm>
          <a:custGeom>
            <a:avLst/>
            <a:gdLst>
              <a:gd name="connsiteX0" fmla="*/ 0 w 9076267"/>
              <a:gd name="connsiteY0" fmla="*/ 0 h 5113867"/>
              <a:gd name="connsiteX1" fmla="*/ 9076267 w 9076267"/>
              <a:gd name="connsiteY1" fmla="*/ 0 h 5113867"/>
              <a:gd name="connsiteX2" fmla="*/ 9076267 w 9076267"/>
              <a:gd name="connsiteY2" fmla="*/ 5113867 h 5113867"/>
              <a:gd name="connsiteX3" fmla="*/ 0 w 9076267"/>
              <a:gd name="connsiteY3" fmla="*/ 5113867 h 5113867"/>
              <a:gd name="connsiteX4" fmla="*/ 0 w 9076267"/>
              <a:gd name="connsiteY4" fmla="*/ 0 h 5113867"/>
              <a:gd name="connsiteX0" fmla="*/ 0 w 9076267"/>
              <a:gd name="connsiteY0" fmla="*/ 0 h 5113867"/>
              <a:gd name="connsiteX1" fmla="*/ 9076267 w 9076267"/>
              <a:gd name="connsiteY1" fmla="*/ 0 h 5113867"/>
              <a:gd name="connsiteX2" fmla="*/ 9076267 w 9076267"/>
              <a:gd name="connsiteY2" fmla="*/ 3098800 h 5113867"/>
              <a:gd name="connsiteX3" fmla="*/ 9076267 w 9076267"/>
              <a:gd name="connsiteY3" fmla="*/ 5113867 h 5113867"/>
              <a:gd name="connsiteX4" fmla="*/ 0 w 9076267"/>
              <a:gd name="connsiteY4" fmla="*/ 5113867 h 5113867"/>
              <a:gd name="connsiteX5" fmla="*/ 0 w 9076267"/>
              <a:gd name="connsiteY5" fmla="*/ 0 h 5113867"/>
              <a:gd name="connsiteX0" fmla="*/ 0 w 9076267"/>
              <a:gd name="connsiteY0" fmla="*/ 0 h 5113867"/>
              <a:gd name="connsiteX1" fmla="*/ 9076267 w 9076267"/>
              <a:gd name="connsiteY1" fmla="*/ 0 h 5113867"/>
              <a:gd name="connsiteX2" fmla="*/ 9076267 w 9076267"/>
              <a:gd name="connsiteY2" fmla="*/ 3098800 h 5113867"/>
              <a:gd name="connsiteX3" fmla="*/ 9076267 w 9076267"/>
              <a:gd name="connsiteY3" fmla="*/ 4470400 h 5113867"/>
              <a:gd name="connsiteX4" fmla="*/ 9076267 w 9076267"/>
              <a:gd name="connsiteY4" fmla="*/ 5113867 h 5113867"/>
              <a:gd name="connsiteX5" fmla="*/ 0 w 9076267"/>
              <a:gd name="connsiteY5" fmla="*/ 5113867 h 5113867"/>
              <a:gd name="connsiteX6" fmla="*/ 0 w 9076267"/>
              <a:gd name="connsiteY6" fmla="*/ 0 h 5113867"/>
              <a:gd name="connsiteX0" fmla="*/ 0 w 9076267"/>
              <a:gd name="connsiteY0" fmla="*/ 0 h 5113867"/>
              <a:gd name="connsiteX1" fmla="*/ 9076267 w 9076267"/>
              <a:gd name="connsiteY1" fmla="*/ 0 h 5113867"/>
              <a:gd name="connsiteX2" fmla="*/ 9076267 w 9076267"/>
              <a:gd name="connsiteY2" fmla="*/ 3098800 h 5113867"/>
              <a:gd name="connsiteX3" fmla="*/ 9076267 w 9076267"/>
              <a:gd name="connsiteY3" fmla="*/ 3793067 h 5113867"/>
              <a:gd name="connsiteX4" fmla="*/ 9076267 w 9076267"/>
              <a:gd name="connsiteY4" fmla="*/ 4470400 h 5113867"/>
              <a:gd name="connsiteX5" fmla="*/ 9076267 w 9076267"/>
              <a:gd name="connsiteY5" fmla="*/ 5113867 h 5113867"/>
              <a:gd name="connsiteX6" fmla="*/ 0 w 9076267"/>
              <a:gd name="connsiteY6" fmla="*/ 5113867 h 5113867"/>
              <a:gd name="connsiteX7" fmla="*/ 0 w 9076267"/>
              <a:gd name="connsiteY7" fmla="*/ 0 h 5113867"/>
              <a:gd name="connsiteX0" fmla="*/ 9076267 w 9167707"/>
              <a:gd name="connsiteY0" fmla="*/ 3793067 h 5113867"/>
              <a:gd name="connsiteX1" fmla="*/ 9076267 w 9167707"/>
              <a:gd name="connsiteY1" fmla="*/ 4470400 h 5113867"/>
              <a:gd name="connsiteX2" fmla="*/ 9076267 w 9167707"/>
              <a:gd name="connsiteY2" fmla="*/ 5113867 h 5113867"/>
              <a:gd name="connsiteX3" fmla="*/ 0 w 9167707"/>
              <a:gd name="connsiteY3" fmla="*/ 5113867 h 5113867"/>
              <a:gd name="connsiteX4" fmla="*/ 0 w 9167707"/>
              <a:gd name="connsiteY4" fmla="*/ 0 h 5113867"/>
              <a:gd name="connsiteX5" fmla="*/ 9076267 w 9167707"/>
              <a:gd name="connsiteY5" fmla="*/ 0 h 5113867"/>
              <a:gd name="connsiteX6" fmla="*/ 9076267 w 9167707"/>
              <a:gd name="connsiteY6" fmla="*/ 3098800 h 5113867"/>
              <a:gd name="connsiteX7" fmla="*/ 9167707 w 9167707"/>
              <a:gd name="connsiteY7" fmla="*/ 3884507 h 5113867"/>
              <a:gd name="connsiteX0" fmla="*/ 9076267 w 9076267"/>
              <a:gd name="connsiteY0" fmla="*/ 3793067 h 5113867"/>
              <a:gd name="connsiteX1" fmla="*/ 9076267 w 9076267"/>
              <a:gd name="connsiteY1" fmla="*/ 4470400 h 5113867"/>
              <a:gd name="connsiteX2" fmla="*/ 9076267 w 9076267"/>
              <a:gd name="connsiteY2" fmla="*/ 5113867 h 5113867"/>
              <a:gd name="connsiteX3" fmla="*/ 0 w 9076267"/>
              <a:gd name="connsiteY3" fmla="*/ 5113867 h 5113867"/>
              <a:gd name="connsiteX4" fmla="*/ 0 w 9076267"/>
              <a:gd name="connsiteY4" fmla="*/ 0 h 5113867"/>
              <a:gd name="connsiteX5" fmla="*/ 9076267 w 9076267"/>
              <a:gd name="connsiteY5" fmla="*/ 0 h 5113867"/>
              <a:gd name="connsiteX6" fmla="*/ 9076267 w 9076267"/>
              <a:gd name="connsiteY6" fmla="*/ 3098800 h 5113867"/>
              <a:gd name="connsiteX0" fmla="*/ 9076267 w 9076267"/>
              <a:gd name="connsiteY0" fmla="*/ 4470400 h 5113867"/>
              <a:gd name="connsiteX1" fmla="*/ 9076267 w 9076267"/>
              <a:gd name="connsiteY1" fmla="*/ 5113867 h 5113867"/>
              <a:gd name="connsiteX2" fmla="*/ 0 w 9076267"/>
              <a:gd name="connsiteY2" fmla="*/ 5113867 h 5113867"/>
              <a:gd name="connsiteX3" fmla="*/ 0 w 9076267"/>
              <a:gd name="connsiteY3" fmla="*/ 0 h 5113867"/>
              <a:gd name="connsiteX4" fmla="*/ 9076267 w 9076267"/>
              <a:gd name="connsiteY4" fmla="*/ 0 h 5113867"/>
              <a:gd name="connsiteX5" fmla="*/ 9076267 w 9076267"/>
              <a:gd name="connsiteY5" fmla="*/ 3098800 h 5113867"/>
              <a:gd name="connsiteX0" fmla="*/ 9076267 w 9076267"/>
              <a:gd name="connsiteY0" fmla="*/ 4470400 h 5113867"/>
              <a:gd name="connsiteX1" fmla="*/ 9076267 w 9076267"/>
              <a:gd name="connsiteY1" fmla="*/ 5113867 h 5113867"/>
              <a:gd name="connsiteX2" fmla="*/ 0 w 9076267"/>
              <a:gd name="connsiteY2" fmla="*/ 5113867 h 5113867"/>
              <a:gd name="connsiteX3" fmla="*/ 0 w 9076267"/>
              <a:gd name="connsiteY3" fmla="*/ 626534 h 5113867"/>
              <a:gd name="connsiteX4" fmla="*/ 0 w 9076267"/>
              <a:gd name="connsiteY4" fmla="*/ 0 h 5113867"/>
              <a:gd name="connsiteX5" fmla="*/ 9076267 w 9076267"/>
              <a:gd name="connsiteY5" fmla="*/ 0 h 5113867"/>
              <a:gd name="connsiteX6" fmla="*/ 9076267 w 9076267"/>
              <a:gd name="connsiteY6" fmla="*/ 3098800 h 5113867"/>
              <a:gd name="connsiteX0" fmla="*/ 9083792 w 9083792"/>
              <a:gd name="connsiteY0" fmla="*/ 4470400 h 5113867"/>
              <a:gd name="connsiteX1" fmla="*/ 9083792 w 9083792"/>
              <a:gd name="connsiteY1" fmla="*/ 5113867 h 5113867"/>
              <a:gd name="connsiteX2" fmla="*/ 7525 w 9083792"/>
              <a:gd name="connsiteY2" fmla="*/ 5113867 h 5113867"/>
              <a:gd name="connsiteX3" fmla="*/ 7525 w 9083792"/>
              <a:gd name="connsiteY3" fmla="*/ 626534 h 5113867"/>
              <a:gd name="connsiteX4" fmla="*/ 7525 w 9083792"/>
              <a:gd name="connsiteY4" fmla="*/ 0 h 5113867"/>
              <a:gd name="connsiteX5" fmla="*/ 9083792 w 9083792"/>
              <a:gd name="connsiteY5" fmla="*/ 0 h 5113867"/>
              <a:gd name="connsiteX6" fmla="*/ 9083792 w 9083792"/>
              <a:gd name="connsiteY6" fmla="*/ 3098800 h 5113867"/>
              <a:gd name="connsiteX0" fmla="*/ 9748583 w 9748583"/>
              <a:gd name="connsiteY0" fmla="*/ 4470400 h 5113867"/>
              <a:gd name="connsiteX1" fmla="*/ 9748583 w 9748583"/>
              <a:gd name="connsiteY1" fmla="*/ 5113867 h 5113867"/>
              <a:gd name="connsiteX2" fmla="*/ 672316 w 9748583"/>
              <a:gd name="connsiteY2" fmla="*/ 5113867 h 5113867"/>
              <a:gd name="connsiteX3" fmla="*/ 672316 w 9748583"/>
              <a:gd name="connsiteY3" fmla="*/ 2116667 h 5113867"/>
              <a:gd name="connsiteX4" fmla="*/ 672316 w 9748583"/>
              <a:gd name="connsiteY4" fmla="*/ 626534 h 5113867"/>
              <a:gd name="connsiteX5" fmla="*/ 672316 w 9748583"/>
              <a:gd name="connsiteY5" fmla="*/ 0 h 5113867"/>
              <a:gd name="connsiteX6" fmla="*/ 9748583 w 9748583"/>
              <a:gd name="connsiteY6" fmla="*/ 0 h 5113867"/>
              <a:gd name="connsiteX7" fmla="*/ 9748583 w 9748583"/>
              <a:gd name="connsiteY7" fmla="*/ 3098800 h 5113867"/>
              <a:gd name="connsiteX0" fmla="*/ 9076267 w 9076267"/>
              <a:gd name="connsiteY0" fmla="*/ 4470400 h 5113867"/>
              <a:gd name="connsiteX1" fmla="*/ 9076267 w 9076267"/>
              <a:gd name="connsiteY1" fmla="*/ 5113867 h 5113867"/>
              <a:gd name="connsiteX2" fmla="*/ 0 w 9076267"/>
              <a:gd name="connsiteY2" fmla="*/ 5113867 h 5113867"/>
              <a:gd name="connsiteX3" fmla="*/ 0 w 9076267"/>
              <a:gd name="connsiteY3" fmla="*/ 2116667 h 5113867"/>
              <a:gd name="connsiteX4" fmla="*/ 0 w 9076267"/>
              <a:gd name="connsiteY4" fmla="*/ 626534 h 5113867"/>
              <a:gd name="connsiteX5" fmla="*/ 0 w 9076267"/>
              <a:gd name="connsiteY5" fmla="*/ 0 h 5113867"/>
              <a:gd name="connsiteX6" fmla="*/ 9076267 w 9076267"/>
              <a:gd name="connsiteY6" fmla="*/ 0 h 5113867"/>
              <a:gd name="connsiteX7" fmla="*/ 9076267 w 9076267"/>
              <a:gd name="connsiteY7" fmla="*/ 3098800 h 5113867"/>
              <a:gd name="connsiteX0" fmla="*/ 9093199 w 9093199"/>
              <a:gd name="connsiteY0" fmla="*/ 4470400 h 5113867"/>
              <a:gd name="connsiteX1" fmla="*/ 9093199 w 9093199"/>
              <a:gd name="connsiteY1" fmla="*/ 5113867 h 5113867"/>
              <a:gd name="connsiteX2" fmla="*/ 16932 w 9093199"/>
              <a:gd name="connsiteY2" fmla="*/ 5113867 h 5113867"/>
              <a:gd name="connsiteX3" fmla="*/ 16932 w 9093199"/>
              <a:gd name="connsiteY3" fmla="*/ 2116667 h 5113867"/>
              <a:gd name="connsiteX4" fmla="*/ 0 w 9093199"/>
              <a:gd name="connsiteY4" fmla="*/ 1473200 h 5113867"/>
              <a:gd name="connsiteX5" fmla="*/ 16932 w 9093199"/>
              <a:gd name="connsiteY5" fmla="*/ 626534 h 5113867"/>
              <a:gd name="connsiteX6" fmla="*/ 16932 w 9093199"/>
              <a:gd name="connsiteY6" fmla="*/ 0 h 5113867"/>
              <a:gd name="connsiteX7" fmla="*/ 9093199 w 9093199"/>
              <a:gd name="connsiteY7" fmla="*/ 0 h 5113867"/>
              <a:gd name="connsiteX8" fmla="*/ 9093199 w 9093199"/>
              <a:gd name="connsiteY8" fmla="*/ 3098800 h 5113867"/>
              <a:gd name="connsiteX0" fmla="*/ 9076267 w 9076267"/>
              <a:gd name="connsiteY0" fmla="*/ 4470400 h 5113867"/>
              <a:gd name="connsiteX1" fmla="*/ 9076267 w 9076267"/>
              <a:gd name="connsiteY1" fmla="*/ 5113867 h 5113867"/>
              <a:gd name="connsiteX2" fmla="*/ 0 w 9076267"/>
              <a:gd name="connsiteY2" fmla="*/ 5113867 h 5113867"/>
              <a:gd name="connsiteX3" fmla="*/ 0 w 9076267"/>
              <a:gd name="connsiteY3" fmla="*/ 2116667 h 5113867"/>
              <a:gd name="connsiteX4" fmla="*/ 0 w 9076267"/>
              <a:gd name="connsiteY4" fmla="*/ 626534 h 5113867"/>
              <a:gd name="connsiteX5" fmla="*/ 0 w 9076267"/>
              <a:gd name="connsiteY5" fmla="*/ 0 h 5113867"/>
              <a:gd name="connsiteX6" fmla="*/ 9076267 w 9076267"/>
              <a:gd name="connsiteY6" fmla="*/ 0 h 5113867"/>
              <a:gd name="connsiteX7" fmla="*/ 9076267 w 9076267"/>
              <a:gd name="connsiteY7" fmla="*/ 3098800 h 5113867"/>
              <a:gd name="connsiteX0" fmla="*/ 9076267 w 9076267"/>
              <a:gd name="connsiteY0" fmla="*/ 5113867 h 5113867"/>
              <a:gd name="connsiteX1" fmla="*/ 0 w 9076267"/>
              <a:gd name="connsiteY1" fmla="*/ 5113867 h 5113867"/>
              <a:gd name="connsiteX2" fmla="*/ 0 w 9076267"/>
              <a:gd name="connsiteY2" fmla="*/ 2116667 h 5113867"/>
              <a:gd name="connsiteX3" fmla="*/ 0 w 9076267"/>
              <a:gd name="connsiteY3" fmla="*/ 626534 h 5113867"/>
              <a:gd name="connsiteX4" fmla="*/ 0 w 9076267"/>
              <a:gd name="connsiteY4" fmla="*/ 0 h 5113867"/>
              <a:gd name="connsiteX5" fmla="*/ 9076267 w 9076267"/>
              <a:gd name="connsiteY5" fmla="*/ 0 h 5113867"/>
              <a:gd name="connsiteX6" fmla="*/ 9076267 w 9076267"/>
              <a:gd name="connsiteY6" fmla="*/ 3098800 h 5113867"/>
              <a:gd name="connsiteX0" fmla="*/ 0 w 9076267"/>
              <a:gd name="connsiteY0" fmla="*/ 5113867 h 5113867"/>
              <a:gd name="connsiteX1" fmla="*/ 0 w 9076267"/>
              <a:gd name="connsiteY1" fmla="*/ 2116667 h 5113867"/>
              <a:gd name="connsiteX2" fmla="*/ 0 w 9076267"/>
              <a:gd name="connsiteY2" fmla="*/ 626534 h 5113867"/>
              <a:gd name="connsiteX3" fmla="*/ 0 w 9076267"/>
              <a:gd name="connsiteY3" fmla="*/ 0 h 5113867"/>
              <a:gd name="connsiteX4" fmla="*/ 9076267 w 9076267"/>
              <a:gd name="connsiteY4" fmla="*/ 0 h 5113867"/>
              <a:gd name="connsiteX5" fmla="*/ 9076267 w 9076267"/>
              <a:gd name="connsiteY5" fmla="*/ 3098800 h 5113867"/>
              <a:gd name="connsiteX0" fmla="*/ 0 w 9076267"/>
              <a:gd name="connsiteY0" fmla="*/ 2116667 h 3098800"/>
              <a:gd name="connsiteX1" fmla="*/ 0 w 9076267"/>
              <a:gd name="connsiteY1" fmla="*/ 626534 h 3098800"/>
              <a:gd name="connsiteX2" fmla="*/ 0 w 9076267"/>
              <a:gd name="connsiteY2" fmla="*/ 0 h 3098800"/>
              <a:gd name="connsiteX3" fmla="*/ 9076267 w 9076267"/>
              <a:gd name="connsiteY3" fmla="*/ 0 h 3098800"/>
              <a:gd name="connsiteX4" fmla="*/ 9076267 w 9076267"/>
              <a:gd name="connsiteY4" fmla="*/ 3098800 h 3098800"/>
              <a:gd name="connsiteX0" fmla="*/ 0 w 9076267"/>
              <a:gd name="connsiteY0" fmla="*/ 626534 h 3098800"/>
              <a:gd name="connsiteX1" fmla="*/ 0 w 9076267"/>
              <a:gd name="connsiteY1" fmla="*/ 0 h 3098800"/>
              <a:gd name="connsiteX2" fmla="*/ 9076267 w 9076267"/>
              <a:gd name="connsiteY2" fmla="*/ 0 h 3098800"/>
              <a:gd name="connsiteX3" fmla="*/ 9076267 w 9076267"/>
              <a:gd name="connsiteY3" fmla="*/ 3098800 h 3098800"/>
            </a:gdLst>
            <a:ahLst/>
            <a:cxnLst>
              <a:cxn ang="0">
                <a:pos x="connsiteX0" y="connsiteY0"/>
              </a:cxn>
              <a:cxn ang="0">
                <a:pos x="connsiteX1" y="connsiteY1"/>
              </a:cxn>
              <a:cxn ang="0">
                <a:pos x="connsiteX2" y="connsiteY2"/>
              </a:cxn>
              <a:cxn ang="0">
                <a:pos x="connsiteX3" y="connsiteY3"/>
              </a:cxn>
            </a:cxnLst>
            <a:rect l="l" t="t" r="r" b="b"/>
            <a:pathLst>
              <a:path w="9076267" h="3098800">
                <a:moveTo>
                  <a:pt x="0" y="626534"/>
                </a:moveTo>
                <a:lnTo>
                  <a:pt x="0" y="0"/>
                </a:lnTo>
                <a:lnTo>
                  <a:pt x="9076267" y="0"/>
                </a:lnTo>
                <a:lnTo>
                  <a:pt x="9076267" y="3098800"/>
                </a:lnTo>
              </a:path>
            </a:pathLst>
          </a:custGeom>
          <a:noFill/>
          <a:ln w="152400" cmpd="sng">
            <a:solidFill>
              <a:srgbClr val="43B02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14" name="slide metadata">
            <a:extLst>
              <a:ext uri="{FF2B5EF4-FFF2-40B4-BE49-F238E27FC236}">
                <a16:creationId xmlns:a16="http://schemas.microsoft.com/office/drawing/2014/main" id="{E0179B90-1A7D-BE23-01BF-9642B759DE54}"/>
              </a:ext>
            </a:extLst>
          </p:cNvPr>
          <p:cNvSpPr>
            <a:spLocks noGrp="1"/>
          </p:cNvSpPr>
          <p:nvPr>
            <p:ph type="body" sz="quarter" idx="16" hasCustomPrompt="1"/>
          </p:nvPr>
        </p:nvSpPr>
        <p:spPr>
          <a:xfrm>
            <a:off x="1827118" y="7115890"/>
            <a:ext cx="8991600" cy="3616375"/>
          </a:xfrm>
          <a:prstGeom prst="rect">
            <a:avLst/>
          </a:prstGeom>
        </p:spPr>
        <p:txBody>
          <a:bodyPr>
            <a:sp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000" b="0" i="0" u="none" strike="noStrike">
                <a:effectLst/>
                <a:latin typeface="Open Sans Light" pitchFamily="2" charset="0"/>
                <a:ea typeface="Open Sans Light" pitchFamily="2" charset="0"/>
                <a:cs typeface="Open Sans Light" pitchFamily="2" charset="0"/>
              </a:defRPr>
            </a:lvl1pPr>
          </a:lstStyle>
          <a:p>
            <a:r>
              <a:rPr lang="en-US"/>
              <a:t>{{ slide_ metadata }}</a:t>
            </a:r>
          </a:p>
          <a:p>
            <a:r>
              <a:rPr lang="en-US"/>
              <a:t>{</a:t>
            </a:r>
          </a:p>
          <a:p>
            <a:r>
              <a:rPr lang="en-US"/>
              <a:t>"purpose": "Highlight a single impactful quote in a visually prominent format, emphasizing key insights or testimonials. Suitable for emphasis during presentations or to showcase stakeholder/leadership voices. Use this when there is a quote with an author. Only use this when there is a meaningful quote to insert into the slide. ",</a:t>
            </a:r>
          </a:p>
          <a:p>
            <a:r>
              <a:rPr lang="en-US"/>
              <a:t>"fields": {</a:t>
            </a:r>
          </a:p>
          <a:p>
            <a:r>
              <a:rPr lang="en-US"/>
              <a:t>"Quote": {</a:t>
            </a:r>
          </a:p>
          <a:p>
            <a:r>
              <a:rPr lang="en-US"/>
              <a:t>      "type": "text",</a:t>
            </a:r>
          </a:p>
          <a:p>
            <a:r>
              <a:rPr lang="en-US"/>
              <a:t>      "description": "Main quotation text, centered in the box, which forms the focal point of the slide.",</a:t>
            </a:r>
          </a:p>
          <a:p>
            <a:r>
              <a:rPr lang="en-US"/>
              <a:t>      “</a:t>
            </a:r>
            <a:r>
              <a:rPr lang="en-US" err="1"/>
              <a:t>word_constraint</a:t>
            </a:r>
            <a:r>
              <a:rPr lang="en-US"/>
              <a:t>": “5 to 30 words “,</a:t>
            </a:r>
          </a:p>
          <a:p>
            <a:r>
              <a:rPr lang="en-US"/>
              <a:t>      "</a:t>
            </a:r>
            <a:r>
              <a:rPr lang="en-US" err="1"/>
              <a:t>min_length</a:t>
            </a:r>
            <a:r>
              <a:rPr lang="en-US"/>
              <a:t>": 10,</a:t>
            </a:r>
          </a:p>
          <a:p>
            <a:r>
              <a:rPr lang="en-US"/>
              <a:t>      "</a:t>
            </a:r>
            <a:r>
              <a:rPr lang="en-US" err="1"/>
              <a:t>max_length</a:t>
            </a:r>
            <a:r>
              <a:rPr lang="en-US"/>
              <a:t>": 200</a:t>
            </a:r>
          </a:p>
          <a:p>
            <a:r>
              <a:rPr lang="en-US"/>
              <a:t>    }</a:t>
            </a:r>
          </a:p>
          <a:p>
            <a:r>
              <a:rPr lang="en-US"/>
              <a:t>  }</a:t>
            </a:r>
          </a:p>
          <a:p>
            <a:r>
              <a:rPr lang="en-US"/>
              <a:t>}</a:t>
            </a:r>
          </a:p>
        </p:txBody>
      </p:sp>
      <p:sp>
        <p:nvSpPr>
          <p:cNvPr id="5" name="Text Placeholder 4">
            <a:extLst>
              <a:ext uri="{FF2B5EF4-FFF2-40B4-BE49-F238E27FC236}">
                <a16:creationId xmlns:a16="http://schemas.microsoft.com/office/drawing/2014/main" id="{4571DA24-5932-FDA1-6E9F-15C3DF34F26F}"/>
              </a:ext>
            </a:extLst>
          </p:cNvPr>
          <p:cNvSpPr>
            <a:spLocks noGrp="1"/>
          </p:cNvSpPr>
          <p:nvPr>
            <p:ph type="body" sz="quarter" idx="29" hasCustomPrompt="1"/>
          </p:nvPr>
        </p:nvSpPr>
        <p:spPr>
          <a:xfrm>
            <a:off x="2730500" y="3098800"/>
            <a:ext cx="6805538" cy="553998"/>
          </a:xfrm>
          <a:prstGeom prst="rect">
            <a:avLst/>
          </a:prstGeom>
        </p:spPr>
        <p:txBody>
          <a:bodyPr lIns="88900" tIns="88900" rIns="88900" bIns="88900" anchor="ctr">
            <a:normAutofit/>
          </a:bodyPr>
          <a:lstStyle>
            <a:lvl1pPr>
              <a:defRPr sz="3600" i="1"/>
            </a:lvl1pPr>
          </a:lstStyle>
          <a:p>
            <a:pPr lvl="0"/>
            <a:r>
              <a:rPr lang="en-US"/>
              <a:t>Quote 1</a:t>
            </a:r>
          </a:p>
        </p:txBody>
      </p:sp>
    </p:spTree>
    <p:extLst>
      <p:ext uri="{BB962C8B-B14F-4D97-AF65-F5344CB8AC3E}">
        <p14:creationId xmlns:p14="http://schemas.microsoft.com/office/powerpoint/2010/main" val="160435777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5.3: Statement (Image &amp; Quote)">
    <p:spTree>
      <p:nvGrpSpPr>
        <p:cNvPr id="1" name=""/>
        <p:cNvGrpSpPr/>
        <p:nvPr/>
      </p:nvGrpSpPr>
      <p:grpSpPr>
        <a:xfrm>
          <a:off x="0" y="0"/>
          <a:ext cx="0" cy="0"/>
          <a:chOff x="0" y="0"/>
          <a:chExt cx="0" cy="0"/>
        </a:xfrm>
      </p:grpSpPr>
      <p:sp>
        <p:nvSpPr>
          <p:cNvPr id="3" name="ai generated label">
            <a:extLst>
              <a:ext uri="{FF2B5EF4-FFF2-40B4-BE49-F238E27FC236}">
                <a16:creationId xmlns:a16="http://schemas.microsoft.com/office/drawing/2014/main" id="{F6C9D68A-95E3-9056-6644-E0B112B5A902}"/>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cxnSp>
        <p:nvCxnSpPr>
          <p:cNvPr id="7" name="Straight Connector 6">
            <a:extLst>
              <a:ext uri="{FF2B5EF4-FFF2-40B4-BE49-F238E27FC236}">
                <a16:creationId xmlns:a16="http://schemas.microsoft.com/office/drawing/2014/main" id="{BEAEC25C-7390-C9DC-49D5-B05DC30853C9}"/>
              </a:ext>
            </a:extLst>
          </p:cNvPr>
          <p:cNvCxnSpPr/>
          <p:nvPr userDrawn="1"/>
        </p:nvCxnSpPr>
        <p:spPr>
          <a:xfrm flipH="1">
            <a:off x="2945311" y="1414504"/>
            <a:ext cx="1631549" cy="0"/>
          </a:xfrm>
          <a:prstGeom prst="line">
            <a:avLst/>
          </a:prstGeom>
          <a:ln w="76200">
            <a:solidFill>
              <a:srgbClr val="6FC2B4"/>
            </a:solidFill>
          </a:ln>
        </p:spPr>
        <p:style>
          <a:lnRef idx="1">
            <a:schemeClr val="accent1"/>
          </a:lnRef>
          <a:fillRef idx="0">
            <a:schemeClr val="accent1"/>
          </a:fillRef>
          <a:effectRef idx="0">
            <a:schemeClr val="accent1"/>
          </a:effectRef>
          <a:fontRef idx="minor">
            <a:schemeClr val="tx1"/>
          </a:fontRef>
        </p:style>
      </p:cxnSp>
      <p:sp>
        <p:nvSpPr>
          <p:cNvPr id="14" name="Quote">
            <a:extLst>
              <a:ext uri="{FF2B5EF4-FFF2-40B4-BE49-F238E27FC236}">
                <a16:creationId xmlns:a16="http://schemas.microsoft.com/office/drawing/2014/main" id="{374FBF07-67A3-1113-74EC-A5F94A540735}"/>
              </a:ext>
            </a:extLst>
          </p:cNvPr>
          <p:cNvSpPr>
            <a:spLocks noGrp="1"/>
          </p:cNvSpPr>
          <p:nvPr>
            <p:ph type="body" sz="quarter" idx="26" hasCustomPrompt="1"/>
          </p:nvPr>
        </p:nvSpPr>
        <p:spPr>
          <a:xfrm>
            <a:off x="2667000" y="1790700"/>
            <a:ext cx="7796357" cy="2130269"/>
          </a:xfrm>
          <a:prstGeom prst="rect">
            <a:avLst/>
          </a:prstGeom>
          <a:ln>
            <a:noFill/>
          </a:ln>
        </p:spPr>
        <p:txBody>
          <a:bodyPr vert="horz" wrap="square" lIns="0" tIns="45720" rIns="91440" bIns="0" rtlCol="0" anchor="t" anchorCtr="0">
            <a:normAutofit/>
          </a:bodyPr>
          <a:lstStyle>
            <a:lvl1pPr>
              <a:defRPr lang="en-US" sz="3600" i="0" cap="none" spc="0" baseline="0" dirty="0">
                <a:solidFill>
                  <a:schemeClr val="tx1"/>
                </a:solidFill>
                <a:latin typeface="+mj-lt"/>
                <a:ea typeface="Open Sans" panose="020B0606030504020204" pitchFamily="34" charset="0"/>
                <a:cs typeface="Open Sans" panose="020B0606030504020204" pitchFamily="34" charset="0"/>
              </a:defRPr>
            </a:lvl1pPr>
          </a:lstStyle>
          <a:p>
            <a:pPr marL="284163" lvl="0" indent="-284163" defTabSz="914400">
              <a:lnSpc>
                <a:spcPct val="100000"/>
              </a:lnSpc>
              <a:spcBef>
                <a:spcPct val="0"/>
              </a:spcBef>
            </a:pPr>
            <a:r>
              <a:rPr lang="en-US"/>
              <a:t>Quote </a:t>
            </a:r>
          </a:p>
        </p:txBody>
      </p:sp>
      <p:sp>
        <p:nvSpPr>
          <p:cNvPr id="15" name="Supporting Text">
            <a:extLst>
              <a:ext uri="{FF2B5EF4-FFF2-40B4-BE49-F238E27FC236}">
                <a16:creationId xmlns:a16="http://schemas.microsoft.com/office/drawing/2014/main" id="{7E5E759C-8E45-8E05-3A90-E524C8C9C664}"/>
              </a:ext>
            </a:extLst>
          </p:cNvPr>
          <p:cNvSpPr>
            <a:spLocks noGrp="1"/>
          </p:cNvSpPr>
          <p:nvPr>
            <p:ph type="body" sz="quarter" idx="27" hasCustomPrompt="1"/>
          </p:nvPr>
        </p:nvSpPr>
        <p:spPr>
          <a:xfrm>
            <a:off x="2667000" y="4546600"/>
            <a:ext cx="4648200" cy="338554"/>
          </a:xfrm>
          <a:prstGeom prst="rect">
            <a:avLst/>
          </a:prstGeom>
          <a:noFill/>
        </p:spPr>
        <p:txBody>
          <a:bodyPr wrap="square" lIns="0" rtlCol="0" anchor="t">
            <a:normAutofit/>
          </a:bodyPr>
          <a:lstStyle>
            <a:lvl1pPr>
              <a:defRPr kumimoji="0" lang="en-US" sz="1600" b="1" i="0" u="none" strike="noStrike" cap="none" spc="600" normalizeH="0" baseline="0" dirty="0">
                <a:ln>
                  <a:noFill/>
                </a:ln>
                <a:solidFill>
                  <a:schemeClr val="tx1"/>
                </a:solidFill>
                <a:effectLst/>
                <a:uLnTx/>
                <a:uFillTx/>
                <a:latin typeface="Open Sans"/>
              </a:defRPr>
            </a:lvl1pPr>
          </a:lstStyle>
          <a:p>
            <a:pPr marR="0" lvl="0" defTabSz="914400" fontAlgn="auto">
              <a:lnSpc>
                <a:spcPct val="100000"/>
              </a:lnSpc>
              <a:spcAft>
                <a:spcPts val="0"/>
              </a:spcAft>
              <a:buClrTx/>
              <a:buSzTx/>
              <a:tabLst/>
            </a:pPr>
            <a:r>
              <a:rPr lang="en-US"/>
              <a:t>Supporting Text</a:t>
            </a:r>
          </a:p>
        </p:txBody>
      </p:sp>
    </p:spTree>
    <p:extLst>
      <p:ext uri="{BB962C8B-B14F-4D97-AF65-F5344CB8AC3E}">
        <p14:creationId xmlns:p14="http://schemas.microsoft.com/office/powerpoint/2010/main" val="55193545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1: Content &amp; Intro">
    <p:spTree>
      <p:nvGrpSpPr>
        <p:cNvPr id="1" name=""/>
        <p:cNvGrpSpPr/>
        <p:nvPr/>
      </p:nvGrpSpPr>
      <p:grpSpPr>
        <a:xfrm>
          <a:off x="0" y="0"/>
          <a:ext cx="0" cy="0"/>
          <a:chOff x="0" y="0"/>
          <a:chExt cx="0" cy="0"/>
        </a:xfrm>
      </p:grpSpPr>
      <p:sp>
        <p:nvSpPr>
          <p:cNvPr id="14" name="{{ dynamic_image_placeholder }}">
            <a:extLst>
              <a:ext uri="{FF2B5EF4-FFF2-40B4-BE49-F238E27FC236}">
                <a16:creationId xmlns:a16="http://schemas.microsoft.com/office/drawing/2014/main" id="{5EFFA438-3801-B3D3-9853-2B46D35715EB}"/>
              </a:ext>
            </a:extLst>
          </p:cNvPr>
          <p:cNvSpPr>
            <a:spLocks noGrp="1"/>
          </p:cNvSpPr>
          <p:nvPr>
            <p:ph type="pic" sz="quarter" idx="20" hasCustomPrompt="1"/>
          </p:nvPr>
        </p:nvSpPr>
        <p:spPr>
          <a:xfrm>
            <a:off x="6718300" y="0"/>
            <a:ext cx="5475668" cy="6858000"/>
          </a:xfrm>
          <a:prstGeom prst="rect">
            <a:avLst/>
          </a:prstGeom>
        </p:spPr>
        <p:txBody>
          <a:bodyPr/>
          <a:lstStyle>
            <a:lvl1pPr marL="0" indent="0">
              <a:buNone/>
              <a:defRPr sz="800"/>
            </a:lvl1pPr>
          </a:lstStyle>
          <a:p>
            <a:r>
              <a:rPr lang="en-US" sz="800"/>
              <a:t>{{ </a:t>
            </a:r>
            <a:r>
              <a:rPr lang="en-US" sz="800" err="1"/>
              <a:t>dynamic_image_placeholder</a:t>
            </a:r>
            <a:r>
              <a:rPr lang="en-US" sz="800"/>
              <a:t> }}</a:t>
            </a:r>
            <a:endParaRPr lang="en-US"/>
          </a:p>
        </p:txBody>
      </p:sp>
      <p:sp>
        <p:nvSpPr>
          <p:cNvPr id="17" name="ai generated label">
            <a:extLst>
              <a:ext uri="{FF2B5EF4-FFF2-40B4-BE49-F238E27FC236}">
                <a16:creationId xmlns:a16="http://schemas.microsoft.com/office/drawing/2014/main" id="{39205C10-784C-10C6-8CAB-CA6FC6E5E4E4}"/>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3" name="Slide Subtitle">
            <a:extLst>
              <a:ext uri="{FF2B5EF4-FFF2-40B4-BE49-F238E27FC236}">
                <a16:creationId xmlns:a16="http://schemas.microsoft.com/office/drawing/2014/main" id="{F374ED33-E133-292C-6388-8F0B7E73914E}"/>
              </a:ext>
            </a:extLst>
          </p:cNvPr>
          <p:cNvSpPr>
            <a:spLocks noGrp="1"/>
          </p:cNvSpPr>
          <p:nvPr>
            <p:ph type="body" sz="quarter" idx="13" hasCustomPrompt="1"/>
          </p:nvPr>
        </p:nvSpPr>
        <p:spPr>
          <a:xfrm>
            <a:off x="535832" y="1384153"/>
            <a:ext cx="5929151" cy="580114"/>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200"/>
              </a:spcBef>
              <a:spcAft>
                <a:spcPts val="1333"/>
              </a:spcAft>
              <a:buClrTx/>
              <a:buSzPct val="100000"/>
              <a:buFontTx/>
              <a:buNone/>
              <a:tabLst/>
              <a:defRPr lang="en-US" sz="1400" b="0" i="0" kern="1200" dirty="0">
                <a:solidFill>
                  <a:schemeClr val="tx1"/>
                </a:solidFill>
                <a:latin typeface="+mn-lt"/>
                <a:ea typeface="Open Sans Light" panose="020B0606030504020204" pitchFamily="34" charset="0"/>
                <a:cs typeface="Open Sans Light" panose="020B0606030504020204" pitchFamily="34" charset="0"/>
              </a:defRPr>
            </a:lvl1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Slide Subtitle</a:t>
            </a:r>
          </a:p>
        </p:txBody>
      </p:sp>
      <p:sp>
        <p:nvSpPr>
          <p:cNvPr id="4" name="Slide Title">
            <a:extLst>
              <a:ext uri="{FF2B5EF4-FFF2-40B4-BE49-F238E27FC236}">
                <a16:creationId xmlns:a16="http://schemas.microsoft.com/office/drawing/2014/main" id="{931CF5D7-BDA2-6844-F2AD-0036976C01C6}"/>
              </a:ext>
            </a:extLst>
          </p:cNvPr>
          <p:cNvSpPr>
            <a:spLocks noGrp="1"/>
          </p:cNvSpPr>
          <p:nvPr>
            <p:ph type="title" hasCustomPrompt="1"/>
          </p:nvPr>
        </p:nvSpPr>
        <p:spPr>
          <a:xfrm>
            <a:off x="535832" y="576195"/>
            <a:ext cx="5929151" cy="728655"/>
          </a:xfrm>
          <a:prstGeom prst="rect">
            <a:avLst/>
          </a:prstGeom>
        </p:spPr>
        <p:txBody>
          <a:bodyPr vert="horz" lIns="0" tIns="0" rIns="0" bIns="0" rtlCol="0" anchor="t" anchorCtr="0">
            <a:norm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pPr marL="0" lvl="0" algn="l" defTabSz="1219170" rtl="0" eaLnBrk="1" latinLnBrk="0" hangingPunct="1">
              <a:spcBef>
                <a:spcPct val="0"/>
              </a:spcBef>
              <a:buNone/>
            </a:pPr>
            <a:r>
              <a:rPr lang="en-US" noProof="0"/>
              <a:t>Slide Title</a:t>
            </a:r>
          </a:p>
        </p:txBody>
      </p:sp>
      <p:sp>
        <p:nvSpPr>
          <p:cNvPr id="6" name="Supporting Text">
            <a:extLst>
              <a:ext uri="{FF2B5EF4-FFF2-40B4-BE49-F238E27FC236}">
                <a16:creationId xmlns:a16="http://schemas.microsoft.com/office/drawing/2014/main" id="{7293D5C0-F34D-B38B-A1DF-C346309948A6}"/>
              </a:ext>
            </a:extLst>
          </p:cNvPr>
          <p:cNvSpPr>
            <a:spLocks noGrp="1"/>
          </p:cNvSpPr>
          <p:nvPr>
            <p:ph type="body" sz="quarter" idx="33" hasCustomPrompt="1"/>
          </p:nvPr>
        </p:nvSpPr>
        <p:spPr>
          <a:xfrm>
            <a:off x="535832" y="2523067"/>
            <a:ext cx="5929151" cy="3374607"/>
          </a:xfrm>
          <a:prstGeom prst="rect">
            <a:avLst/>
          </a:prstGeom>
        </p:spPr>
        <p:txBody>
          <a:bodyPr lIns="88900" tIns="88900" rIns="88900" bIns="88900">
            <a:normAutofit/>
          </a:bodyPr>
          <a:lstStyle>
            <a:lvl1pPr>
              <a:lnSpc>
                <a:spcPct val="150000"/>
              </a:lnSpc>
              <a:defRPr>
                <a:latin typeface="Open Sans" panose="020B0606030504020204" pitchFamily="34" charset="0"/>
                <a:ea typeface="Open Sans" panose="020B0606030504020204" pitchFamily="34" charset="0"/>
                <a:cs typeface="Open Sans" panose="020B0606030504020204" pitchFamily="34" charset="0"/>
              </a:defRPr>
            </a:lvl1pPr>
          </a:lstStyle>
          <a:p>
            <a:pPr lvl="0"/>
            <a:r>
              <a:rPr lang="en-US"/>
              <a:t>Supporting Text </a:t>
            </a:r>
          </a:p>
        </p:txBody>
      </p:sp>
    </p:spTree>
    <p:extLst>
      <p:ext uri="{BB962C8B-B14F-4D97-AF65-F5344CB8AC3E}">
        <p14:creationId xmlns:p14="http://schemas.microsoft.com/office/powerpoint/2010/main" val="22420681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7.3: Content &amp; 5 blocks">
    <p:spTree>
      <p:nvGrpSpPr>
        <p:cNvPr id="1" name=""/>
        <p:cNvGrpSpPr/>
        <p:nvPr/>
      </p:nvGrpSpPr>
      <p:grpSpPr>
        <a:xfrm>
          <a:off x="0" y="0"/>
          <a:ext cx="0" cy="0"/>
          <a:chOff x="0" y="0"/>
          <a:chExt cx="0" cy="0"/>
        </a:xfrm>
      </p:grpSpPr>
      <p:sp>
        <p:nvSpPr>
          <p:cNvPr id="4" name="ai generated label">
            <a:extLst>
              <a:ext uri="{FF2B5EF4-FFF2-40B4-BE49-F238E27FC236}">
                <a16:creationId xmlns:a16="http://schemas.microsoft.com/office/drawing/2014/main" id="{7E607460-84EF-9E36-CD41-DC803D5AC396}"/>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cxnSp>
        <p:nvCxnSpPr>
          <p:cNvPr id="6" name="Straight Connector 5">
            <a:extLst>
              <a:ext uri="{FF2B5EF4-FFF2-40B4-BE49-F238E27FC236}">
                <a16:creationId xmlns:a16="http://schemas.microsoft.com/office/drawing/2014/main" id="{97854CD8-9D9E-3CCA-A537-F76888A295BE}"/>
              </a:ext>
            </a:extLst>
          </p:cNvPr>
          <p:cNvCxnSpPr>
            <a:cxnSpLocks/>
          </p:cNvCxnSpPr>
          <p:nvPr/>
        </p:nvCxnSpPr>
        <p:spPr>
          <a:xfrm>
            <a:off x="721281" y="2881950"/>
            <a:ext cx="1956313"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9FE1813-F388-48C5-382A-860942D71302}"/>
              </a:ext>
            </a:extLst>
          </p:cNvPr>
          <p:cNvCxnSpPr>
            <a:cxnSpLocks/>
          </p:cNvCxnSpPr>
          <p:nvPr/>
        </p:nvCxnSpPr>
        <p:spPr>
          <a:xfrm>
            <a:off x="2986496" y="2881950"/>
            <a:ext cx="1956816" cy="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9075F2F-7B11-EE00-ADCA-E8BCD72DC02B}"/>
              </a:ext>
            </a:extLst>
          </p:cNvPr>
          <p:cNvCxnSpPr>
            <a:cxnSpLocks/>
          </p:cNvCxnSpPr>
          <p:nvPr/>
        </p:nvCxnSpPr>
        <p:spPr>
          <a:xfrm>
            <a:off x="5184172" y="2881950"/>
            <a:ext cx="1956816"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E3CA6E-0AD7-C968-5003-86C62FD52497}"/>
              </a:ext>
            </a:extLst>
          </p:cNvPr>
          <p:cNvCxnSpPr>
            <a:cxnSpLocks/>
          </p:cNvCxnSpPr>
          <p:nvPr/>
        </p:nvCxnSpPr>
        <p:spPr>
          <a:xfrm>
            <a:off x="7366031" y="2881950"/>
            <a:ext cx="1956816" cy="0"/>
          </a:xfrm>
          <a:prstGeom prst="line">
            <a:avLst/>
          </a:prstGeom>
          <a:ln w="57150">
            <a:solidFill>
              <a:srgbClr val="3DF9C5"/>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1B8F7F-1845-4531-4053-CC0D1C172B73}"/>
              </a:ext>
            </a:extLst>
          </p:cNvPr>
          <p:cNvCxnSpPr>
            <a:cxnSpLocks/>
          </p:cNvCxnSpPr>
          <p:nvPr/>
        </p:nvCxnSpPr>
        <p:spPr>
          <a:xfrm>
            <a:off x="9547890" y="2881950"/>
            <a:ext cx="195681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52" name="Icon 1">
            <a:extLst>
              <a:ext uri="{FF2B5EF4-FFF2-40B4-BE49-F238E27FC236}">
                <a16:creationId xmlns:a16="http://schemas.microsoft.com/office/drawing/2014/main" id="{F2F873B4-FE6A-50EE-A305-A89670D1F487}"/>
              </a:ext>
            </a:extLst>
          </p:cNvPr>
          <p:cNvSpPr>
            <a:spLocks noGrp="1"/>
          </p:cNvSpPr>
          <p:nvPr userDrawn="1">
            <p:ph type="pic" sz="quarter" idx="20" hasCustomPrompt="1"/>
          </p:nvPr>
        </p:nvSpPr>
        <p:spPr>
          <a:xfrm>
            <a:off x="884887" y="2119915"/>
            <a:ext cx="433914" cy="406830"/>
          </a:xfrm>
          <a:prstGeom prst="rect">
            <a:avLst/>
          </a:prstGeom>
        </p:spPr>
        <p:txBody>
          <a:bodyPr/>
          <a:lstStyle>
            <a:lvl1pPr marL="0" indent="0">
              <a:buNone/>
              <a:defRPr sz="800"/>
            </a:lvl1pPr>
          </a:lstStyle>
          <a:p>
            <a:r>
              <a:rPr lang="en-US"/>
              <a:t>{{ </a:t>
            </a:r>
            <a:r>
              <a:rPr lang="en-US" err="1"/>
              <a:t>dynamic_icon_placeholder</a:t>
            </a:r>
            <a:r>
              <a:rPr lang="en-US"/>
              <a:t> }} &lt;! [98,181,229] !&gt;</a:t>
            </a:r>
          </a:p>
        </p:txBody>
      </p:sp>
      <p:sp>
        <p:nvSpPr>
          <p:cNvPr id="53" name="Icon 2">
            <a:extLst>
              <a:ext uri="{FF2B5EF4-FFF2-40B4-BE49-F238E27FC236}">
                <a16:creationId xmlns:a16="http://schemas.microsoft.com/office/drawing/2014/main" id="{3DAA59EF-D396-AAED-4189-B58BFFCC0B6A}"/>
              </a:ext>
            </a:extLst>
          </p:cNvPr>
          <p:cNvSpPr>
            <a:spLocks noGrp="1"/>
          </p:cNvSpPr>
          <p:nvPr userDrawn="1">
            <p:ph type="pic" sz="quarter" idx="23" hasCustomPrompt="1"/>
          </p:nvPr>
        </p:nvSpPr>
        <p:spPr>
          <a:xfrm>
            <a:off x="3147336" y="2114971"/>
            <a:ext cx="433914" cy="406830"/>
          </a:xfrm>
          <a:prstGeom prst="rect">
            <a:avLst/>
          </a:prstGeom>
        </p:spPr>
        <p:txBody>
          <a:bodyPr/>
          <a:lstStyle>
            <a:lvl1pPr marL="0" indent="0">
              <a:buNone/>
              <a:defRPr sz="800"/>
            </a:lvl1pPr>
          </a:lstStyle>
          <a:p>
            <a:r>
              <a:rPr lang="en-US"/>
              <a:t>{{ </a:t>
            </a:r>
            <a:r>
              <a:rPr lang="en-US" err="1"/>
              <a:t>dynamic_icon_placeholder</a:t>
            </a:r>
            <a:r>
              <a:rPr lang="en-US"/>
              <a:t> }} &lt;! [166,166,166] !&gt;</a:t>
            </a:r>
          </a:p>
        </p:txBody>
      </p:sp>
      <p:sp>
        <p:nvSpPr>
          <p:cNvPr id="55" name="Icon 3">
            <a:extLst>
              <a:ext uri="{FF2B5EF4-FFF2-40B4-BE49-F238E27FC236}">
                <a16:creationId xmlns:a16="http://schemas.microsoft.com/office/drawing/2014/main" id="{3F23761E-0FF9-FE52-CCF1-2A0E82C5C18F}"/>
              </a:ext>
            </a:extLst>
          </p:cNvPr>
          <p:cNvSpPr>
            <a:spLocks noGrp="1"/>
          </p:cNvSpPr>
          <p:nvPr userDrawn="1">
            <p:ph type="pic" sz="quarter" idx="24" hasCustomPrompt="1"/>
          </p:nvPr>
        </p:nvSpPr>
        <p:spPr>
          <a:xfrm>
            <a:off x="5347718" y="2114971"/>
            <a:ext cx="433914" cy="406830"/>
          </a:xfrm>
          <a:prstGeom prst="rect">
            <a:avLst/>
          </a:prstGeom>
        </p:spPr>
        <p:txBody>
          <a:bodyPr/>
          <a:lstStyle>
            <a:lvl1pPr marL="0" indent="0">
              <a:buNone/>
              <a:defRPr sz="800"/>
            </a:lvl1pPr>
          </a:lstStyle>
          <a:p>
            <a:r>
              <a:rPr lang="en-US"/>
              <a:t>{{ </a:t>
            </a:r>
            <a:r>
              <a:rPr lang="en-US" err="1"/>
              <a:t>dynamic_icon_placeholder</a:t>
            </a:r>
            <a:r>
              <a:rPr lang="en-US"/>
              <a:t> }} &lt;! [4,106,56] !&gt;</a:t>
            </a:r>
          </a:p>
        </p:txBody>
      </p:sp>
      <p:sp>
        <p:nvSpPr>
          <p:cNvPr id="57" name="Icon 4">
            <a:extLst>
              <a:ext uri="{FF2B5EF4-FFF2-40B4-BE49-F238E27FC236}">
                <a16:creationId xmlns:a16="http://schemas.microsoft.com/office/drawing/2014/main" id="{9B3769D3-2C7C-C365-88B5-76089E84A8A7}"/>
              </a:ext>
            </a:extLst>
          </p:cNvPr>
          <p:cNvSpPr>
            <a:spLocks noGrp="1"/>
          </p:cNvSpPr>
          <p:nvPr userDrawn="1">
            <p:ph type="pic" sz="quarter" idx="25" hasCustomPrompt="1"/>
          </p:nvPr>
        </p:nvSpPr>
        <p:spPr>
          <a:xfrm>
            <a:off x="7531459" y="2114971"/>
            <a:ext cx="433914" cy="406830"/>
          </a:xfrm>
          <a:prstGeom prst="rect">
            <a:avLst/>
          </a:prstGeom>
        </p:spPr>
        <p:txBody>
          <a:bodyPr/>
          <a:lstStyle>
            <a:lvl1pPr marL="0" indent="0">
              <a:buNone/>
              <a:defRPr sz="800"/>
            </a:lvl1pPr>
          </a:lstStyle>
          <a:p>
            <a:r>
              <a:rPr lang="en-US"/>
              <a:t>{{ </a:t>
            </a:r>
            <a:r>
              <a:rPr lang="en-US" err="1"/>
              <a:t>dynamic_icon_placeholder</a:t>
            </a:r>
            <a:r>
              <a:rPr lang="en-US"/>
              <a:t> }} &lt;! [61,249,197] !&gt;</a:t>
            </a:r>
          </a:p>
        </p:txBody>
      </p:sp>
      <p:sp>
        <p:nvSpPr>
          <p:cNvPr id="59" name="Icon 5">
            <a:extLst>
              <a:ext uri="{FF2B5EF4-FFF2-40B4-BE49-F238E27FC236}">
                <a16:creationId xmlns:a16="http://schemas.microsoft.com/office/drawing/2014/main" id="{FD94CC9E-94FC-1A0B-81DA-E99CBA8BAF41}"/>
              </a:ext>
            </a:extLst>
          </p:cNvPr>
          <p:cNvSpPr>
            <a:spLocks noGrp="1"/>
          </p:cNvSpPr>
          <p:nvPr userDrawn="1">
            <p:ph type="pic" sz="quarter" idx="26" hasCustomPrompt="1"/>
          </p:nvPr>
        </p:nvSpPr>
        <p:spPr>
          <a:xfrm>
            <a:off x="9712160" y="2114971"/>
            <a:ext cx="433914" cy="406830"/>
          </a:xfrm>
          <a:prstGeom prst="rect">
            <a:avLst/>
          </a:prstGeom>
        </p:spPr>
        <p:txBody>
          <a:bodyPr/>
          <a:lstStyle>
            <a:lvl1pPr marL="0" indent="0">
              <a:buNone/>
              <a:defRPr sz="800"/>
            </a:lvl1pPr>
          </a:lstStyle>
          <a:p>
            <a:r>
              <a:rPr lang="en-US"/>
              <a:t>{{ </a:t>
            </a:r>
            <a:r>
              <a:rPr lang="en-US" err="1"/>
              <a:t>dynamic_icon_placeholder</a:t>
            </a:r>
            <a:r>
              <a:rPr lang="en-US"/>
              <a:t> }} &lt;! [83,86,90] !&gt;</a:t>
            </a:r>
          </a:p>
        </p:txBody>
      </p:sp>
      <p:sp>
        <p:nvSpPr>
          <p:cNvPr id="62" name="Header 1">
            <a:extLst>
              <a:ext uri="{FF2B5EF4-FFF2-40B4-BE49-F238E27FC236}">
                <a16:creationId xmlns:a16="http://schemas.microsoft.com/office/drawing/2014/main" id="{B9DF9AFB-B705-2668-EB25-B20BE60AFA81}"/>
              </a:ext>
            </a:extLst>
          </p:cNvPr>
          <p:cNvSpPr>
            <a:spLocks noGrp="1"/>
          </p:cNvSpPr>
          <p:nvPr userDrawn="1">
            <p:ph type="body" sz="quarter" idx="27" hasCustomPrompt="1"/>
          </p:nvPr>
        </p:nvSpPr>
        <p:spPr>
          <a:xfrm>
            <a:off x="721281" y="3116523"/>
            <a:ext cx="2149223" cy="425758"/>
          </a:xfrm>
          <a:prstGeom prst="rect">
            <a:avLst/>
          </a:prstGeom>
        </p:spPr>
        <p:txBody>
          <a:bodyPr wrap="square" lIns="88900" tIns="88900" rIns="88900" bIns="88900">
            <a:normAutofit/>
          </a:bodyPr>
          <a:lstStyle>
            <a:lvl1pPr>
              <a:defRPr kumimoji="0" lang="en-US" sz="16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Header 1</a:t>
            </a:r>
          </a:p>
        </p:txBody>
      </p:sp>
      <p:sp>
        <p:nvSpPr>
          <p:cNvPr id="63" name="Supporting Text 1">
            <a:extLst>
              <a:ext uri="{FF2B5EF4-FFF2-40B4-BE49-F238E27FC236}">
                <a16:creationId xmlns:a16="http://schemas.microsoft.com/office/drawing/2014/main" id="{93285D3E-E3B1-4EF4-C319-86E29FACE638}"/>
              </a:ext>
            </a:extLst>
          </p:cNvPr>
          <p:cNvSpPr>
            <a:spLocks noGrp="1"/>
          </p:cNvSpPr>
          <p:nvPr userDrawn="1">
            <p:ph type="body" sz="quarter" idx="28" hasCustomPrompt="1"/>
          </p:nvPr>
        </p:nvSpPr>
        <p:spPr>
          <a:xfrm>
            <a:off x="729761" y="3536572"/>
            <a:ext cx="2140743" cy="3175228"/>
          </a:xfrm>
          <a:prstGeom prst="rect">
            <a:avLst/>
          </a:prstGeom>
        </p:spPr>
        <p:txBody>
          <a:bodyPr wrap="square" lIns="88900" tIns="88900" rIns="88900" bIns="88900">
            <a:normAutofit/>
          </a:bodyPr>
          <a:lstStyle>
            <a:lvl1pPr>
              <a:defRPr kumimoji="0" lang="en-US" sz="1200" b="0"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Supporting Text 1</a:t>
            </a:r>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p:txBody>
      </p:sp>
      <p:sp>
        <p:nvSpPr>
          <p:cNvPr id="64" name="Header 2">
            <a:extLst>
              <a:ext uri="{FF2B5EF4-FFF2-40B4-BE49-F238E27FC236}">
                <a16:creationId xmlns:a16="http://schemas.microsoft.com/office/drawing/2014/main" id="{058E71A4-1B24-B422-494C-7ECB31AD46E2}"/>
              </a:ext>
            </a:extLst>
          </p:cNvPr>
          <p:cNvSpPr>
            <a:spLocks noGrp="1"/>
          </p:cNvSpPr>
          <p:nvPr userDrawn="1">
            <p:ph type="body" sz="quarter" idx="29" hasCustomPrompt="1"/>
          </p:nvPr>
        </p:nvSpPr>
        <p:spPr>
          <a:xfrm>
            <a:off x="3007656" y="3116523"/>
            <a:ext cx="2149223" cy="425758"/>
          </a:xfrm>
          <a:prstGeom prst="rect">
            <a:avLst/>
          </a:prstGeom>
        </p:spPr>
        <p:txBody>
          <a:bodyPr wrap="square" lIns="88900" tIns="88900" rIns="88900" bIns="88900">
            <a:normAutofit/>
          </a:bodyPr>
          <a:lstStyle>
            <a:lvl1pPr>
              <a:defRPr kumimoji="0" lang="en-US" sz="16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Header 2</a:t>
            </a:r>
          </a:p>
        </p:txBody>
      </p:sp>
      <p:sp>
        <p:nvSpPr>
          <p:cNvPr id="65" name="Supporting Text 2">
            <a:extLst>
              <a:ext uri="{FF2B5EF4-FFF2-40B4-BE49-F238E27FC236}">
                <a16:creationId xmlns:a16="http://schemas.microsoft.com/office/drawing/2014/main" id="{FE3F317B-B777-35EE-672E-E3CE278EFABC}"/>
              </a:ext>
            </a:extLst>
          </p:cNvPr>
          <p:cNvSpPr>
            <a:spLocks noGrp="1"/>
          </p:cNvSpPr>
          <p:nvPr userDrawn="1">
            <p:ph type="body" sz="quarter" idx="30" hasCustomPrompt="1"/>
          </p:nvPr>
        </p:nvSpPr>
        <p:spPr>
          <a:xfrm>
            <a:off x="3007656" y="3536572"/>
            <a:ext cx="2149223" cy="3175228"/>
          </a:xfrm>
          <a:prstGeom prst="rect">
            <a:avLst/>
          </a:prstGeom>
        </p:spPr>
        <p:txBody>
          <a:bodyPr wrap="square" lIns="88900" tIns="88900" rIns="88900" bIns="88900">
            <a:normAutofit/>
          </a:bodyPr>
          <a:lstStyle>
            <a:lvl1pPr>
              <a:defRPr kumimoji="0" lang="en-US" sz="1200" b="0"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Supporting Text 2</a:t>
            </a:r>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p:txBody>
      </p:sp>
      <p:sp>
        <p:nvSpPr>
          <p:cNvPr id="66" name="Header 3">
            <a:extLst>
              <a:ext uri="{FF2B5EF4-FFF2-40B4-BE49-F238E27FC236}">
                <a16:creationId xmlns:a16="http://schemas.microsoft.com/office/drawing/2014/main" id="{DB258E15-25E5-85AF-AEF0-76748DE18BB2}"/>
              </a:ext>
            </a:extLst>
          </p:cNvPr>
          <p:cNvSpPr>
            <a:spLocks noGrp="1"/>
          </p:cNvSpPr>
          <p:nvPr>
            <p:ph type="body" sz="quarter" idx="31" hasCustomPrompt="1"/>
          </p:nvPr>
        </p:nvSpPr>
        <p:spPr>
          <a:xfrm>
            <a:off x="5221215" y="3116523"/>
            <a:ext cx="2149223" cy="425758"/>
          </a:xfrm>
          <a:prstGeom prst="rect">
            <a:avLst/>
          </a:prstGeom>
        </p:spPr>
        <p:txBody>
          <a:bodyPr wrap="square" lIns="88900" tIns="88900" rIns="88900" bIns="88900">
            <a:normAutofit/>
          </a:bodyPr>
          <a:lstStyle>
            <a:lvl1pPr>
              <a:defRPr kumimoji="0" lang="en-US" sz="16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Header 3</a:t>
            </a:r>
          </a:p>
        </p:txBody>
      </p:sp>
      <p:sp>
        <p:nvSpPr>
          <p:cNvPr id="67" name="Supporting Text 3">
            <a:extLst>
              <a:ext uri="{FF2B5EF4-FFF2-40B4-BE49-F238E27FC236}">
                <a16:creationId xmlns:a16="http://schemas.microsoft.com/office/drawing/2014/main" id="{BE9445C5-0C6A-76FB-6E76-06795F5B6F83}"/>
              </a:ext>
            </a:extLst>
          </p:cNvPr>
          <p:cNvSpPr>
            <a:spLocks noGrp="1"/>
          </p:cNvSpPr>
          <p:nvPr>
            <p:ph type="body" sz="quarter" idx="32" hasCustomPrompt="1"/>
          </p:nvPr>
        </p:nvSpPr>
        <p:spPr>
          <a:xfrm>
            <a:off x="5221215" y="3522313"/>
            <a:ext cx="2149223" cy="3175228"/>
          </a:xfrm>
          <a:prstGeom prst="rect">
            <a:avLst/>
          </a:prstGeom>
        </p:spPr>
        <p:txBody>
          <a:bodyPr wrap="square" lIns="88900" tIns="88900" rIns="88900" bIns="88900">
            <a:normAutofit/>
          </a:bodyPr>
          <a:lstStyle>
            <a:lvl1pPr>
              <a:defRPr kumimoji="0" lang="en-US" sz="1200" b="0"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Supporting Text 3</a:t>
            </a:r>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p:txBody>
      </p:sp>
      <p:sp>
        <p:nvSpPr>
          <p:cNvPr id="68" name="Header 4">
            <a:extLst>
              <a:ext uri="{FF2B5EF4-FFF2-40B4-BE49-F238E27FC236}">
                <a16:creationId xmlns:a16="http://schemas.microsoft.com/office/drawing/2014/main" id="{52F1734B-6EBC-5927-405A-F7B24DCF76DE}"/>
              </a:ext>
            </a:extLst>
          </p:cNvPr>
          <p:cNvSpPr>
            <a:spLocks noGrp="1"/>
          </p:cNvSpPr>
          <p:nvPr>
            <p:ph type="body" sz="quarter" idx="33" hasCustomPrompt="1"/>
          </p:nvPr>
        </p:nvSpPr>
        <p:spPr>
          <a:xfrm>
            <a:off x="7434774" y="3116523"/>
            <a:ext cx="2149223" cy="425758"/>
          </a:xfrm>
          <a:prstGeom prst="rect">
            <a:avLst/>
          </a:prstGeom>
        </p:spPr>
        <p:txBody>
          <a:bodyPr wrap="square" lIns="88900" tIns="88900" rIns="88900" bIns="88900">
            <a:normAutofit/>
          </a:bodyPr>
          <a:lstStyle>
            <a:lvl1pPr>
              <a:defRPr kumimoji="0" lang="en-US" sz="16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Header 4</a:t>
            </a:r>
          </a:p>
        </p:txBody>
      </p:sp>
      <p:sp>
        <p:nvSpPr>
          <p:cNvPr id="69" name="Supporting Text 4">
            <a:extLst>
              <a:ext uri="{FF2B5EF4-FFF2-40B4-BE49-F238E27FC236}">
                <a16:creationId xmlns:a16="http://schemas.microsoft.com/office/drawing/2014/main" id="{D2F874F3-D4CF-E541-AE14-A9102E0ACC00}"/>
              </a:ext>
            </a:extLst>
          </p:cNvPr>
          <p:cNvSpPr>
            <a:spLocks noGrp="1"/>
          </p:cNvSpPr>
          <p:nvPr>
            <p:ph type="body" sz="quarter" idx="34" hasCustomPrompt="1"/>
          </p:nvPr>
        </p:nvSpPr>
        <p:spPr>
          <a:xfrm>
            <a:off x="7434774" y="3522313"/>
            <a:ext cx="2149223" cy="3175228"/>
          </a:xfrm>
          <a:prstGeom prst="rect">
            <a:avLst/>
          </a:prstGeom>
        </p:spPr>
        <p:txBody>
          <a:bodyPr wrap="square" lIns="88900" tIns="88900" rIns="88900" bIns="88900">
            <a:normAutofit/>
          </a:bodyPr>
          <a:lstStyle>
            <a:lvl1pPr>
              <a:defRPr kumimoji="0" lang="en-US" sz="1200" b="0"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Supporting Text 4</a:t>
            </a:r>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p:txBody>
      </p:sp>
      <p:sp>
        <p:nvSpPr>
          <p:cNvPr id="70" name="Header 5">
            <a:extLst>
              <a:ext uri="{FF2B5EF4-FFF2-40B4-BE49-F238E27FC236}">
                <a16:creationId xmlns:a16="http://schemas.microsoft.com/office/drawing/2014/main" id="{292F2AD4-4CE3-6333-C755-8EB78FDA172C}"/>
              </a:ext>
            </a:extLst>
          </p:cNvPr>
          <p:cNvSpPr>
            <a:spLocks noGrp="1"/>
          </p:cNvSpPr>
          <p:nvPr>
            <p:ph type="body" sz="quarter" idx="35" hasCustomPrompt="1"/>
          </p:nvPr>
        </p:nvSpPr>
        <p:spPr>
          <a:xfrm>
            <a:off x="9648334" y="3116523"/>
            <a:ext cx="2149223" cy="425758"/>
          </a:xfrm>
          <a:prstGeom prst="rect">
            <a:avLst/>
          </a:prstGeom>
        </p:spPr>
        <p:txBody>
          <a:bodyPr wrap="square" lIns="88900" tIns="88900" rIns="88900" bIns="88900">
            <a:normAutofit/>
          </a:bodyPr>
          <a:lstStyle>
            <a:lvl1pPr>
              <a:defRPr kumimoji="0" lang="en-US" sz="16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Header 5</a:t>
            </a:r>
          </a:p>
        </p:txBody>
      </p:sp>
      <p:sp>
        <p:nvSpPr>
          <p:cNvPr id="71" name="Supporting Text 5">
            <a:extLst>
              <a:ext uri="{FF2B5EF4-FFF2-40B4-BE49-F238E27FC236}">
                <a16:creationId xmlns:a16="http://schemas.microsoft.com/office/drawing/2014/main" id="{53E3A218-D15E-090C-DABA-A5EBE068725C}"/>
              </a:ext>
            </a:extLst>
          </p:cNvPr>
          <p:cNvSpPr>
            <a:spLocks noGrp="1"/>
          </p:cNvSpPr>
          <p:nvPr>
            <p:ph type="body" sz="quarter" idx="36" hasCustomPrompt="1"/>
          </p:nvPr>
        </p:nvSpPr>
        <p:spPr>
          <a:xfrm>
            <a:off x="9648334" y="3522313"/>
            <a:ext cx="2149223" cy="3175228"/>
          </a:xfrm>
          <a:prstGeom prst="rect">
            <a:avLst/>
          </a:prstGeom>
        </p:spPr>
        <p:txBody>
          <a:bodyPr wrap="square" lIns="88900" tIns="88900" rIns="88900" bIns="88900">
            <a:normAutofit/>
          </a:bodyPr>
          <a:lstStyle>
            <a:lvl1pPr>
              <a:defRPr kumimoji="0" lang="en-US" sz="1200" b="0"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Supporting Text 5</a:t>
            </a:r>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a:p>
            <a:pPr lvl="0" defTabSz="914400"/>
            <a:endParaRPr lang="en-US"/>
          </a:p>
        </p:txBody>
      </p:sp>
      <p:sp>
        <p:nvSpPr>
          <p:cNvPr id="72" name="Slide Title">
            <a:extLst>
              <a:ext uri="{FF2B5EF4-FFF2-40B4-BE49-F238E27FC236}">
                <a16:creationId xmlns:a16="http://schemas.microsoft.com/office/drawing/2014/main" id="{E4F8CF31-B458-D3CD-4438-59234DEEE3B9}"/>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rmAutofit/>
          </a:bodyPr>
          <a:lstStyle>
            <a:lvl1pPr>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pPr marL="0" lvl="0" algn="l" defTabSz="1219170" rtl="0" eaLnBrk="1" latinLnBrk="0" hangingPunct="1">
              <a:spcBef>
                <a:spcPct val="0"/>
              </a:spcBef>
              <a:buNone/>
            </a:pPr>
            <a:r>
              <a:rPr lang="en-US" noProof="0"/>
              <a:t>Slide Title</a:t>
            </a:r>
          </a:p>
        </p:txBody>
      </p:sp>
      <p:sp>
        <p:nvSpPr>
          <p:cNvPr id="8" name="Slide Subtitle">
            <a:extLst>
              <a:ext uri="{FF2B5EF4-FFF2-40B4-BE49-F238E27FC236}">
                <a16:creationId xmlns:a16="http://schemas.microsoft.com/office/drawing/2014/main" id="{0D1B3452-265B-DD06-97E5-0ECC61F82EAF}"/>
              </a:ext>
            </a:extLst>
          </p:cNvPr>
          <p:cNvSpPr>
            <a:spLocks noGrp="1"/>
          </p:cNvSpPr>
          <p:nvPr>
            <p:ph type="body" sz="quarter" idx="39" hasCustomPrompt="1"/>
          </p:nvPr>
        </p:nvSpPr>
        <p:spPr>
          <a:xfrm>
            <a:off x="551688" y="1079353"/>
            <a:ext cx="11390734" cy="454080"/>
          </a:xfrm>
          <a:prstGeom prst="rect">
            <a:avLst/>
          </a:prstGeom>
        </p:spPr>
        <p:txBody>
          <a:bodyPr anchor="t">
            <a:normAutofit/>
          </a:bodyPr>
          <a:lstStyle>
            <a:lvl1pPr marL="0" indent="0">
              <a:lnSpc>
                <a:spcPts val="1980"/>
              </a:lnSpc>
              <a:buNone/>
              <a:defRPr lang="en-US" sz="1400" b="0" i="0" kern="1200" dirty="0">
                <a:solidFill>
                  <a:schemeClr val="tx1"/>
                </a:solidFill>
                <a:latin typeface="+mn-lt"/>
                <a:ea typeface="Open Sans Light" panose="020B0606030504020204" pitchFamily="34" charset="0"/>
                <a:cs typeface="Open Sans Light" panose="020B0606030504020204" pitchFamily="34" charset="0"/>
              </a:defRPr>
            </a:lvl1pPr>
            <a:lvl5pPr marL="1828800" indent="0">
              <a:buNone/>
              <a:defRPr/>
            </a:lvl5pPr>
          </a:lstStyle>
          <a:p>
            <a:pPr marL="0" lvl="0" indent="0" algn="l" defTabSz="1219170" rtl="0" eaLnBrk="1" latinLnBrk="0" hangingPunct="1">
              <a:lnSpc>
                <a:spcPts val="1980"/>
              </a:lnSpc>
              <a:spcBef>
                <a:spcPts val="0"/>
              </a:spcBef>
              <a:spcAft>
                <a:spcPts val="1333"/>
              </a:spcAft>
              <a:buSzPct val="100000"/>
              <a:buFontTx/>
              <a:buNone/>
            </a:pPr>
            <a:r>
              <a:rPr lang="en-US"/>
              <a:t>Slide Subtitle</a:t>
            </a:r>
          </a:p>
        </p:txBody>
      </p:sp>
    </p:spTree>
    <p:extLst>
      <p:ext uri="{BB962C8B-B14F-4D97-AF65-F5344CB8AC3E}">
        <p14:creationId xmlns:p14="http://schemas.microsoft.com/office/powerpoint/2010/main" val="205875173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4: Next Steps">
    <p:spTree>
      <p:nvGrpSpPr>
        <p:cNvPr id="1" name=""/>
        <p:cNvGrpSpPr/>
        <p:nvPr/>
      </p:nvGrpSpPr>
      <p:grpSpPr>
        <a:xfrm>
          <a:off x="0" y="0"/>
          <a:ext cx="0" cy="0"/>
          <a:chOff x="0" y="0"/>
          <a:chExt cx="0" cy="0"/>
        </a:xfrm>
      </p:grpSpPr>
      <p:sp>
        <p:nvSpPr>
          <p:cNvPr id="50" name="Supporting text 1">
            <a:extLst>
              <a:ext uri="{FF2B5EF4-FFF2-40B4-BE49-F238E27FC236}">
                <a16:creationId xmlns:a16="http://schemas.microsoft.com/office/drawing/2014/main" id="{2B5438D0-2BDD-ECDD-7C52-ACF1FD6CEFCA}"/>
              </a:ext>
            </a:extLst>
          </p:cNvPr>
          <p:cNvSpPr>
            <a:spLocks noGrp="1"/>
          </p:cNvSpPr>
          <p:nvPr>
            <p:ph type="body" sz="quarter" idx="33" hasCustomPrompt="1"/>
          </p:nvPr>
        </p:nvSpPr>
        <p:spPr>
          <a:xfrm>
            <a:off x="516428" y="3327632"/>
            <a:ext cx="2149223" cy="971975"/>
          </a:xfrm>
          <a:prstGeom prst="rect">
            <a:avLst/>
          </a:prstGeom>
        </p:spPr>
        <p:txBody>
          <a:bodyPr lIns="88900" tIns="88900" rIns="88900" bIns="88900" anchor="t">
            <a:normAutofit/>
          </a:bodyPr>
          <a:lstStyle>
            <a:lvl1pPr marL="0" indent="0" algn="ctr">
              <a:lnSpc>
                <a:spcPts val="1980"/>
              </a:lnSpc>
              <a:buNone/>
              <a:defRPr sz="1200" b="0" i="0">
                <a:solidFill>
                  <a:schemeClr val="tx2"/>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1</a:t>
            </a:r>
          </a:p>
        </p:txBody>
      </p:sp>
      <p:sp>
        <p:nvSpPr>
          <p:cNvPr id="4" name="ai generated label">
            <a:extLst>
              <a:ext uri="{FF2B5EF4-FFF2-40B4-BE49-F238E27FC236}">
                <a16:creationId xmlns:a16="http://schemas.microsoft.com/office/drawing/2014/main" id="{803239D4-0DD4-EFD8-EA05-4C964FF6B6E1}"/>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grpSp>
        <p:nvGrpSpPr>
          <p:cNvPr id="8" name="Group 7">
            <a:extLst>
              <a:ext uri="{FF2B5EF4-FFF2-40B4-BE49-F238E27FC236}">
                <a16:creationId xmlns:a16="http://schemas.microsoft.com/office/drawing/2014/main" id="{12F741D4-0491-FAE3-94FE-8D165C9F89E6}"/>
              </a:ext>
            </a:extLst>
          </p:cNvPr>
          <p:cNvGrpSpPr/>
          <p:nvPr userDrawn="1"/>
        </p:nvGrpSpPr>
        <p:grpSpPr>
          <a:xfrm>
            <a:off x="564242" y="5044934"/>
            <a:ext cx="11140156" cy="340242"/>
            <a:chOff x="556547" y="5311127"/>
            <a:chExt cx="11140156" cy="340242"/>
          </a:xfrm>
          <a:solidFill>
            <a:schemeClr val="accent6"/>
          </a:solidFill>
        </p:grpSpPr>
        <p:cxnSp>
          <p:nvCxnSpPr>
            <p:cNvPr id="10" name="Straight Connector 9">
              <a:extLst>
                <a:ext uri="{FF2B5EF4-FFF2-40B4-BE49-F238E27FC236}">
                  <a16:creationId xmlns:a16="http://schemas.microsoft.com/office/drawing/2014/main" id="{B04BC0D8-75D6-B9A0-3673-AC4486AB8073}"/>
                </a:ext>
              </a:extLst>
            </p:cNvPr>
            <p:cNvCxnSpPr/>
            <p:nvPr/>
          </p:nvCxnSpPr>
          <p:spPr>
            <a:xfrm>
              <a:off x="556547" y="5323506"/>
              <a:ext cx="11140156" cy="0"/>
            </a:xfrm>
            <a:prstGeom prst="line">
              <a:avLst/>
            </a:prstGeom>
            <a:grpFill/>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riangle 22">
              <a:extLst>
                <a:ext uri="{FF2B5EF4-FFF2-40B4-BE49-F238E27FC236}">
                  <a16:creationId xmlns:a16="http://schemas.microsoft.com/office/drawing/2014/main" id="{7A9F0177-1D02-0E96-D57D-02B179A53ECD}"/>
                </a:ext>
              </a:extLst>
            </p:cNvPr>
            <p:cNvSpPr/>
            <p:nvPr/>
          </p:nvSpPr>
          <p:spPr>
            <a:xfrm rot="10800000">
              <a:off x="5717272" y="5311127"/>
              <a:ext cx="818707" cy="34024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32" name="{{ dynamic_icon_placeholder }} Column 1">
            <a:extLst>
              <a:ext uri="{FF2B5EF4-FFF2-40B4-BE49-F238E27FC236}">
                <a16:creationId xmlns:a16="http://schemas.microsoft.com/office/drawing/2014/main" id="{E0513F5B-34FB-41F6-0024-284619DCB3B9}"/>
              </a:ext>
            </a:extLst>
          </p:cNvPr>
          <p:cNvSpPr>
            <a:spLocks noGrp="1"/>
          </p:cNvSpPr>
          <p:nvPr>
            <p:ph type="pic" sz="quarter" idx="20" hasCustomPrompt="1"/>
          </p:nvPr>
        </p:nvSpPr>
        <p:spPr>
          <a:xfrm>
            <a:off x="1099039" y="1674073"/>
            <a:ext cx="904271" cy="903428"/>
          </a:xfrm>
          <a:prstGeom prst="rect">
            <a:avLst/>
          </a:prstGeom>
        </p:spPr>
        <p:txBody>
          <a:bodyPr/>
          <a:lstStyle>
            <a:lvl1pPr marL="0" indent="0">
              <a:buNone/>
              <a:defRPr sz="800"/>
            </a:lvl1pPr>
          </a:lstStyle>
          <a:p>
            <a:r>
              <a:rPr lang="en-US"/>
              <a:t>{{ </a:t>
            </a:r>
            <a:r>
              <a:rPr lang="en-US" err="1"/>
              <a:t>dynamic_icon_placeholder</a:t>
            </a:r>
            <a:r>
              <a:rPr lang="en-US"/>
              <a:t> }} Column 1</a:t>
            </a:r>
          </a:p>
          <a:p>
            <a:endParaRPr lang="en-US"/>
          </a:p>
        </p:txBody>
      </p:sp>
      <p:sp>
        <p:nvSpPr>
          <p:cNvPr id="133" name="{{ dynamic_icon_placeholder }} Column 2">
            <a:extLst>
              <a:ext uri="{FF2B5EF4-FFF2-40B4-BE49-F238E27FC236}">
                <a16:creationId xmlns:a16="http://schemas.microsoft.com/office/drawing/2014/main" id="{CF5CBCCD-6D5B-B11F-4C95-C080238F8F52}"/>
              </a:ext>
            </a:extLst>
          </p:cNvPr>
          <p:cNvSpPr>
            <a:spLocks noGrp="1"/>
          </p:cNvSpPr>
          <p:nvPr>
            <p:ph type="pic" sz="quarter" idx="23" hasCustomPrompt="1"/>
          </p:nvPr>
        </p:nvSpPr>
        <p:spPr>
          <a:xfrm>
            <a:off x="3363125" y="1661373"/>
            <a:ext cx="912518" cy="915192"/>
          </a:xfrm>
          <a:prstGeom prst="rect">
            <a:avLst/>
          </a:prstGeom>
        </p:spPr>
        <p:txBody>
          <a:bodyPr/>
          <a:lstStyle>
            <a:lvl1pPr marL="0" indent="0">
              <a:buNone/>
              <a:defRPr sz="800"/>
            </a:lvl1pPr>
          </a:lstStyle>
          <a:p>
            <a:r>
              <a:rPr lang="en-US"/>
              <a:t>{{ </a:t>
            </a:r>
            <a:r>
              <a:rPr lang="en-US" err="1"/>
              <a:t>dynamic_icon_placeholder</a:t>
            </a:r>
            <a:r>
              <a:rPr lang="en-US"/>
              <a:t> }} Column 2</a:t>
            </a:r>
          </a:p>
          <a:p>
            <a:endParaRPr lang="en-US"/>
          </a:p>
        </p:txBody>
      </p:sp>
      <p:sp>
        <p:nvSpPr>
          <p:cNvPr id="134" name="{{ dynamic_icon_placeholder }} Column 3">
            <a:extLst>
              <a:ext uri="{FF2B5EF4-FFF2-40B4-BE49-F238E27FC236}">
                <a16:creationId xmlns:a16="http://schemas.microsoft.com/office/drawing/2014/main" id="{8EB3725C-0110-C011-1D37-0801F12479E8}"/>
              </a:ext>
            </a:extLst>
          </p:cNvPr>
          <p:cNvSpPr>
            <a:spLocks noGrp="1"/>
          </p:cNvSpPr>
          <p:nvPr>
            <p:ph type="pic" sz="quarter" idx="24" hasCustomPrompt="1"/>
          </p:nvPr>
        </p:nvSpPr>
        <p:spPr>
          <a:xfrm>
            <a:off x="5645639" y="1674073"/>
            <a:ext cx="904281" cy="903428"/>
          </a:xfrm>
          <a:prstGeom prst="rect">
            <a:avLst/>
          </a:prstGeom>
        </p:spPr>
        <p:txBody>
          <a:bodyPr/>
          <a:lstStyle>
            <a:lvl1pPr marL="0" indent="0">
              <a:buNone/>
              <a:defRPr sz="800"/>
            </a:lvl1pPr>
          </a:lstStyle>
          <a:p>
            <a:r>
              <a:rPr lang="en-US"/>
              <a:t>{{ </a:t>
            </a:r>
            <a:r>
              <a:rPr lang="en-US" err="1"/>
              <a:t>dynamic_icon_placeholder</a:t>
            </a:r>
            <a:r>
              <a:rPr lang="en-US"/>
              <a:t> }} Column 3</a:t>
            </a:r>
          </a:p>
          <a:p>
            <a:endParaRPr lang="en-US"/>
          </a:p>
        </p:txBody>
      </p:sp>
      <p:sp>
        <p:nvSpPr>
          <p:cNvPr id="17" name="{{ dynamic_icon_placeholder }} Column 4">
            <a:extLst>
              <a:ext uri="{FF2B5EF4-FFF2-40B4-BE49-F238E27FC236}">
                <a16:creationId xmlns:a16="http://schemas.microsoft.com/office/drawing/2014/main" id="{27EC40DE-D0CB-A241-2328-1117717F7282}"/>
              </a:ext>
            </a:extLst>
          </p:cNvPr>
          <p:cNvSpPr>
            <a:spLocks noGrp="1"/>
          </p:cNvSpPr>
          <p:nvPr>
            <p:ph type="pic" sz="quarter" idx="25" hasCustomPrompt="1"/>
          </p:nvPr>
        </p:nvSpPr>
        <p:spPr>
          <a:xfrm>
            <a:off x="7918939" y="1686773"/>
            <a:ext cx="900721" cy="900732"/>
          </a:xfrm>
          <a:prstGeom prst="rect">
            <a:avLst/>
          </a:prstGeom>
        </p:spPr>
        <p:txBody>
          <a:bodyPr/>
          <a:lstStyle>
            <a:lvl1pPr marL="0" indent="0">
              <a:buNone/>
              <a:defRPr sz="800"/>
            </a:lvl1pPr>
          </a:lstStyle>
          <a:p>
            <a:r>
              <a:rPr lang="en-US"/>
              <a:t>{{ </a:t>
            </a:r>
            <a:r>
              <a:rPr lang="en-US" err="1"/>
              <a:t>dynamic_icon_placeholder</a:t>
            </a:r>
            <a:r>
              <a:rPr lang="en-US"/>
              <a:t> }} Column 4</a:t>
            </a:r>
          </a:p>
          <a:p>
            <a:endParaRPr lang="en-US"/>
          </a:p>
        </p:txBody>
      </p:sp>
      <p:sp>
        <p:nvSpPr>
          <p:cNvPr id="18" name="{{ dynamic_icon_placeholder }} Column 5">
            <a:extLst>
              <a:ext uri="{FF2B5EF4-FFF2-40B4-BE49-F238E27FC236}">
                <a16:creationId xmlns:a16="http://schemas.microsoft.com/office/drawing/2014/main" id="{D389C043-5519-6354-EB72-F447B6B4ECE3}"/>
              </a:ext>
            </a:extLst>
          </p:cNvPr>
          <p:cNvSpPr>
            <a:spLocks noGrp="1"/>
          </p:cNvSpPr>
          <p:nvPr>
            <p:ph type="pic" sz="quarter" idx="26" hasCustomPrompt="1"/>
          </p:nvPr>
        </p:nvSpPr>
        <p:spPr>
          <a:xfrm>
            <a:off x="10179539" y="1686773"/>
            <a:ext cx="901138" cy="901138"/>
          </a:xfrm>
          <a:prstGeom prst="rect">
            <a:avLst/>
          </a:prstGeom>
        </p:spPr>
        <p:txBody>
          <a:bodyPr/>
          <a:lstStyle>
            <a:lvl1pPr marL="0" indent="0">
              <a:buNone/>
              <a:defRPr sz="800"/>
            </a:lvl1pPr>
          </a:lstStyle>
          <a:p>
            <a:r>
              <a:rPr lang="en-US"/>
              <a:t>{{ </a:t>
            </a:r>
            <a:r>
              <a:rPr lang="en-US" err="1"/>
              <a:t>dynamic_icon_placeholder</a:t>
            </a:r>
            <a:r>
              <a:rPr lang="en-US"/>
              <a:t> }} Column 5</a:t>
            </a:r>
          </a:p>
          <a:p>
            <a:endParaRPr lang="en-US"/>
          </a:p>
        </p:txBody>
      </p:sp>
      <p:sp>
        <p:nvSpPr>
          <p:cNvPr id="20" name="Header 1">
            <a:extLst>
              <a:ext uri="{FF2B5EF4-FFF2-40B4-BE49-F238E27FC236}">
                <a16:creationId xmlns:a16="http://schemas.microsoft.com/office/drawing/2014/main" id="{8247514A-4C57-955E-9DD6-A66FAC7CC759}"/>
              </a:ext>
            </a:extLst>
          </p:cNvPr>
          <p:cNvSpPr>
            <a:spLocks noGrp="1"/>
          </p:cNvSpPr>
          <p:nvPr>
            <p:ph type="body" sz="quarter" idx="27" hasCustomPrompt="1"/>
          </p:nvPr>
        </p:nvSpPr>
        <p:spPr>
          <a:xfrm>
            <a:off x="516428" y="2667180"/>
            <a:ext cx="2149223" cy="570773"/>
          </a:xfrm>
          <a:prstGeom prst="rect">
            <a:avLst/>
          </a:prstGeom>
        </p:spPr>
        <p:txBody>
          <a:bodyPr wrap="square" lIns="88900" tIns="88900" rIns="88900" bIns="88900" anchor="t">
            <a:normAutofit/>
          </a:bodyPr>
          <a:lstStyle>
            <a:lvl1pPr algn="ctr">
              <a:defRPr lang="en-US" sz="1600" b="1" i="0" kern="1200" baseline="0" dirty="0" smtClean="0">
                <a:solidFill>
                  <a:srgbClr val="43B02A"/>
                </a:solidFill>
                <a:latin typeface="+mn-lt"/>
                <a:ea typeface="Libre Baskerville" charset="0"/>
                <a:cs typeface="Libre Baskerville" charset="0"/>
              </a:defRPr>
            </a:lvl1pPr>
          </a:lstStyle>
          <a:p>
            <a:pPr lvl="0" defTabSz="914400"/>
            <a:r>
              <a:rPr lang="en-US"/>
              <a:t>Header 1</a:t>
            </a:r>
          </a:p>
        </p:txBody>
      </p:sp>
      <p:sp>
        <p:nvSpPr>
          <p:cNvPr id="21" name="Header 2">
            <a:extLst>
              <a:ext uri="{FF2B5EF4-FFF2-40B4-BE49-F238E27FC236}">
                <a16:creationId xmlns:a16="http://schemas.microsoft.com/office/drawing/2014/main" id="{6551BC13-1CA5-E675-F2E4-CBAC34AB3812}"/>
              </a:ext>
            </a:extLst>
          </p:cNvPr>
          <p:cNvSpPr>
            <a:spLocks noGrp="1"/>
          </p:cNvSpPr>
          <p:nvPr>
            <p:ph type="body" sz="quarter" idx="28" hasCustomPrompt="1"/>
          </p:nvPr>
        </p:nvSpPr>
        <p:spPr>
          <a:xfrm>
            <a:off x="2788734" y="2667180"/>
            <a:ext cx="2149223" cy="570773"/>
          </a:xfrm>
          <a:prstGeom prst="rect">
            <a:avLst/>
          </a:prstGeom>
        </p:spPr>
        <p:txBody>
          <a:bodyPr wrap="square" lIns="88900" tIns="88900" rIns="88900" bIns="88900" anchor="t">
            <a:normAutofit/>
          </a:bodyPr>
          <a:lstStyle>
            <a:lvl1pPr algn="ctr">
              <a:defRPr lang="en-US" sz="1600" b="1" i="0" kern="1200" baseline="0" dirty="0" smtClean="0">
                <a:solidFill>
                  <a:srgbClr val="43B02A"/>
                </a:solidFill>
                <a:latin typeface="+mn-lt"/>
                <a:ea typeface="Libre Baskerville" charset="0"/>
                <a:cs typeface="Libre Baskerville" charset="0"/>
              </a:defRPr>
            </a:lvl1pPr>
          </a:lstStyle>
          <a:p>
            <a:pPr lvl="0" defTabSz="914400"/>
            <a:r>
              <a:rPr lang="en-US"/>
              <a:t>Header 2</a:t>
            </a:r>
          </a:p>
        </p:txBody>
      </p:sp>
      <p:sp>
        <p:nvSpPr>
          <p:cNvPr id="22" name="Header 3">
            <a:extLst>
              <a:ext uri="{FF2B5EF4-FFF2-40B4-BE49-F238E27FC236}">
                <a16:creationId xmlns:a16="http://schemas.microsoft.com/office/drawing/2014/main" id="{280489F3-A511-2F86-D32B-AB3BC44D16B8}"/>
              </a:ext>
            </a:extLst>
          </p:cNvPr>
          <p:cNvSpPr>
            <a:spLocks noGrp="1"/>
          </p:cNvSpPr>
          <p:nvPr>
            <p:ph type="body" sz="quarter" idx="29" hasCustomPrompt="1"/>
          </p:nvPr>
        </p:nvSpPr>
        <p:spPr>
          <a:xfrm>
            <a:off x="5073188" y="2667180"/>
            <a:ext cx="2149223" cy="570773"/>
          </a:xfrm>
          <a:prstGeom prst="rect">
            <a:avLst/>
          </a:prstGeom>
        </p:spPr>
        <p:txBody>
          <a:bodyPr wrap="square" lIns="88900" tIns="88900" rIns="88900" bIns="88900" anchor="t">
            <a:normAutofit/>
          </a:bodyPr>
          <a:lstStyle>
            <a:lvl1pPr algn="ctr">
              <a:defRPr lang="en-US" sz="1600" b="1" i="0" kern="1200" baseline="0" dirty="0" smtClean="0">
                <a:solidFill>
                  <a:srgbClr val="43B02A"/>
                </a:solidFill>
                <a:latin typeface="+mn-lt"/>
                <a:ea typeface="Libre Baskerville" charset="0"/>
                <a:cs typeface="Libre Baskerville" charset="0"/>
              </a:defRPr>
            </a:lvl1pPr>
          </a:lstStyle>
          <a:p>
            <a:pPr lvl="0" defTabSz="914400"/>
            <a:r>
              <a:rPr lang="en-US" dirty="0"/>
              <a:t>Header 3</a:t>
            </a:r>
          </a:p>
        </p:txBody>
      </p:sp>
      <p:sp>
        <p:nvSpPr>
          <p:cNvPr id="23" name="Header 4">
            <a:extLst>
              <a:ext uri="{FF2B5EF4-FFF2-40B4-BE49-F238E27FC236}">
                <a16:creationId xmlns:a16="http://schemas.microsoft.com/office/drawing/2014/main" id="{3D02FF00-041C-B9BA-6663-1634CB6E0C8C}"/>
              </a:ext>
            </a:extLst>
          </p:cNvPr>
          <p:cNvSpPr>
            <a:spLocks noGrp="1"/>
          </p:cNvSpPr>
          <p:nvPr>
            <p:ph type="body" sz="quarter" idx="30" hasCustomPrompt="1"/>
          </p:nvPr>
        </p:nvSpPr>
        <p:spPr>
          <a:xfrm>
            <a:off x="7344687" y="2667180"/>
            <a:ext cx="2149223" cy="570773"/>
          </a:xfrm>
          <a:prstGeom prst="rect">
            <a:avLst/>
          </a:prstGeom>
        </p:spPr>
        <p:txBody>
          <a:bodyPr wrap="square" lIns="88900" tIns="88900" rIns="88900" bIns="88900" anchor="t">
            <a:normAutofit/>
          </a:bodyPr>
          <a:lstStyle>
            <a:lvl1pPr algn="ctr">
              <a:defRPr lang="en-US" sz="1600" b="1" i="0" kern="1200" baseline="0" dirty="0" smtClean="0">
                <a:solidFill>
                  <a:srgbClr val="43B02A"/>
                </a:solidFill>
                <a:latin typeface="+mn-lt"/>
                <a:ea typeface="Libre Baskerville" charset="0"/>
                <a:cs typeface="Libre Baskerville" charset="0"/>
              </a:defRPr>
            </a:lvl1pPr>
          </a:lstStyle>
          <a:p>
            <a:pPr lvl="0" defTabSz="914400"/>
            <a:r>
              <a:rPr lang="en-US"/>
              <a:t>Header 4</a:t>
            </a:r>
          </a:p>
        </p:txBody>
      </p:sp>
      <p:sp>
        <p:nvSpPr>
          <p:cNvPr id="34" name="Header 5">
            <a:extLst>
              <a:ext uri="{FF2B5EF4-FFF2-40B4-BE49-F238E27FC236}">
                <a16:creationId xmlns:a16="http://schemas.microsoft.com/office/drawing/2014/main" id="{6517D2E3-A0C2-30D9-4928-4045D212442A}"/>
              </a:ext>
            </a:extLst>
          </p:cNvPr>
          <p:cNvSpPr>
            <a:spLocks noGrp="1"/>
          </p:cNvSpPr>
          <p:nvPr>
            <p:ph type="body" sz="quarter" idx="31" hasCustomPrompt="1"/>
          </p:nvPr>
        </p:nvSpPr>
        <p:spPr>
          <a:xfrm>
            <a:off x="9612281" y="2667180"/>
            <a:ext cx="2149223" cy="570773"/>
          </a:xfrm>
          <a:prstGeom prst="rect">
            <a:avLst/>
          </a:prstGeom>
        </p:spPr>
        <p:txBody>
          <a:bodyPr wrap="square" lIns="88900" tIns="88900" rIns="88900" bIns="88900" anchor="t">
            <a:normAutofit/>
          </a:bodyPr>
          <a:lstStyle>
            <a:lvl1pPr algn="ctr">
              <a:defRPr lang="en-US" sz="1600" b="1" i="0" kern="1200" baseline="0" dirty="0" smtClean="0">
                <a:solidFill>
                  <a:srgbClr val="43B02A"/>
                </a:solidFill>
                <a:latin typeface="+mn-lt"/>
                <a:ea typeface="Libre Baskerville" charset="0"/>
                <a:cs typeface="Libre Baskerville" charset="0"/>
              </a:defRPr>
            </a:lvl1pPr>
          </a:lstStyle>
          <a:p>
            <a:pPr lvl="0" defTabSz="914400"/>
            <a:r>
              <a:rPr lang="en-US" dirty="0"/>
              <a:t>Header 5</a:t>
            </a:r>
          </a:p>
        </p:txBody>
      </p:sp>
      <p:sp>
        <p:nvSpPr>
          <p:cNvPr id="51" name="Supporting text 2">
            <a:extLst>
              <a:ext uri="{FF2B5EF4-FFF2-40B4-BE49-F238E27FC236}">
                <a16:creationId xmlns:a16="http://schemas.microsoft.com/office/drawing/2014/main" id="{04B42D5F-A414-BFB4-AE70-0D936AFF305C}"/>
              </a:ext>
            </a:extLst>
          </p:cNvPr>
          <p:cNvSpPr>
            <a:spLocks noGrp="1"/>
          </p:cNvSpPr>
          <p:nvPr>
            <p:ph type="body" sz="quarter" idx="34" hasCustomPrompt="1"/>
          </p:nvPr>
        </p:nvSpPr>
        <p:spPr>
          <a:xfrm>
            <a:off x="2788734" y="3327632"/>
            <a:ext cx="2149223" cy="971975"/>
          </a:xfrm>
          <a:prstGeom prst="rect">
            <a:avLst/>
          </a:prstGeom>
        </p:spPr>
        <p:txBody>
          <a:bodyPr lIns="88900" tIns="88900" rIns="88900" bIns="88900" anchor="t">
            <a:normAutofit/>
          </a:bodyPr>
          <a:lstStyle>
            <a:lvl1pPr marL="0" indent="0" algn="ctr">
              <a:lnSpc>
                <a:spcPts val="1980"/>
              </a:lnSpc>
              <a:buNone/>
              <a:defRPr sz="1200" b="0" i="0">
                <a:solidFill>
                  <a:schemeClr val="tx2"/>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2</a:t>
            </a:r>
          </a:p>
        </p:txBody>
      </p:sp>
      <p:sp>
        <p:nvSpPr>
          <p:cNvPr id="52" name="Supporting text 3">
            <a:extLst>
              <a:ext uri="{FF2B5EF4-FFF2-40B4-BE49-F238E27FC236}">
                <a16:creationId xmlns:a16="http://schemas.microsoft.com/office/drawing/2014/main" id="{DFB5C6A1-4317-91B3-E8E1-6102268FEE01}"/>
              </a:ext>
            </a:extLst>
          </p:cNvPr>
          <p:cNvSpPr>
            <a:spLocks noGrp="1"/>
          </p:cNvSpPr>
          <p:nvPr>
            <p:ph type="body" sz="quarter" idx="35" hasCustomPrompt="1"/>
          </p:nvPr>
        </p:nvSpPr>
        <p:spPr>
          <a:xfrm>
            <a:off x="5073188" y="3328636"/>
            <a:ext cx="2149223" cy="971975"/>
          </a:xfrm>
          <a:prstGeom prst="rect">
            <a:avLst/>
          </a:prstGeom>
        </p:spPr>
        <p:txBody>
          <a:bodyPr lIns="88900" tIns="88900" rIns="88900" bIns="88900" anchor="t">
            <a:normAutofit/>
          </a:bodyPr>
          <a:lstStyle>
            <a:lvl1pPr marL="0" indent="0" algn="ctr">
              <a:lnSpc>
                <a:spcPts val="1980"/>
              </a:lnSpc>
              <a:buNone/>
              <a:defRPr sz="1200" b="0" i="0">
                <a:solidFill>
                  <a:schemeClr val="tx2"/>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3</a:t>
            </a:r>
          </a:p>
        </p:txBody>
      </p:sp>
      <p:sp>
        <p:nvSpPr>
          <p:cNvPr id="53" name="Supporting text 4">
            <a:extLst>
              <a:ext uri="{FF2B5EF4-FFF2-40B4-BE49-F238E27FC236}">
                <a16:creationId xmlns:a16="http://schemas.microsoft.com/office/drawing/2014/main" id="{B6914BEF-0F82-B0DE-E6DB-321FB18A1CE2}"/>
              </a:ext>
            </a:extLst>
          </p:cNvPr>
          <p:cNvSpPr>
            <a:spLocks noGrp="1"/>
          </p:cNvSpPr>
          <p:nvPr>
            <p:ph type="body" sz="quarter" idx="36" hasCustomPrompt="1"/>
          </p:nvPr>
        </p:nvSpPr>
        <p:spPr>
          <a:xfrm>
            <a:off x="7344687" y="3327632"/>
            <a:ext cx="2149223" cy="971975"/>
          </a:xfrm>
          <a:prstGeom prst="rect">
            <a:avLst/>
          </a:prstGeom>
        </p:spPr>
        <p:txBody>
          <a:bodyPr lIns="88900" tIns="88900" rIns="88900" bIns="88900" anchor="t">
            <a:normAutofit/>
          </a:bodyPr>
          <a:lstStyle>
            <a:lvl1pPr marL="0" indent="0" algn="ctr">
              <a:lnSpc>
                <a:spcPts val="1980"/>
              </a:lnSpc>
              <a:buNone/>
              <a:defRPr sz="1200" b="0" i="0">
                <a:solidFill>
                  <a:schemeClr val="tx2"/>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4</a:t>
            </a:r>
          </a:p>
        </p:txBody>
      </p:sp>
      <p:sp>
        <p:nvSpPr>
          <p:cNvPr id="54" name="Supporting text 5">
            <a:extLst>
              <a:ext uri="{FF2B5EF4-FFF2-40B4-BE49-F238E27FC236}">
                <a16:creationId xmlns:a16="http://schemas.microsoft.com/office/drawing/2014/main" id="{B0E1C25D-D389-D7FA-A799-32C33BE402CC}"/>
              </a:ext>
            </a:extLst>
          </p:cNvPr>
          <p:cNvSpPr>
            <a:spLocks noGrp="1"/>
          </p:cNvSpPr>
          <p:nvPr>
            <p:ph type="body" sz="quarter" idx="37" hasCustomPrompt="1"/>
          </p:nvPr>
        </p:nvSpPr>
        <p:spPr>
          <a:xfrm>
            <a:off x="9612281" y="3328636"/>
            <a:ext cx="2149223" cy="971975"/>
          </a:xfrm>
          <a:prstGeom prst="rect">
            <a:avLst/>
          </a:prstGeom>
        </p:spPr>
        <p:txBody>
          <a:bodyPr lIns="88900" tIns="88900" rIns="88900" bIns="88900" anchor="t">
            <a:normAutofit/>
          </a:bodyPr>
          <a:lstStyle>
            <a:lvl1pPr marL="0" indent="0" algn="ctr">
              <a:lnSpc>
                <a:spcPts val="1980"/>
              </a:lnSpc>
              <a:buNone/>
              <a:defRPr sz="1200" b="0" i="0">
                <a:solidFill>
                  <a:schemeClr val="tx2"/>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5</a:t>
            </a:r>
          </a:p>
        </p:txBody>
      </p:sp>
      <p:sp>
        <p:nvSpPr>
          <p:cNvPr id="55" name="Bold text">
            <a:extLst>
              <a:ext uri="{FF2B5EF4-FFF2-40B4-BE49-F238E27FC236}">
                <a16:creationId xmlns:a16="http://schemas.microsoft.com/office/drawing/2014/main" id="{54812B4C-13D4-A4CB-A7A5-248F3F58B07C}"/>
              </a:ext>
            </a:extLst>
          </p:cNvPr>
          <p:cNvSpPr>
            <a:spLocks noGrp="1"/>
          </p:cNvSpPr>
          <p:nvPr>
            <p:ph type="body" sz="quarter" idx="38" hasCustomPrompt="1"/>
          </p:nvPr>
        </p:nvSpPr>
        <p:spPr>
          <a:xfrm>
            <a:off x="904568" y="4583817"/>
            <a:ext cx="10382864" cy="307777"/>
          </a:xfrm>
          <a:prstGeom prst="rect">
            <a:avLst/>
          </a:prstGeom>
        </p:spPr>
        <p:txBody>
          <a:bodyPr lIns="88900" tIns="88900" rIns="88900" bIns="88900" anchor="ctr">
            <a:normAutofit/>
          </a:bodyPr>
          <a:lstStyle>
            <a:lvl1pPr marL="0" indent="0" algn="ctr">
              <a:lnSpc>
                <a:spcPts val="1980"/>
              </a:lnSpc>
              <a:buNone/>
              <a:defRPr sz="1600" b="1" i="1">
                <a:solidFill>
                  <a:schemeClr val="accent1"/>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Bold text</a:t>
            </a:r>
          </a:p>
        </p:txBody>
      </p:sp>
      <p:sp>
        <p:nvSpPr>
          <p:cNvPr id="56" name="Supporting text 6">
            <a:extLst>
              <a:ext uri="{FF2B5EF4-FFF2-40B4-BE49-F238E27FC236}">
                <a16:creationId xmlns:a16="http://schemas.microsoft.com/office/drawing/2014/main" id="{D4F0F9B7-CF2B-E504-984C-6315F1237595}"/>
              </a:ext>
            </a:extLst>
          </p:cNvPr>
          <p:cNvSpPr>
            <a:spLocks noGrp="1"/>
          </p:cNvSpPr>
          <p:nvPr>
            <p:ph type="body" sz="quarter" idx="39" hasCustomPrompt="1"/>
          </p:nvPr>
        </p:nvSpPr>
        <p:spPr>
          <a:xfrm>
            <a:off x="832825" y="6053138"/>
            <a:ext cx="3355848" cy="600164"/>
          </a:xfrm>
          <a:prstGeom prst="rect">
            <a:avLst/>
          </a:prstGeom>
        </p:spPr>
        <p:txBody>
          <a:bodyPr lIns="88900" tIns="88900" rIns="88900" bIns="88900" anchor="t">
            <a:normAutofit/>
          </a:bodyPr>
          <a:lstStyle>
            <a:lvl1pPr marL="0" indent="0" algn="ctr">
              <a:lnSpc>
                <a:spcPts val="1980"/>
              </a:lnSpc>
              <a:buNone/>
              <a:defRPr sz="1200" b="0" i="0">
                <a:solidFill>
                  <a:srgbClr val="242523"/>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6</a:t>
            </a:r>
          </a:p>
        </p:txBody>
      </p:sp>
      <p:sp>
        <p:nvSpPr>
          <p:cNvPr id="57" name="Supporting text 7">
            <a:extLst>
              <a:ext uri="{FF2B5EF4-FFF2-40B4-BE49-F238E27FC236}">
                <a16:creationId xmlns:a16="http://schemas.microsoft.com/office/drawing/2014/main" id="{A5E637AE-EBB2-F2DD-51CC-176492E68130}"/>
              </a:ext>
            </a:extLst>
          </p:cNvPr>
          <p:cNvSpPr>
            <a:spLocks noGrp="1"/>
          </p:cNvSpPr>
          <p:nvPr>
            <p:ph type="body" sz="quarter" idx="40" hasCustomPrompt="1"/>
          </p:nvPr>
        </p:nvSpPr>
        <p:spPr>
          <a:xfrm>
            <a:off x="4477725" y="6053138"/>
            <a:ext cx="3355848" cy="600164"/>
          </a:xfrm>
          <a:prstGeom prst="rect">
            <a:avLst/>
          </a:prstGeom>
        </p:spPr>
        <p:txBody>
          <a:bodyPr lIns="88900" tIns="88900" rIns="88900" bIns="88900" anchor="t">
            <a:normAutofit/>
          </a:bodyPr>
          <a:lstStyle>
            <a:lvl1pPr marL="0" indent="0" algn="ctr">
              <a:lnSpc>
                <a:spcPts val="1980"/>
              </a:lnSpc>
              <a:buNone/>
              <a:defRPr sz="1200" b="0" i="0">
                <a:solidFill>
                  <a:srgbClr val="242523"/>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7</a:t>
            </a:r>
          </a:p>
        </p:txBody>
      </p:sp>
      <p:sp>
        <p:nvSpPr>
          <p:cNvPr id="58" name="Supporting text 8">
            <a:extLst>
              <a:ext uri="{FF2B5EF4-FFF2-40B4-BE49-F238E27FC236}">
                <a16:creationId xmlns:a16="http://schemas.microsoft.com/office/drawing/2014/main" id="{853EBB90-0085-A800-FF19-F6709CE25839}"/>
              </a:ext>
            </a:extLst>
          </p:cNvPr>
          <p:cNvSpPr>
            <a:spLocks noGrp="1"/>
          </p:cNvSpPr>
          <p:nvPr>
            <p:ph type="body" sz="quarter" idx="41" hasCustomPrompt="1"/>
          </p:nvPr>
        </p:nvSpPr>
        <p:spPr>
          <a:xfrm>
            <a:off x="8122625" y="6053138"/>
            <a:ext cx="3355848" cy="600164"/>
          </a:xfrm>
          <a:prstGeom prst="rect">
            <a:avLst/>
          </a:prstGeom>
        </p:spPr>
        <p:txBody>
          <a:bodyPr lIns="88900" tIns="88900" rIns="88900" bIns="88900" anchor="t">
            <a:normAutofit/>
          </a:bodyPr>
          <a:lstStyle>
            <a:lvl1pPr marL="0" indent="0" algn="ctr">
              <a:lnSpc>
                <a:spcPts val="1980"/>
              </a:lnSpc>
              <a:buNone/>
              <a:defRPr sz="1200" b="0" i="0">
                <a:solidFill>
                  <a:srgbClr val="242523"/>
                </a:solidFill>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8</a:t>
            </a:r>
          </a:p>
        </p:txBody>
      </p:sp>
      <p:sp>
        <p:nvSpPr>
          <p:cNvPr id="62" name="Slide Title">
            <a:extLst>
              <a:ext uri="{FF2B5EF4-FFF2-40B4-BE49-F238E27FC236}">
                <a16:creationId xmlns:a16="http://schemas.microsoft.com/office/drawing/2014/main" id="{394A1E07-61A1-D125-E1CD-ABD758457025}"/>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rmAutofit/>
          </a:bodyPr>
          <a:lstStyle>
            <a:lvl1pPr>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pPr marL="0" lvl="0" algn="l" defTabSz="1219170" rtl="0" eaLnBrk="1" latinLnBrk="0" hangingPunct="1">
              <a:spcBef>
                <a:spcPct val="0"/>
              </a:spcBef>
              <a:buNone/>
            </a:pPr>
            <a:r>
              <a:rPr lang="en-US" noProof="0"/>
              <a:t>Slide Title</a:t>
            </a:r>
          </a:p>
        </p:txBody>
      </p:sp>
      <p:sp>
        <p:nvSpPr>
          <p:cNvPr id="6" name="Slide Subtitle">
            <a:extLst>
              <a:ext uri="{FF2B5EF4-FFF2-40B4-BE49-F238E27FC236}">
                <a16:creationId xmlns:a16="http://schemas.microsoft.com/office/drawing/2014/main" id="{FEAF03E5-91B5-4F12-3A63-C52F1FEBE80F}"/>
              </a:ext>
            </a:extLst>
          </p:cNvPr>
          <p:cNvSpPr>
            <a:spLocks noGrp="1"/>
          </p:cNvSpPr>
          <p:nvPr>
            <p:ph type="body" sz="quarter" idx="45" hasCustomPrompt="1"/>
          </p:nvPr>
        </p:nvSpPr>
        <p:spPr>
          <a:xfrm>
            <a:off x="551688" y="1079353"/>
            <a:ext cx="11390734" cy="454080"/>
          </a:xfrm>
          <a:prstGeom prst="rect">
            <a:avLst/>
          </a:prstGeom>
        </p:spPr>
        <p:txBody>
          <a:bodyPr anchor="t">
            <a:normAutofit/>
          </a:bodyPr>
          <a:lstStyle>
            <a:lvl1pPr marL="0" indent="0">
              <a:lnSpc>
                <a:spcPts val="1980"/>
              </a:lnSpc>
              <a:buNone/>
              <a:defRPr lang="en-US" sz="1400" b="0" i="0" kern="1200" dirty="0">
                <a:solidFill>
                  <a:schemeClr val="tx1"/>
                </a:solidFill>
                <a:latin typeface="+mn-lt"/>
                <a:ea typeface="Open Sans Light" panose="020B0606030504020204" pitchFamily="34" charset="0"/>
                <a:cs typeface="Open Sans Light" panose="020B0606030504020204" pitchFamily="34" charset="0"/>
              </a:defRPr>
            </a:lvl1pPr>
            <a:lvl5pPr marL="1828800" indent="0">
              <a:buNone/>
              <a:defRPr/>
            </a:lvl5pPr>
          </a:lstStyle>
          <a:p>
            <a:pPr marL="0" lvl="0" indent="0" algn="l" defTabSz="1219170" rtl="0" eaLnBrk="1" latinLnBrk="0" hangingPunct="1">
              <a:lnSpc>
                <a:spcPts val="1980"/>
              </a:lnSpc>
              <a:spcBef>
                <a:spcPts val="0"/>
              </a:spcBef>
              <a:spcAft>
                <a:spcPts val="1333"/>
              </a:spcAft>
              <a:buSzPct val="100000"/>
              <a:buFontTx/>
              <a:buNone/>
            </a:pPr>
            <a:r>
              <a:rPr lang="en-US"/>
              <a:t>Slide Subtitle</a:t>
            </a:r>
          </a:p>
        </p:txBody>
      </p:sp>
      <p:sp>
        <p:nvSpPr>
          <p:cNvPr id="3" name="Text Placeholder 2">
            <a:extLst>
              <a:ext uri="{FF2B5EF4-FFF2-40B4-BE49-F238E27FC236}">
                <a16:creationId xmlns:a16="http://schemas.microsoft.com/office/drawing/2014/main" id="{4B76BEB0-8398-A4E7-4CE8-3852C045023C}"/>
              </a:ext>
            </a:extLst>
          </p:cNvPr>
          <p:cNvSpPr>
            <a:spLocks noGrp="1"/>
          </p:cNvSpPr>
          <p:nvPr>
            <p:ph type="body" sz="quarter" idx="50" hasCustomPrompt="1"/>
          </p:nvPr>
        </p:nvSpPr>
        <p:spPr>
          <a:xfrm>
            <a:off x="832825" y="5437404"/>
            <a:ext cx="3355848" cy="588810"/>
          </a:xfrm>
          <a:prstGeom prst="rect">
            <a:avLst/>
          </a:prstGeom>
          <a:solidFill>
            <a:schemeClr val="accent6"/>
          </a:solidFill>
        </p:spPr>
        <p:txBody>
          <a:bodyPr lIns="88900" tIns="88900" rIns="88900" bIns="88900">
            <a:normAutofit/>
          </a:bodyPr>
          <a:lstStyle>
            <a:lvl1pPr algn="ctr">
              <a:defRPr sz="1600" b="1">
                <a:solidFill>
                  <a:schemeClr val="bg1"/>
                </a:solidFill>
              </a:defRPr>
            </a:lvl1pPr>
          </a:lstStyle>
          <a:p>
            <a:pPr lvl="0"/>
            <a:r>
              <a:rPr lang="en-US"/>
              <a:t>Header 6</a:t>
            </a:r>
          </a:p>
        </p:txBody>
      </p:sp>
      <p:sp>
        <p:nvSpPr>
          <p:cNvPr id="12" name="Text Placeholder 11">
            <a:extLst>
              <a:ext uri="{FF2B5EF4-FFF2-40B4-BE49-F238E27FC236}">
                <a16:creationId xmlns:a16="http://schemas.microsoft.com/office/drawing/2014/main" id="{97BCD45A-6DCE-6527-1E07-E481A19F012C}"/>
              </a:ext>
            </a:extLst>
          </p:cNvPr>
          <p:cNvSpPr>
            <a:spLocks noGrp="1"/>
          </p:cNvSpPr>
          <p:nvPr>
            <p:ph type="body" sz="quarter" idx="51" hasCustomPrompt="1"/>
          </p:nvPr>
        </p:nvSpPr>
        <p:spPr>
          <a:xfrm>
            <a:off x="4477725" y="5437404"/>
            <a:ext cx="3355848" cy="588810"/>
          </a:xfrm>
          <a:prstGeom prst="rect">
            <a:avLst/>
          </a:prstGeom>
          <a:solidFill>
            <a:srgbClr val="7F7F7F"/>
          </a:solidFill>
        </p:spPr>
        <p:txBody>
          <a:bodyPr lIns="88900" tIns="88900" rIns="88900" bIns="88900">
            <a:normAutofit/>
          </a:bodyPr>
          <a:lstStyle>
            <a:lvl1pPr algn="ctr">
              <a:defRPr sz="1600" b="1">
                <a:solidFill>
                  <a:schemeClr val="bg1"/>
                </a:solidFill>
              </a:defRPr>
            </a:lvl1pPr>
          </a:lstStyle>
          <a:p>
            <a:pPr lvl="0"/>
            <a:r>
              <a:rPr lang="en-US"/>
              <a:t>Header 7</a:t>
            </a:r>
          </a:p>
        </p:txBody>
      </p:sp>
      <p:sp>
        <p:nvSpPr>
          <p:cNvPr id="16" name="Text Placeholder 15">
            <a:extLst>
              <a:ext uri="{FF2B5EF4-FFF2-40B4-BE49-F238E27FC236}">
                <a16:creationId xmlns:a16="http://schemas.microsoft.com/office/drawing/2014/main" id="{C265166B-1441-22E9-0E65-FAA6CE9A6CE6}"/>
              </a:ext>
            </a:extLst>
          </p:cNvPr>
          <p:cNvSpPr>
            <a:spLocks noGrp="1"/>
          </p:cNvSpPr>
          <p:nvPr>
            <p:ph type="body" sz="quarter" idx="52" hasCustomPrompt="1"/>
          </p:nvPr>
        </p:nvSpPr>
        <p:spPr>
          <a:xfrm>
            <a:off x="8122625" y="5437404"/>
            <a:ext cx="3355848" cy="588810"/>
          </a:xfrm>
          <a:prstGeom prst="rect">
            <a:avLst/>
          </a:prstGeom>
          <a:solidFill>
            <a:srgbClr val="7F7F7F"/>
          </a:solidFill>
        </p:spPr>
        <p:txBody>
          <a:bodyPr lIns="88900" tIns="88900" rIns="88900" bIns="88900">
            <a:normAutofit/>
          </a:bodyPr>
          <a:lstStyle>
            <a:lvl1pPr algn="ctr">
              <a:defRPr sz="1600" b="1">
                <a:solidFill>
                  <a:schemeClr val="bg1"/>
                </a:solidFill>
              </a:defRPr>
            </a:lvl1pPr>
          </a:lstStyle>
          <a:p>
            <a:pPr lvl="0"/>
            <a:r>
              <a:rPr lang="en-US"/>
              <a:t>Header 8</a:t>
            </a:r>
          </a:p>
        </p:txBody>
      </p:sp>
    </p:spTree>
    <p:extLst>
      <p:ext uri="{BB962C8B-B14F-4D97-AF65-F5344CB8AC3E}">
        <p14:creationId xmlns:p14="http://schemas.microsoft.com/office/powerpoint/2010/main" val="63141924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Standard headline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FC2291-DD4C-CB1C-7EE0-B308EAD461BB}"/>
              </a:ext>
            </a:extLst>
          </p:cNvPr>
          <p:cNvSpPr/>
          <p:nvPr userDrawn="1"/>
        </p:nvSpPr>
        <p:spPr>
          <a:xfrm>
            <a:off x="406400" y="2080054"/>
            <a:ext cx="11450320" cy="3644886"/>
          </a:xfrm>
          <a:prstGeom prst="rect">
            <a:avLst/>
          </a:prstGeom>
          <a:solidFill>
            <a:schemeClr val="bg1">
              <a:lumMod val="95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FFFFFF"/>
              </a:solidFill>
              <a:effectLst/>
              <a:uLnTx/>
              <a:uFillTx/>
              <a:ea typeface="+mn-ea"/>
              <a:cs typeface="+mn-cs"/>
            </a:endParaRPr>
          </a:p>
        </p:txBody>
      </p:sp>
      <p:sp>
        <p:nvSpPr>
          <p:cNvPr id="9" name="HEADER 2">
            <a:extLst>
              <a:ext uri="{FF2B5EF4-FFF2-40B4-BE49-F238E27FC236}">
                <a16:creationId xmlns:a16="http://schemas.microsoft.com/office/drawing/2014/main" id="{591AFE2A-9DB8-8660-6AFD-42FB57F84A44}"/>
              </a:ext>
            </a:extLst>
          </p:cNvPr>
          <p:cNvSpPr>
            <a:spLocks noGrp="1"/>
          </p:cNvSpPr>
          <p:nvPr>
            <p:ph type="body" sz="quarter" idx="43" hasCustomPrompt="1"/>
          </p:nvPr>
        </p:nvSpPr>
        <p:spPr>
          <a:xfrm>
            <a:off x="2806700" y="2197100"/>
            <a:ext cx="2143793" cy="3399859"/>
          </a:xfrm>
          <a:prstGeom prst="rect">
            <a:avLst/>
          </a:prstGeom>
          <a:solidFill>
            <a:schemeClr val="bg1"/>
          </a:solidFill>
          <a:ln w="22225">
            <a:solidFill>
              <a:srgbClr val="43B02A"/>
            </a:solidFill>
          </a:ln>
        </p:spPr>
        <p:txBody>
          <a:bodyPr lIns="88900" tIns="88900" rIns="88900" bIns="88900"/>
          <a:lstStyle>
            <a:lvl1pPr algn="ctr">
              <a:defRPr sz="1600" b="1" spc="300"/>
            </a:lvl1pPr>
          </a:lstStyle>
          <a:p>
            <a:pPr lvl="0"/>
            <a:r>
              <a:rPr lang="en-US"/>
              <a:t>HEADER 2</a:t>
            </a:r>
          </a:p>
        </p:txBody>
      </p:sp>
      <p:sp>
        <p:nvSpPr>
          <p:cNvPr id="12" name="HEADER 3">
            <a:extLst>
              <a:ext uri="{FF2B5EF4-FFF2-40B4-BE49-F238E27FC236}">
                <a16:creationId xmlns:a16="http://schemas.microsoft.com/office/drawing/2014/main" id="{86419E58-DED6-4D9E-A0E0-D1B43C44DFD8}"/>
              </a:ext>
            </a:extLst>
          </p:cNvPr>
          <p:cNvSpPr>
            <a:spLocks noGrp="1"/>
          </p:cNvSpPr>
          <p:nvPr>
            <p:ph type="body" sz="quarter" idx="44" hasCustomPrompt="1"/>
          </p:nvPr>
        </p:nvSpPr>
        <p:spPr>
          <a:xfrm>
            <a:off x="5054600" y="2197100"/>
            <a:ext cx="2143793" cy="3399859"/>
          </a:xfrm>
          <a:prstGeom prst="rect">
            <a:avLst/>
          </a:prstGeom>
          <a:solidFill>
            <a:schemeClr val="bg1"/>
          </a:solidFill>
          <a:ln w="22225">
            <a:solidFill>
              <a:srgbClr val="009A44"/>
            </a:solidFill>
          </a:ln>
        </p:spPr>
        <p:txBody>
          <a:bodyPr lIns="88900" tIns="88900" rIns="88900" bIns="88900"/>
          <a:lstStyle>
            <a:lvl1pPr algn="ctr">
              <a:defRPr sz="1600" b="1" spc="300"/>
            </a:lvl1pPr>
          </a:lstStyle>
          <a:p>
            <a:pPr lvl="0"/>
            <a:r>
              <a:rPr lang="en-US"/>
              <a:t>HEADER 3</a:t>
            </a:r>
          </a:p>
        </p:txBody>
      </p:sp>
      <p:sp>
        <p:nvSpPr>
          <p:cNvPr id="14" name="HEADER 4">
            <a:extLst>
              <a:ext uri="{FF2B5EF4-FFF2-40B4-BE49-F238E27FC236}">
                <a16:creationId xmlns:a16="http://schemas.microsoft.com/office/drawing/2014/main" id="{3D55E438-45BB-508D-B3A7-8038EB9BC0CF}"/>
              </a:ext>
            </a:extLst>
          </p:cNvPr>
          <p:cNvSpPr>
            <a:spLocks noGrp="1"/>
          </p:cNvSpPr>
          <p:nvPr>
            <p:ph type="body" sz="quarter" idx="45" hasCustomPrompt="1"/>
          </p:nvPr>
        </p:nvSpPr>
        <p:spPr>
          <a:xfrm>
            <a:off x="7315200" y="2197100"/>
            <a:ext cx="2143793" cy="3399859"/>
          </a:xfrm>
          <a:prstGeom prst="rect">
            <a:avLst/>
          </a:prstGeom>
          <a:solidFill>
            <a:schemeClr val="bg1"/>
          </a:solidFill>
          <a:ln w="22225">
            <a:solidFill>
              <a:srgbClr val="046A38"/>
            </a:solidFill>
          </a:ln>
        </p:spPr>
        <p:txBody>
          <a:bodyPr lIns="88900" tIns="88900" rIns="88900" bIns="88900"/>
          <a:lstStyle>
            <a:lvl1pPr algn="ctr">
              <a:defRPr sz="1600" b="1" spc="300"/>
            </a:lvl1pPr>
          </a:lstStyle>
          <a:p>
            <a:pPr lvl="0"/>
            <a:r>
              <a:rPr lang="en-US"/>
              <a:t>HEADER 4</a:t>
            </a:r>
          </a:p>
        </p:txBody>
      </p:sp>
      <p:sp>
        <p:nvSpPr>
          <p:cNvPr id="17" name="HEADER 5">
            <a:extLst>
              <a:ext uri="{FF2B5EF4-FFF2-40B4-BE49-F238E27FC236}">
                <a16:creationId xmlns:a16="http://schemas.microsoft.com/office/drawing/2014/main" id="{97EABB73-EAC3-0CD6-DABE-0E7D587DD839}"/>
              </a:ext>
            </a:extLst>
          </p:cNvPr>
          <p:cNvSpPr>
            <a:spLocks noGrp="1"/>
          </p:cNvSpPr>
          <p:nvPr>
            <p:ph type="body" sz="quarter" idx="46" hasCustomPrompt="1"/>
          </p:nvPr>
        </p:nvSpPr>
        <p:spPr>
          <a:xfrm>
            <a:off x="9575800" y="2197100"/>
            <a:ext cx="2143793" cy="3399859"/>
          </a:xfrm>
          <a:prstGeom prst="rect">
            <a:avLst/>
          </a:prstGeom>
          <a:solidFill>
            <a:schemeClr val="bg1"/>
          </a:solidFill>
          <a:ln w="22225">
            <a:solidFill>
              <a:srgbClr val="2C5234"/>
            </a:solidFill>
          </a:ln>
        </p:spPr>
        <p:txBody>
          <a:bodyPr lIns="88900" tIns="88900" rIns="88900" bIns="88900"/>
          <a:lstStyle>
            <a:lvl1pPr algn="ctr">
              <a:defRPr sz="1600" b="1" spc="300"/>
            </a:lvl1pPr>
          </a:lstStyle>
          <a:p>
            <a:pPr lvl="0"/>
            <a:r>
              <a:rPr lang="en-US"/>
              <a:t>HEADER 5</a:t>
            </a:r>
          </a:p>
        </p:txBody>
      </p:sp>
      <p:sp>
        <p:nvSpPr>
          <p:cNvPr id="5" name="HEADER 1">
            <a:extLst>
              <a:ext uri="{FF2B5EF4-FFF2-40B4-BE49-F238E27FC236}">
                <a16:creationId xmlns:a16="http://schemas.microsoft.com/office/drawing/2014/main" id="{DEC0FD85-A8A2-43C8-6F4A-D705EF7BA899}"/>
              </a:ext>
            </a:extLst>
          </p:cNvPr>
          <p:cNvSpPr>
            <a:spLocks noGrp="1"/>
          </p:cNvSpPr>
          <p:nvPr>
            <p:ph type="body" sz="quarter" idx="42" hasCustomPrompt="1"/>
          </p:nvPr>
        </p:nvSpPr>
        <p:spPr>
          <a:xfrm>
            <a:off x="546100" y="2197100"/>
            <a:ext cx="2143793" cy="3399859"/>
          </a:xfrm>
          <a:prstGeom prst="rect">
            <a:avLst/>
          </a:prstGeom>
          <a:solidFill>
            <a:schemeClr val="bg1"/>
          </a:solidFill>
          <a:ln w="22225">
            <a:solidFill>
              <a:srgbClr val="C4D600"/>
            </a:solidFill>
          </a:ln>
        </p:spPr>
        <p:txBody>
          <a:bodyPr lIns="88900" tIns="88900" rIns="88900" bIns="88900"/>
          <a:lstStyle>
            <a:lvl1pPr algn="ctr">
              <a:defRPr sz="1600" b="1" spc="300"/>
            </a:lvl1pPr>
          </a:lstStyle>
          <a:p>
            <a:pPr lvl="0"/>
            <a:r>
              <a:rPr lang="en-US"/>
              <a:t>HEADER 1</a:t>
            </a:r>
          </a:p>
        </p:txBody>
      </p:sp>
      <p:sp>
        <p:nvSpPr>
          <p:cNvPr id="6" name="Slide Title">
            <a:extLst>
              <a:ext uri="{FF2B5EF4-FFF2-40B4-BE49-F238E27FC236}">
                <a16:creationId xmlns:a16="http://schemas.microsoft.com/office/drawing/2014/main" id="{14E93719-1420-C2C4-9FED-A94EFAE7D2F7}"/>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pPr marL="0" lvl="0" algn="l" defTabSz="1219170" rtl="0" eaLnBrk="1" latinLnBrk="0" hangingPunct="1">
              <a:spcBef>
                <a:spcPct val="0"/>
              </a:spcBef>
              <a:buNone/>
            </a:pPr>
            <a:r>
              <a:rPr lang="en-US" noProof="0"/>
              <a:t>Slide Title</a:t>
            </a:r>
          </a:p>
        </p:txBody>
      </p:sp>
      <p:sp>
        <p:nvSpPr>
          <p:cNvPr id="8" name="ai generated label">
            <a:extLst>
              <a:ext uri="{FF2B5EF4-FFF2-40B4-BE49-F238E27FC236}">
                <a16:creationId xmlns:a16="http://schemas.microsoft.com/office/drawing/2014/main" id="{D767B186-B4A1-2BD4-A543-715BF4127276}"/>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4" name="Slide Subtitle">
            <a:extLst>
              <a:ext uri="{FF2B5EF4-FFF2-40B4-BE49-F238E27FC236}">
                <a16:creationId xmlns:a16="http://schemas.microsoft.com/office/drawing/2014/main" id="{B52D3F3D-6B81-8F7E-4FFF-DBFDD83C97E1}"/>
              </a:ext>
            </a:extLst>
          </p:cNvPr>
          <p:cNvSpPr>
            <a:spLocks noGrp="1"/>
          </p:cNvSpPr>
          <p:nvPr>
            <p:ph type="body" sz="quarter" idx="41"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
        <p:nvSpPr>
          <p:cNvPr id="19" name="Supporting text 1">
            <a:extLst>
              <a:ext uri="{FF2B5EF4-FFF2-40B4-BE49-F238E27FC236}">
                <a16:creationId xmlns:a16="http://schemas.microsoft.com/office/drawing/2014/main" id="{32EA1819-FE2B-9263-87D5-ECFC488ADB5D}"/>
              </a:ext>
            </a:extLst>
          </p:cNvPr>
          <p:cNvSpPr>
            <a:spLocks noGrp="1"/>
          </p:cNvSpPr>
          <p:nvPr>
            <p:ph type="body" sz="quarter" idx="47" hasCustomPrompt="1"/>
          </p:nvPr>
        </p:nvSpPr>
        <p:spPr>
          <a:xfrm>
            <a:off x="647700" y="2692400"/>
            <a:ext cx="1929527" cy="993485"/>
          </a:xfrm>
          <a:prstGeom prst="rect">
            <a:avLst/>
          </a:prstGeom>
        </p:spPr>
        <p:txBody>
          <a:bodyPr lIns="88900" tIns="88900" rIns="88900" bIns="88900"/>
          <a:lstStyle>
            <a:lvl1pPr>
              <a:defRPr/>
            </a:lvl1pPr>
          </a:lstStyle>
          <a:p>
            <a:pPr lvl="0"/>
            <a:r>
              <a:rPr lang="en-US"/>
              <a:t>Supporting text 1</a:t>
            </a:r>
          </a:p>
        </p:txBody>
      </p:sp>
      <p:sp>
        <p:nvSpPr>
          <p:cNvPr id="21" name="Supporting text 2">
            <a:extLst>
              <a:ext uri="{FF2B5EF4-FFF2-40B4-BE49-F238E27FC236}">
                <a16:creationId xmlns:a16="http://schemas.microsoft.com/office/drawing/2014/main" id="{7467DCD1-BF0B-9557-45B7-3129E8DCEE37}"/>
              </a:ext>
            </a:extLst>
          </p:cNvPr>
          <p:cNvSpPr>
            <a:spLocks noGrp="1"/>
          </p:cNvSpPr>
          <p:nvPr>
            <p:ph type="body" sz="quarter" idx="48" hasCustomPrompt="1"/>
          </p:nvPr>
        </p:nvSpPr>
        <p:spPr>
          <a:xfrm>
            <a:off x="2908300" y="2692400"/>
            <a:ext cx="1929527" cy="993485"/>
          </a:xfrm>
          <a:prstGeom prst="rect">
            <a:avLst/>
          </a:prstGeom>
        </p:spPr>
        <p:txBody>
          <a:bodyPr lIns="88900" tIns="88900" rIns="88900" bIns="88900"/>
          <a:lstStyle>
            <a:lvl1pPr>
              <a:defRPr/>
            </a:lvl1pPr>
          </a:lstStyle>
          <a:p>
            <a:pPr lvl="0"/>
            <a:r>
              <a:rPr lang="en-US"/>
              <a:t>Supporting text 2</a:t>
            </a:r>
          </a:p>
        </p:txBody>
      </p:sp>
      <p:sp>
        <p:nvSpPr>
          <p:cNvPr id="23" name="Supporting text 3">
            <a:extLst>
              <a:ext uri="{FF2B5EF4-FFF2-40B4-BE49-F238E27FC236}">
                <a16:creationId xmlns:a16="http://schemas.microsoft.com/office/drawing/2014/main" id="{2503E74E-0572-C0D2-657F-B27D0E5CD86F}"/>
              </a:ext>
            </a:extLst>
          </p:cNvPr>
          <p:cNvSpPr>
            <a:spLocks noGrp="1"/>
          </p:cNvSpPr>
          <p:nvPr>
            <p:ph type="body" sz="quarter" idx="49" hasCustomPrompt="1"/>
          </p:nvPr>
        </p:nvSpPr>
        <p:spPr>
          <a:xfrm>
            <a:off x="5168900" y="2692400"/>
            <a:ext cx="1929527" cy="993485"/>
          </a:xfrm>
          <a:prstGeom prst="rect">
            <a:avLst/>
          </a:prstGeom>
        </p:spPr>
        <p:txBody>
          <a:bodyPr lIns="88900" tIns="88900" rIns="88900" bIns="88900"/>
          <a:lstStyle>
            <a:lvl1pPr>
              <a:defRPr/>
            </a:lvl1pPr>
            <a:lvl5pPr marL="457200" indent="0">
              <a:buNone/>
              <a:defRPr/>
            </a:lvl5pPr>
          </a:lstStyle>
          <a:p>
            <a:pPr lvl="0"/>
            <a:r>
              <a:rPr lang="en-US"/>
              <a:t>Supporting text 3</a:t>
            </a:r>
          </a:p>
        </p:txBody>
      </p:sp>
      <p:sp>
        <p:nvSpPr>
          <p:cNvPr id="25" name="Supporting text 4">
            <a:extLst>
              <a:ext uri="{FF2B5EF4-FFF2-40B4-BE49-F238E27FC236}">
                <a16:creationId xmlns:a16="http://schemas.microsoft.com/office/drawing/2014/main" id="{00B5CD3B-3FD3-9AA8-89CD-73CF2D9A0249}"/>
              </a:ext>
            </a:extLst>
          </p:cNvPr>
          <p:cNvSpPr>
            <a:spLocks noGrp="1"/>
          </p:cNvSpPr>
          <p:nvPr>
            <p:ph type="body" sz="quarter" idx="50" hasCustomPrompt="1"/>
          </p:nvPr>
        </p:nvSpPr>
        <p:spPr>
          <a:xfrm>
            <a:off x="7442200" y="2692400"/>
            <a:ext cx="1929527" cy="993485"/>
          </a:xfrm>
          <a:prstGeom prst="rect">
            <a:avLst/>
          </a:prstGeom>
        </p:spPr>
        <p:txBody>
          <a:bodyPr lIns="88900" tIns="88900" rIns="88900" bIns="88900"/>
          <a:lstStyle>
            <a:lvl1pPr marL="0" marR="0" indent="0" algn="l" defTabSz="1219170" rtl="0" eaLnBrk="1" fontAlgn="auto" latinLnBrk="0" hangingPunct="1">
              <a:lnSpc>
                <a:spcPct val="100000"/>
              </a:lnSpc>
              <a:spcBef>
                <a:spcPts val="0"/>
              </a:spcBef>
              <a:spcAft>
                <a:spcPts val="1333"/>
              </a:spcAft>
              <a:buClrTx/>
              <a:buSzPct val="100000"/>
              <a:buFontTx/>
              <a:buNone/>
              <a:tabLst/>
              <a:defRPr/>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Supporting text 4</a:t>
            </a:r>
          </a:p>
        </p:txBody>
      </p:sp>
      <p:sp>
        <p:nvSpPr>
          <p:cNvPr id="27" name="Supporting text 5">
            <a:extLst>
              <a:ext uri="{FF2B5EF4-FFF2-40B4-BE49-F238E27FC236}">
                <a16:creationId xmlns:a16="http://schemas.microsoft.com/office/drawing/2014/main" id="{EAFCFABC-5FE1-87F3-6984-1C73305D1C7C}"/>
              </a:ext>
            </a:extLst>
          </p:cNvPr>
          <p:cNvSpPr>
            <a:spLocks noGrp="1"/>
          </p:cNvSpPr>
          <p:nvPr>
            <p:ph type="body" sz="quarter" idx="51" hasCustomPrompt="1"/>
          </p:nvPr>
        </p:nvSpPr>
        <p:spPr>
          <a:xfrm>
            <a:off x="9690100" y="2692400"/>
            <a:ext cx="1929527" cy="993485"/>
          </a:xfrm>
          <a:prstGeom prst="rect">
            <a:avLst/>
          </a:prstGeom>
        </p:spPr>
        <p:txBody>
          <a:bodyPr lIns="88900" tIns="88900" rIns="88900" bIns="88900"/>
          <a:lstStyle>
            <a:lvl1pPr marL="0" marR="0" indent="0" algn="l" defTabSz="1219170" rtl="0" eaLnBrk="1" fontAlgn="auto" latinLnBrk="0" hangingPunct="1">
              <a:lnSpc>
                <a:spcPct val="100000"/>
              </a:lnSpc>
              <a:spcBef>
                <a:spcPts val="0"/>
              </a:spcBef>
              <a:spcAft>
                <a:spcPts val="1333"/>
              </a:spcAft>
              <a:buClrTx/>
              <a:buSzPct val="100000"/>
              <a:buFontTx/>
              <a:buNone/>
              <a:tabLst/>
              <a:defRPr/>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Supporting text 5</a:t>
            </a:r>
          </a:p>
        </p:txBody>
      </p:sp>
      <p:sp>
        <p:nvSpPr>
          <p:cNvPr id="48" name="Sub text 1">
            <a:extLst>
              <a:ext uri="{FF2B5EF4-FFF2-40B4-BE49-F238E27FC236}">
                <a16:creationId xmlns:a16="http://schemas.microsoft.com/office/drawing/2014/main" id="{F8C45E07-399E-3887-C889-14BFA3DBBB7A}"/>
              </a:ext>
            </a:extLst>
          </p:cNvPr>
          <p:cNvSpPr>
            <a:spLocks noGrp="1"/>
          </p:cNvSpPr>
          <p:nvPr>
            <p:ph type="body" sz="quarter" idx="52" hasCustomPrompt="1"/>
          </p:nvPr>
        </p:nvSpPr>
        <p:spPr>
          <a:xfrm>
            <a:off x="647700" y="3937000"/>
            <a:ext cx="1929527" cy="1578275"/>
          </a:xfrm>
          <a:prstGeom prst="rect">
            <a:avLst/>
          </a:prstGeom>
        </p:spPr>
        <p:txBody>
          <a:bodyPr lIns="88900" tIns="88900" rIns="88900" bIns="88900"/>
          <a:lstStyle>
            <a:lvl1pPr>
              <a:defRPr/>
            </a:lvl1pPr>
          </a:lstStyle>
          <a:p>
            <a:pPr lvl="0"/>
            <a:r>
              <a:rPr lang="en-US"/>
              <a:t>Sub text 1</a:t>
            </a:r>
          </a:p>
        </p:txBody>
      </p:sp>
      <p:sp>
        <p:nvSpPr>
          <p:cNvPr id="50" name="Sub text 2">
            <a:extLst>
              <a:ext uri="{FF2B5EF4-FFF2-40B4-BE49-F238E27FC236}">
                <a16:creationId xmlns:a16="http://schemas.microsoft.com/office/drawing/2014/main" id="{4BB3290C-827F-034A-A1E5-F8AF5EB7BEF4}"/>
              </a:ext>
            </a:extLst>
          </p:cNvPr>
          <p:cNvSpPr>
            <a:spLocks noGrp="1"/>
          </p:cNvSpPr>
          <p:nvPr>
            <p:ph type="body" sz="quarter" idx="53" hasCustomPrompt="1"/>
          </p:nvPr>
        </p:nvSpPr>
        <p:spPr>
          <a:xfrm>
            <a:off x="2908300" y="3937000"/>
            <a:ext cx="1929527" cy="1578273"/>
          </a:xfrm>
          <a:prstGeom prst="rect">
            <a:avLst/>
          </a:prstGeom>
        </p:spPr>
        <p:txBody>
          <a:bodyPr lIns="88900" tIns="88900" rIns="88900" bIns="88900"/>
          <a:lstStyle>
            <a:lvl1pPr>
              <a:defRPr/>
            </a:lvl1pPr>
          </a:lstStyle>
          <a:p>
            <a:pPr lvl="0"/>
            <a:r>
              <a:rPr lang="en-US"/>
              <a:t>Sub text 2</a:t>
            </a:r>
          </a:p>
        </p:txBody>
      </p:sp>
      <p:sp>
        <p:nvSpPr>
          <p:cNvPr id="52" name="Sub text 3">
            <a:extLst>
              <a:ext uri="{FF2B5EF4-FFF2-40B4-BE49-F238E27FC236}">
                <a16:creationId xmlns:a16="http://schemas.microsoft.com/office/drawing/2014/main" id="{9BE91BAE-5627-C922-738F-9B81B2505175}"/>
              </a:ext>
            </a:extLst>
          </p:cNvPr>
          <p:cNvSpPr>
            <a:spLocks noGrp="1"/>
          </p:cNvSpPr>
          <p:nvPr>
            <p:ph type="body" sz="quarter" idx="54" hasCustomPrompt="1"/>
          </p:nvPr>
        </p:nvSpPr>
        <p:spPr>
          <a:xfrm>
            <a:off x="5168900" y="3937000"/>
            <a:ext cx="1929527" cy="1578271"/>
          </a:xfrm>
          <a:prstGeom prst="rect">
            <a:avLst/>
          </a:prstGeom>
        </p:spPr>
        <p:txBody>
          <a:bodyPr lIns="88900" tIns="88900" rIns="88900" bIns="88900"/>
          <a:lstStyle>
            <a:lvl1pPr>
              <a:defRPr/>
            </a:lvl1pPr>
          </a:lstStyle>
          <a:p>
            <a:pPr lvl="0"/>
            <a:r>
              <a:rPr lang="en-US"/>
              <a:t>Sub text 3</a:t>
            </a:r>
          </a:p>
        </p:txBody>
      </p:sp>
      <p:sp>
        <p:nvSpPr>
          <p:cNvPr id="54" name="Sub text 4">
            <a:extLst>
              <a:ext uri="{FF2B5EF4-FFF2-40B4-BE49-F238E27FC236}">
                <a16:creationId xmlns:a16="http://schemas.microsoft.com/office/drawing/2014/main" id="{24378D94-DA48-5E95-1FCB-FCCE86F22BEF}"/>
              </a:ext>
            </a:extLst>
          </p:cNvPr>
          <p:cNvSpPr>
            <a:spLocks noGrp="1"/>
          </p:cNvSpPr>
          <p:nvPr>
            <p:ph type="body" sz="quarter" idx="55" hasCustomPrompt="1"/>
          </p:nvPr>
        </p:nvSpPr>
        <p:spPr>
          <a:xfrm>
            <a:off x="7442200" y="3937000"/>
            <a:ext cx="1929527" cy="1578267"/>
          </a:xfrm>
          <a:prstGeom prst="rect">
            <a:avLst/>
          </a:prstGeom>
        </p:spPr>
        <p:txBody>
          <a:bodyPr lIns="88900" tIns="88900" rIns="88900" bIns="88900"/>
          <a:lstStyle>
            <a:lvl1pPr>
              <a:defRPr/>
            </a:lvl1pPr>
          </a:lstStyle>
          <a:p>
            <a:pPr lvl="0"/>
            <a:r>
              <a:rPr lang="en-US"/>
              <a:t>Sub text 4</a:t>
            </a:r>
          </a:p>
        </p:txBody>
      </p:sp>
      <p:sp>
        <p:nvSpPr>
          <p:cNvPr id="56" name="Sub text 5">
            <a:extLst>
              <a:ext uri="{FF2B5EF4-FFF2-40B4-BE49-F238E27FC236}">
                <a16:creationId xmlns:a16="http://schemas.microsoft.com/office/drawing/2014/main" id="{E8EC76BF-7A8D-2E36-E991-D475EFAE2F53}"/>
              </a:ext>
            </a:extLst>
          </p:cNvPr>
          <p:cNvSpPr>
            <a:spLocks noGrp="1"/>
          </p:cNvSpPr>
          <p:nvPr>
            <p:ph type="body" sz="quarter" idx="56" hasCustomPrompt="1"/>
          </p:nvPr>
        </p:nvSpPr>
        <p:spPr>
          <a:xfrm>
            <a:off x="9690100" y="3937000"/>
            <a:ext cx="1929527" cy="1578261"/>
          </a:xfrm>
          <a:prstGeom prst="rect">
            <a:avLst/>
          </a:prstGeom>
        </p:spPr>
        <p:txBody>
          <a:bodyPr lIns="88900" tIns="88900" rIns="88900" bIns="88900"/>
          <a:lstStyle>
            <a:lvl1pPr>
              <a:defRPr/>
            </a:lvl1pPr>
          </a:lstStyle>
          <a:p>
            <a:pPr lvl="0"/>
            <a:r>
              <a:rPr lang="en-US"/>
              <a:t>Sub text 5</a:t>
            </a:r>
          </a:p>
        </p:txBody>
      </p:sp>
      <p:cxnSp>
        <p:nvCxnSpPr>
          <p:cNvPr id="58" name="Straight Connector 57">
            <a:extLst>
              <a:ext uri="{FF2B5EF4-FFF2-40B4-BE49-F238E27FC236}">
                <a16:creationId xmlns:a16="http://schemas.microsoft.com/office/drawing/2014/main" id="{B900B348-4322-98B9-840A-03CCCF874C30}"/>
              </a:ext>
            </a:extLst>
          </p:cNvPr>
          <p:cNvCxnSpPr>
            <a:cxnSpLocks/>
          </p:cNvCxnSpPr>
          <p:nvPr userDrawn="1"/>
        </p:nvCxnSpPr>
        <p:spPr>
          <a:xfrm>
            <a:off x="736600" y="3810000"/>
            <a:ext cx="174484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1AB4053-E93E-030A-B5EE-103E42197919}"/>
              </a:ext>
            </a:extLst>
          </p:cNvPr>
          <p:cNvCxnSpPr/>
          <p:nvPr userDrawn="1"/>
        </p:nvCxnSpPr>
        <p:spPr>
          <a:xfrm>
            <a:off x="2997200" y="3810000"/>
            <a:ext cx="174484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410F02A-A70A-5A60-E866-9A351C24BF86}"/>
              </a:ext>
            </a:extLst>
          </p:cNvPr>
          <p:cNvCxnSpPr/>
          <p:nvPr userDrawn="1"/>
        </p:nvCxnSpPr>
        <p:spPr>
          <a:xfrm>
            <a:off x="5257800" y="3810000"/>
            <a:ext cx="174484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E28FC64-3A97-BEE9-01B0-69E88EDBA4D1}"/>
              </a:ext>
            </a:extLst>
          </p:cNvPr>
          <p:cNvCxnSpPr/>
          <p:nvPr userDrawn="1"/>
        </p:nvCxnSpPr>
        <p:spPr>
          <a:xfrm>
            <a:off x="7518400" y="3810000"/>
            <a:ext cx="174484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0466130-CC9B-ACAB-C18C-51A6A7EEF8A6}"/>
              </a:ext>
            </a:extLst>
          </p:cNvPr>
          <p:cNvCxnSpPr/>
          <p:nvPr userDrawn="1"/>
        </p:nvCxnSpPr>
        <p:spPr>
          <a:xfrm>
            <a:off x="9779000" y="3810000"/>
            <a:ext cx="174484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27311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3: Content &amp; 2 blocks with multiple sub blocks">
    <p:spTree>
      <p:nvGrpSpPr>
        <p:cNvPr id="1" name=""/>
        <p:cNvGrpSpPr/>
        <p:nvPr/>
      </p:nvGrpSpPr>
      <p:grpSpPr>
        <a:xfrm>
          <a:off x="0" y="0"/>
          <a:ext cx="0" cy="0"/>
          <a:chOff x="0" y="0"/>
          <a:chExt cx="0" cy="0"/>
        </a:xfrm>
      </p:grpSpPr>
      <p:sp>
        <p:nvSpPr>
          <p:cNvPr id="3" name="Slide Title">
            <a:extLst>
              <a:ext uri="{FF2B5EF4-FFF2-40B4-BE49-F238E27FC236}">
                <a16:creationId xmlns:a16="http://schemas.microsoft.com/office/drawing/2014/main" id="{EAD6BC41-C9AB-B99B-D40E-403A45B89891}"/>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pPr marL="0" lvl="0" algn="l" defTabSz="1219170" rtl="0" eaLnBrk="1" latinLnBrk="0" hangingPunct="1">
              <a:spcBef>
                <a:spcPct val="0"/>
              </a:spcBef>
              <a:buNone/>
            </a:pPr>
            <a:r>
              <a:rPr lang="en-US" noProof="0"/>
              <a:t>Slide Title</a:t>
            </a:r>
          </a:p>
        </p:txBody>
      </p:sp>
      <p:sp>
        <p:nvSpPr>
          <p:cNvPr id="4" name="ai generated label">
            <a:extLst>
              <a:ext uri="{FF2B5EF4-FFF2-40B4-BE49-F238E27FC236}">
                <a16:creationId xmlns:a16="http://schemas.microsoft.com/office/drawing/2014/main" id="{EB0773E7-85FD-5C18-2F78-7D42A6FC502B}"/>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cxnSp>
        <p:nvCxnSpPr>
          <p:cNvPr id="5" name="Straight Connector 4">
            <a:extLst>
              <a:ext uri="{FF2B5EF4-FFF2-40B4-BE49-F238E27FC236}">
                <a16:creationId xmlns:a16="http://schemas.microsoft.com/office/drawing/2014/main" id="{8F3A4C78-3AC4-691D-2B07-9FF8323A87CF}"/>
              </a:ext>
            </a:extLst>
          </p:cNvPr>
          <p:cNvCxnSpPr>
            <a:cxnSpLocks/>
          </p:cNvCxnSpPr>
          <p:nvPr userDrawn="1"/>
        </p:nvCxnSpPr>
        <p:spPr>
          <a:xfrm>
            <a:off x="475366" y="2314772"/>
            <a:ext cx="241524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4FE4E84-0680-BCCE-CBFC-113BAAE1CF46}"/>
              </a:ext>
            </a:extLst>
          </p:cNvPr>
          <p:cNvCxnSpPr>
            <a:cxnSpLocks/>
          </p:cNvCxnSpPr>
          <p:nvPr userDrawn="1"/>
        </p:nvCxnSpPr>
        <p:spPr>
          <a:xfrm>
            <a:off x="462849" y="4651728"/>
            <a:ext cx="241524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66A4A0E-0912-FF10-7610-F1618D5FB7A2}"/>
              </a:ext>
            </a:extLst>
          </p:cNvPr>
          <p:cNvCxnSpPr>
            <a:cxnSpLocks/>
          </p:cNvCxnSpPr>
          <p:nvPr userDrawn="1"/>
        </p:nvCxnSpPr>
        <p:spPr>
          <a:xfrm>
            <a:off x="3290236" y="4645318"/>
            <a:ext cx="2415248"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509DFC-B0B2-AD73-3982-CE3FF9598B4F}"/>
              </a:ext>
            </a:extLst>
          </p:cNvPr>
          <p:cNvCxnSpPr>
            <a:cxnSpLocks/>
          </p:cNvCxnSpPr>
          <p:nvPr userDrawn="1"/>
        </p:nvCxnSpPr>
        <p:spPr>
          <a:xfrm>
            <a:off x="3323256" y="2314772"/>
            <a:ext cx="2415248"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F8BCFBD-3A43-1BCE-8C1E-419B153966D2}"/>
              </a:ext>
            </a:extLst>
          </p:cNvPr>
          <p:cNvCxnSpPr>
            <a:cxnSpLocks/>
          </p:cNvCxnSpPr>
          <p:nvPr userDrawn="1"/>
        </p:nvCxnSpPr>
        <p:spPr>
          <a:xfrm>
            <a:off x="6526065" y="2312847"/>
            <a:ext cx="2415248" cy="0"/>
          </a:xfrm>
          <a:prstGeom prst="line">
            <a:avLst/>
          </a:prstGeom>
          <a:ln w="57150">
            <a:solidFill>
              <a:srgbClr val="62B5E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234792D-12DE-ADA1-FE4B-D3A59F5EC82C}"/>
              </a:ext>
            </a:extLst>
          </p:cNvPr>
          <p:cNvCxnSpPr>
            <a:cxnSpLocks/>
          </p:cNvCxnSpPr>
          <p:nvPr userDrawn="1"/>
        </p:nvCxnSpPr>
        <p:spPr>
          <a:xfrm>
            <a:off x="6567024" y="4651728"/>
            <a:ext cx="2415248" cy="0"/>
          </a:xfrm>
          <a:prstGeom prst="line">
            <a:avLst/>
          </a:prstGeom>
          <a:ln w="57150">
            <a:solidFill>
              <a:srgbClr val="62B5E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67331ED-FD3C-3952-0EA1-99D44A1B0A35}"/>
              </a:ext>
            </a:extLst>
          </p:cNvPr>
          <p:cNvCxnSpPr>
            <a:cxnSpLocks/>
          </p:cNvCxnSpPr>
          <p:nvPr userDrawn="1"/>
        </p:nvCxnSpPr>
        <p:spPr>
          <a:xfrm>
            <a:off x="9281447" y="4645318"/>
            <a:ext cx="2415248"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BAF9BD5-B8E9-A3D9-49B9-E94BF90C9BC1}"/>
              </a:ext>
            </a:extLst>
          </p:cNvPr>
          <p:cNvCxnSpPr>
            <a:cxnSpLocks/>
          </p:cNvCxnSpPr>
          <p:nvPr userDrawn="1"/>
        </p:nvCxnSpPr>
        <p:spPr>
          <a:xfrm>
            <a:off x="9312128" y="2312847"/>
            <a:ext cx="2415248"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71A7220-0D22-C012-975C-AFA2D1BBB177}"/>
              </a:ext>
            </a:extLst>
          </p:cNvPr>
          <p:cNvCxnSpPr>
            <a:cxnSpLocks/>
          </p:cNvCxnSpPr>
          <p:nvPr userDrawn="1"/>
        </p:nvCxnSpPr>
        <p:spPr>
          <a:xfrm>
            <a:off x="6140604" y="1432177"/>
            <a:ext cx="0" cy="506392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 dynamic_icon_placeholder }} Column 1">
            <a:extLst>
              <a:ext uri="{FF2B5EF4-FFF2-40B4-BE49-F238E27FC236}">
                <a16:creationId xmlns:a16="http://schemas.microsoft.com/office/drawing/2014/main" id="{C7738043-B3E4-5BB3-28C9-D644C7408E4D}"/>
              </a:ext>
            </a:extLst>
          </p:cNvPr>
          <p:cNvSpPr>
            <a:spLocks noGrp="1"/>
          </p:cNvSpPr>
          <p:nvPr>
            <p:ph type="pic" sz="quarter" idx="20" hasCustomPrompt="1"/>
          </p:nvPr>
        </p:nvSpPr>
        <p:spPr>
          <a:xfrm>
            <a:off x="482600" y="1631220"/>
            <a:ext cx="539957" cy="539454"/>
          </a:xfrm>
          <a:prstGeom prst="rect">
            <a:avLst/>
          </a:prstGeom>
        </p:spPr>
        <p:txBody>
          <a:bodyPr/>
          <a:lstStyle>
            <a:lvl1pPr marL="0" indent="0">
              <a:buNone/>
              <a:defRPr sz="800"/>
            </a:lvl1pPr>
          </a:lstStyle>
          <a:p>
            <a:r>
              <a:rPr lang="en-US"/>
              <a:t>{{ </a:t>
            </a:r>
            <a:r>
              <a:rPr lang="en-US" err="1"/>
              <a:t>dynamic_icon_placeholder</a:t>
            </a:r>
            <a:r>
              <a:rPr lang="en-US"/>
              <a:t> }} Column 1</a:t>
            </a:r>
          </a:p>
          <a:p>
            <a:endParaRPr lang="en-US"/>
          </a:p>
        </p:txBody>
      </p:sp>
      <p:sp>
        <p:nvSpPr>
          <p:cNvPr id="38" name="{{ dynamic_icon_placeholder }} Column 2">
            <a:extLst>
              <a:ext uri="{FF2B5EF4-FFF2-40B4-BE49-F238E27FC236}">
                <a16:creationId xmlns:a16="http://schemas.microsoft.com/office/drawing/2014/main" id="{8589CF13-B760-A71F-391C-355B97F49C4F}"/>
              </a:ext>
            </a:extLst>
          </p:cNvPr>
          <p:cNvSpPr>
            <a:spLocks noGrp="1"/>
          </p:cNvSpPr>
          <p:nvPr>
            <p:ph type="pic" sz="quarter" idx="23" hasCustomPrompt="1"/>
          </p:nvPr>
        </p:nvSpPr>
        <p:spPr>
          <a:xfrm>
            <a:off x="6489700" y="1631220"/>
            <a:ext cx="534688" cy="534184"/>
          </a:xfrm>
          <a:prstGeom prst="rect">
            <a:avLst/>
          </a:prstGeom>
        </p:spPr>
        <p:txBody>
          <a:bodyPr/>
          <a:lstStyle>
            <a:lvl1pPr marL="0" indent="0">
              <a:buNone/>
              <a:defRPr sz="800"/>
            </a:lvl1pPr>
          </a:lstStyle>
          <a:p>
            <a:r>
              <a:rPr lang="en-US"/>
              <a:t>{{ </a:t>
            </a:r>
            <a:r>
              <a:rPr lang="en-US" err="1"/>
              <a:t>dynamic_icon_placeholder</a:t>
            </a:r>
            <a:r>
              <a:rPr lang="en-US"/>
              <a:t> }} Column 2</a:t>
            </a:r>
          </a:p>
          <a:p>
            <a:endParaRPr lang="en-US"/>
          </a:p>
        </p:txBody>
      </p:sp>
      <p:sp>
        <p:nvSpPr>
          <p:cNvPr id="39" name="Header 1">
            <a:extLst>
              <a:ext uri="{FF2B5EF4-FFF2-40B4-BE49-F238E27FC236}">
                <a16:creationId xmlns:a16="http://schemas.microsoft.com/office/drawing/2014/main" id="{0C663035-F198-ACC9-E6BF-0999EEA2A33B}"/>
              </a:ext>
            </a:extLst>
          </p:cNvPr>
          <p:cNvSpPr>
            <a:spLocks noGrp="1"/>
          </p:cNvSpPr>
          <p:nvPr>
            <p:ph type="body" sz="quarter" idx="26" hasCustomPrompt="1"/>
          </p:nvPr>
        </p:nvSpPr>
        <p:spPr>
          <a:xfrm>
            <a:off x="541309" y="2441108"/>
            <a:ext cx="2349305" cy="340302"/>
          </a:xfrm>
          <a:prstGeom prst="rect">
            <a:avLst/>
          </a:prstGeom>
        </p:spPr>
        <p:txBody>
          <a:bodyPr anchor="t">
            <a:normAutofit/>
          </a:bodyPr>
          <a:lstStyle>
            <a:lvl1pPr marL="0" indent="0">
              <a:lnSpc>
                <a:spcPts val="1980"/>
              </a:lnSpc>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Header 1</a:t>
            </a:r>
          </a:p>
        </p:txBody>
      </p:sp>
      <p:sp>
        <p:nvSpPr>
          <p:cNvPr id="40" name="Supporting text 1">
            <a:extLst>
              <a:ext uri="{FF2B5EF4-FFF2-40B4-BE49-F238E27FC236}">
                <a16:creationId xmlns:a16="http://schemas.microsoft.com/office/drawing/2014/main" id="{09A8DA38-63FB-4E37-A769-04DD623CA086}"/>
              </a:ext>
            </a:extLst>
          </p:cNvPr>
          <p:cNvSpPr>
            <a:spLocks noGrp="1"/>
          </p:cNvSpPr>
          <p:nvPr>
            <p:ph type="body" sz="quarter" idx="27" hasCustomPrompt="1"/>
          </p:nvPr>
        </p:nvSpPr>
        <p:spPr>
          <a:xfrm>
            <a:off x="541309" y="2859938"/>
            <a:ext cx="2349305" cy="1599316"/>
          </a:xfrm>
          <a:prstGeom prst="rect">
            <a:avLst/>
          </a:prstGeom>
        </p:spPr>
        <p:txBody>
          <a:bodyPr lIns="88900" tIns="88900" rIns="88900" bIns="88900" anchor="t">
            <a:normAutofit/>
          </a:bodyPr>
          <a:lstStyle>
            <a:lvl1pPr marL="171450" indent="-171450">
              <a:lnSpc>
                <a:spcPts val="1980"/>
              </a:lnSpc>
              <a:buFont typeface="Arial" panose="020B0604020202020204" pitchFamily="34" charset="0"/>
              <a:buChar char="•"/>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1</a:t>
            </a:r>
          </a:p>
        </p:txBody>
      </p:sp>
      <p:sp>
        <p:nvSpPr>
          <p:cNvPr id="44" name="Header 2">
            <a:extLst>
              <a:ext uri="{FF2B5EF4-FFF2-40B4-BE49-F238E27FC236}">
                <a16:creationId xmlns:a16="http://schemas.microsoft.com/office/drawing/2014/main" id="{36CE88B0-21C0-7429-2F4E-6D5B512282E9}"/>
              </a:ext>
            </a:extLst>
          </p:cNvPr>
          <p:cNvSpPr>
            <a:spLocks noGrp="1"/>
          </p:cNvSpPr>
          <p:nvPr>
            <p:ph type="body" sz="quarter" idx="28" hasCustomPrompt="1"/>
          </p:nvPr>
        </p:nvSpPr>
        <p:spPr>
          <a:xfrm>
            <a:off x="3416300" y="2441108"/>
            <a:ext cx="2349305" cy="340302"/>
          </a:xfrm>
          <a:prstGeom prst="rect">
            <a:avLst/>
          </a:prstGeom>
        </p:spPr>
        <p:txBody>
          <a:bodyPr anchor="t">
            <a:normAutofit/>
          </a:bodyPr>
          <a:lstStyle>
            <a:lvl1pPr marL="0" indent="0">
              <a:lnSpc>
                <a:spcPts val="1980"/>
              </a:lnSpc>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Header 2</a:t>
            </a:r>
          </a:p>
        </p:txBody>
      </p:sp>
      <p:sp>
        <p:nvSpPr>
          <p:cNvPr id="45" name="Supporting text 2">
            <a:extLst>
              <a:ext uri="{FF2B5EF4-FFF2-40B4-BE49-F238E27FC236}">
                <a16:creationId xmlns:a16="http://schemas.microsoft.com/office/drawing/2014/main" id="{3C77EF3E-7E7B-9274-B2AE-817DAA58DA35}"/>
              </a:ext>
            </a:extLst>
          </p:cNvPr>
          <p:cNvSpPr>
            <a:spLocks noGrp="1"/>
          </p:cNvSpPr>
          <p:nvPr>
            <p:ph type="body" sz="quarter" idx="29" hasCustomPrompt="1"/>
          </p:nvPr>
        </p:nvSpPr>
        <p:spPr>
          <a:xfrm>
            <a:off x="3416300" y="2859938"/>
            <a:ext cx="2349305" cy="1599316"/>
          </a:xfrm>
          <a:prstGeom prst="rect">
            <a:avLst/>
          </a:prstGeom>
        </p:spPr>
        <p:txBody>
          <a:bodyPr lIns="88900" tIns="88900" rIns="88900" bIns="88900" anchor="t">
            <a:normAutofit/>
          </a:bodyPr>
          <a:lstStyle>
            <a:lvl1pPr marL="171450" indent="-171450">
              <a:lnSpc>
                <a:spcPts val="1980"/>
              </a:lnSpc>
              <a:buFont typeface="Arial" panose="020B0604020202020204" pitchFamily="34" charset="0"/>
              <a:buChar char="•"/>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2</a:t>
            </a:r>
          </a:p>
        </p:txBody>
      </p:sp>
      <p:sp>
        <p:nvSpPr>
          <p:cNvPr id="46" name="Header 3">
            <a:extLst>
              <a:ext uri="{FF2B5EF4-FFF2-40B4-BE49-F238E27FC236}">
                <a16:creationId xmlns:a16="http://schemas.microsoft.com/office/drawing/2014/main" id="{86C6AED5-8D86-03F1-3F9A-1ABD6E76A0F6}"/>
              </a:ext>
            </a:extLst>
          </p:cNvPr>
          <p:cNvSpPr>
            <a:spLocks noGrp="1"/>
          </p:cNvSpPr>
          <p:nvPr>
            <p:ph type="body" sz="quarter" idx="30" hasCustomPrompt="1"/>
          </p:nvPr>
        </p:nvSpPr>
        <p:spPr>
          <a:xfrm>
            <a:off x="541309" y="4761371"/>
            <a:ext cx="2349305" cy="289651"/>
          </a:xfrm>
          <a:prstGeom prst="rect">
            <a:avLst/>
          </a:prstGeom>
        </p:spPr>
        <p:txBody>
          <a:bodyPr anchor="t">
            <a:normAutofit/>
          </a:bodyPr>
          <a:lstStyle>
            <a:lvl1pPr marL="0" indent="0">
              <a:lnSpc>
                <a:spcPts val="1980"/>
              </a:lnSpc>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Header 3</a:t>
            </a:r>
          </a:p>
        </p:txBody>
      </p:sp>
      <p:sp>
        <p:nvSpPr>
          <p:cNvPr id="47" name="Supporting text 3">
            <a:extLst>
              <a:ext uri="{FF2B5EF4-FFF2-40B4-BE49-F238E27FC236}">
                <a16:creationId xmlns:a16="http://schemas.microsoft.com/office/drawing/2014/main" id="{8574BB6C-2CB0-5259-FB3C-BD2513867492}"/>
              </a:ext>
            </a:extLst>
          </p:cNvPr>
          <p:cNvSpPr>
            <a:spLocks noGrp="1"/>
          </p:cNvSpPr>
          <p:nvPr>
            <p:ph type="body" sz="quarter" idx="31" hasCustomPrompt="1"/>
          </p:nvPr>
        </p:nvSpPr>
        <p:spPr>
          <a:xfrm>
            <a:off x="541309" y="5118365"/>
            <a:ext cx="2349305" cy="1686355"/>
          </a:xfrm>
          <a:prstGeom prst="rect">
            <a:avLst/>
          </a:prstGeom>
        </p:spPr>
        <p:txBody>
          <a:bodyPr lIns="88900" tIns="88900" rIns="88900" bIns="88900" anchor="t">
            <a:normAutofit/>
          </a:bodyPr>
          <a:lstStyle>
            <a:lvl1pPr marL="171450" indent="-171450">
              <a:lnSpc>
                <a:spcPts val="1980"/>
              </a:lnSpc>
              <a:buFont typeface="Arial" panose="020B0604020202020204" pitchFamily="34" charset="0"/>
              <a:buChar char="•"/>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3</a:t>
            </a:r>
          </a:p>
        </p:txBody>
      </p:sp>
      <p:sp>
        <p:nvSpPr>
          <p:cNvPr id="48" name="Header 4">
            <a:extLst>
              <a:ext uri="{FF2B5EF4-FFF2-40B4-BE49-F238E27FC236}">
                <a16:creationId xmlns:a16="http://schemas.microsoft.com/office/drawing/2014/main" id="{ED37C9AA-C64E-13EF-D0D9-EE2C89D8187B}"/>
              </a:ext>
            </a:extLst>
          </p:cNvPr>
          <p:cNvSpPr>
            <a:spLocks noGrp="1"/>
          </p:cNvSpPr>
          <p:nvPr>
            <p:ph type="body" sz="quarter" idx="32" hasCustomPrompt="1"/>
          </p:nvPr>
        </p:nvSpPr>
        <p:spPr>
          <a:xfrm>
            <a:off x="3416300" y="4761371"/>
            <a:ext cx="2349305" cy="289651"/>
          </a:xfrm>
          <a:prstGeom prst="rect">
            <a:avLst/>
          </a:prstGeom>
        </p:spPr>
        <p:txBody>
          <a:bodyPr anchor="t">
            <a:normAutofit/>
          </a:bodyPr>
          <a:lstStyle>
            <a:lvl1pPr marL="0" indent="0">
              <a:lnSpc>
                <a:spcPts val="1980"/>
              </a:lnSpc>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Header 4</a:t>
            </a:r>
          </a:p>
        </p:txBody>
      </p:sp>
      <p:sp>
        <p:nvSpPr>
          <p:cNvPr id="49" name="Supporting text 4">
            <a:extLst>
              <a:ext uri="{FF2B5EF4-FFF2-40B4-BE49-F238E27FC236}">
                <a16:creationId xmlns:a16="http://schemas.microsoft.com/office/drawing/2014/main" id="{D7AB9833-585E-18A3-EF3F-71E7C39AF556}"/>
              </a:ext>
            </a:extLst>
          </p:cNvPr>
          <p:cNvSpPr>
            <a:spLocks noGrp="1"/>
          </p:cNvSpPr>
          <p:nvPr>
            <p:ph type="body" sz="quarter" idx="33" hasCustomPrompt="1"/>
          </p:nvPr>
        </p:nvSpPr>
        <p:spPr>
          <a:xfrm>
            <a:off x="3416300" y="5118365"/>
            <a:ext cx="2349305" cy="1686355"/>
          </a:xfrm>
          <a:prstGeom prst="rect">
            <a:avLst/>
          </a:prstGeom>
        </p:spPr>
        <p:txBody>
          <a:bodyPr lIns="88900" tIns="88900" rIns="88900" bIns="88900" anchor="t">
            <a:normAutofit/>
          </a:bodyPr>
          <a:lstStyle>
            <a:lvl1pPr marL="171450" indent="-171450">
              <a:lnSpc>
                <a:spcPts val="1980"/>
              </a:lnSpc>
              <a:buFont typeface="Arial" panose="020B0604020202020204" pitchFamily="34" charset="0"/>
              <a:buChar char="•"/>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4</a:t>
            </a:r>
          </a:p>
        </p:txBody>
      </p:sp>
      <p:sp>
        <p:nvSpPr>
          <p:cNvPr id="50" name="Header 5">
            <a:extLst>
              <a:ext uri="{FF2B5EF4-FFF2-40B4-BE49-F238E27FC236}">
                <a16:creationId xmlns:a16="http://schemas.microsoft.com/office/drawing/2014/main" id="{257509F3-BB0C-F1E7-EAA8-623D62CB8A8A}"/>
              </a:ext>
            </a:extLst>
          </p:cNvPr>
          <p:cNvSpPr>
            <a:spLocks noGrp="1"/>
          </p:cNvSpPr>
          <p:nvPr>
            <p:ph type="body" sz="quarter" idx="34" hasCustomPrompt="1"/>
          </p:nvPr>
        </p:nvSpPr>
        <p:spPr>
          <a:xfrm>
            <a:off x="6565900" y="2483629"/>
            <a:ext cx="2349305" cy="302118"/>
          </a:xfrm>
          <a:prstGeom prst="rect">
            <a:avLst/>
          </a:prstGeom>
        </p:spPr>
        <p:txBody>
          <a:bodyPr anchor="t">
            <a:normAutofit/>
          </a:bodyPr>
          <a:lstStyle>
            <a:lvl1pPr marL="0" indent="0">
              <a:lnSpc>
                <a:spcPts val="1980"/>
              </a:lnSpc>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Header 5</a:t>
            </a:r>
          </a:p>
        </p:txBody>
      </p:sp>
      <p:sp>
        <p:nvSpPr>
          <p:cNvPr id="51" name="Supporting text 5">
            <a:extLst>
              <a:ext uri="{FF2B5EF4-FFF2-40B4-BE49-F238E27FC236}">
                <a16:creationId xmlns:a16="http://schemas.microsoft.com/office/drawing/2014/main" id="{C7AB6ED6-8CD6-2892-DDE5-CA26B7A6DF32}"/>
              </a:ext>
            </a:extLst>
          </p:cNvPr>
          <p:cNvSpPr>
            <a:spLocks noGrp="1"/>
          </p:cNvSpPr>
          <p:nvPr>
            <p:ph type="body" sz="quarter" idx="35" hasCustomPrompt="1"/>
          </p:nvPr>
        </p:nvSpPr>
        <p:spPr>
          <a:xfrm>
            <a:off x="6565900" y="2859938"/>
            <a:ext cx="2349305" cy="1599316"/>
          </a:xfrm>
          <a:prstGeom prst="rect">
            <a:avLst/>
          </a:prstGeom>
        </p:spPr>
        <p:txBody>
          <a:bodyPr lIns="88900" tIns="88900" rIns="88900" bIns="88900" anchor="t">
            <a:normAutofit/>
          </a:bodyPr>
          <a:lstStyle>
            <a:lvl1pPr marL="171450" indent="-171450">
              <a:lnSpc>
                <a:spcPts val="1980"/>
              </a:lnSpc>
              <a:buFont typeface="Arial" panose="020B0604020202020204" pitchFamily="34" charset="0"/>
              <a:buChar char="•"/>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5</a:t>
            </a:r>
          </a:p>
        </p:txBody>
      </p:sp>
      <p:sp>
        <p:nvSpPr>
          <p:cNvPr id="52" name="Header 6">
            <a:extLst>
              <a:ext uri="{FF2B5EF4-FFF2-40B4-BE49-F238E27FC236}">
                <a16:creationId xmlns:a16="http://schemas.microsoft.com/office/drawing/2014/main" id="{CC4FDA60-1050-CD83-80E7-E283C2199ED4}"/>
              </a:ext>
            </a:extLst>
          </p:cNvPr>
          <p:cNvSpPr>
            <a:spLocks noGrp="1"/>
          </p:cNvSpPr>
          <p:nvPr>
            <p:ph type="body" sz="quarter" idx="36" hasCustomPrompt="1"/>
          </p:nvPr>
        </p:nvSpPr>
        <p:spPr>
          <a:xfrm>
            <a:off x="9316184" y="2467462"/>
            <a:ext cx="2349305" cy="333470"/>
          </a:xfrm>
          <a:prstGeom prst="rect">
            <a:avLst/>
          </a:prstGeom>
        </p:spPr>
        <p:txBody>
          <a:bodyPr anchor="t">
            <a:normAutofit/>
          </a:bodyPr>
          <a:lstStyle>
            <a:lvl1pPr marL="0" indent="0">
              <a:lnSpc>
                <a:spcPts val="1980"/>
              </a:lnSpc>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Header 6</a:t>
            </a:r>
          </a:p>
        </p:txBody>
      </p:sp>
      <p:sp>
        <p:nvSpPr>
          <p:cNvPr id="53" name="Supporting text 6">
            <a:extLst>
              <a:ext uri="{FF2B5EF4-FFF2-40B4-BE49-F238E27FC236}">
                <a16:creationId xmlns:a16="http://schemas.microsoft.com/office/drawing/2014/main" id="{638D2784-25FF-7D2B-3988-FC316E8C3816}"/>
              </a:ext>
            </a:extLst>
          </p:cNvPr>
          <p:cNvSpPr>
            <a:spLocks noGrp="1"/>
          </p:cNvSpPr>
          <p:nvPr>
            <p:ph type="body" sz="quarter" idx="37" hasCustomPrompt="1"/>
          </p:nvPr>
        </p:nvSpPr>
        <p:spPr>
          <a:xfrm>
            <a:off x="9334500" y="2859938"/>
            <a:ext cx="2349305" cy="1599316"/>
          </a:xfrm>
          <a:prstGeom prst="rect">
            <a:avLst/>
          </a:prstGeom>
        </p:spPr>
        <p:txBody>
          <a:bodyPr lIns="88900" tIns="88900" rIns="88900" bIns="88900" anchor="t">
            <a:normAutofit/>
          </a:bodyPr>
          <a:lstStyle>
            <a:lvl1pPr marL="171450" indent="-171450">
              <a:lnSpc>
                <a:spcPts val="1980"/>
              </a:lnSpc>
              <a:buFont typeface="Arial" panose="020B0604020202020204" pitchFamily="34" charset="0"/>
              <a:buChar char="•"/>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6</a:t>
            </a:r>
          </a:p>
        </p:txBody>
      </p:sp>
      <p:sp>
        <p:nvSpPr>
          <p:cNvPr id="54" name="Header 7">
            <a:extLst>
              <a:ext uri="{FF2B5EF4-FFF2-40B4-BE49-F238E27FC236}">
                <a16:creationId xmlns:a16="http://schemas.microsoft.com/office/drawing/2014/main" id="{137B016D-014F-69AD-E544-31AD236F79B4}"/>
              </a:ext>
            </a:extLst>
          </p:cNvPr>
          <p:cNvSpPr>
            <a:spLocks noGrp="1"/>
          </p:cNvSpPr>
          <p:nvPr>
            <p:ph type="body" sz="quarter" idx="38" hasCustomPrompt="1"/>
          </p:nvPr>
        </p:nvSpPr>
        <p:spPr>
          <a:xfrm>
            <a:off x="6565900" y="4761371"/>
            <a:ext cx="2349305" cy="289651"/>
          </a:xfrm>
          <a:prstGeom prst="rect">
            <a:avLst/>
          </a:prstGeom>
        </p:spPr>
        <p:txBody>
          <a:bodyPr anchor="t">
            <a:normAutofit/>
          </a:bodyPr>
          <a:lstStyle>
            <a:lvl1pPr marL="0" indent="0">
              <a:lnSpc>
                <a:spcPts val="1980"/>
              </a:lnSpc>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Header 7</a:t>
            </a:r>
          </a:p>
        </p:txBody>
      </p:sp>
      <p:sp>
        <p:nvSpPr>
          <p:cNvPr id="55" name="Supporting text 7">
            <a:extLst>
              <a:ext uri="{FF2B5EF4-FFF2-40B4-BE49-F238E27FC236}">
                <a16:creationId xmlns:a16="http://schemas.microsoft.com/office/drawing/2014/main" id="{9E2BF1AC-0738-974F-C49F-0A5BB7A53F97}"/>
              </a:ext>
            </a:extLst>
          </p:cNvPr>
          <p:cNvSpPr>
            <a:spLocks noGrp="1"/>
          </p:cNvSpPr>
          <p:nvPr>
            <p:ph type="body" sz="quarter" idx="39" hasCustomPrompt="1"/>
          </p:nvPr>
        </p:nvSpPr>
        <p:spPr>
          <a:xfrm>
            <a:off x="6565900" y="5118365"/>
            <a:ext cx="2349305" cy="1686355"/>
          </a:xfrm>
          <a:prstGeom prst="rect">
            <a:avLst/>
          </a:prstGeom>
        </p:spPr>
        <p:txBody>
          <a:bodyPr lIns="88900" tIns="88900" rIns="88900" bIns="88900" anchor="t">
            <a:normAutofit/>
          </a:bodyPr>
          <a:lstStyle>
            <a:lvl1pPr marL="171450" indent="-171450">
              <a:lnSpc>
                <a:spcPts val="1980"/>
              </a:lnSpc>
              <a:buFont typeface="Arial" panose="020B0604020202020204" pitchFamily="34" charset="0"/>
              <a:buChar char="•"/>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7</a:t>
            </a:r>
          </a:p>
        </p:txBody>
      </p:sp>
      <p:sp>
        <p:nvSpPr>
          <p:cNvPr id="56" name="Header 8">
            <a:extLst>
              <a:ext uri="{FF2B5EF4-FFF2-40B4-BE49-F238E27FC236}">
                <a16:creationId xmlns:a16="http://schemas.microsoft.com/office/drawing/2014/main" id="{18789CD4-1257-25FD-6109-4D6B89456CA7}"/>
              </a:ext>
            </a:extLst>
          </p:cNvPr>
          <p:cNvSpPr>
            <a:spLocks noGrp="1"/>
          </p:cNvSpPr>
          <p:nvPr>
            <p:ph type="body" sz="quarter" idx="40" hasCustomPrompt="1"/>
          </p:nvPr>
        </p:nvSpPr>
        <p:spPr>
          <a:xfrm>
            <a:off x="9334500" y="4761371"/>
            <a:ext cx="2349305" cy="289651"/>
          </a:xfrm>
          <a:prstGeom prst="rect">
            <a:avLst/>
          </a:prstGeom>
        </p:spPr>
        <p:txBody>
          <a:bodyPr anchor="t">
            <a:normAutofit/>
          </a:bodyPr>
          <a:lstStyle>
            <a:lvl1pPr marL="0" indent="0">
              <a:lnSpc>
                <a:spcPts val="1980"/>
              </a:lnSpc>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Header 8</a:t>
            </a:r>
          </a:p>
        </p:txBody>
      </p:sp>
      <p:sp>
        <p:nvSpPr>
          <p:cNvPr id="57" name="Supporting text 8">
            <a:extLst>
              <a:ext uri="{FF2B5EF4-FFF2-40B4-BE49-F238E27FC236}">
                <a16:creationId xmlns:a16="http://schemas.microsoft.com/office/drawing/2014/main" id="{D6D598FD-464E-2D59-CE56-7FF3E5177E12}"/>
              </a:ext>
            </a:extLst>
          </p:cNvPr>
          <p:cNvSpPr>
            <a:spLocks noGrp="1"/>
          </p:cNvSpPr>
          <p:nvPr>
            <p:ph type="body" sz="quarter" idx="41" hasCustomPrompt="1"/>
          </p:nvPr>
        </p:nvSpPr>
        <p:spPr>
          <a:xfrm>
            <a:off x="9334500" y="5118365"/>
            <a:ext cx="2349305" cy="1686355"/>
          </a:xfrm>
          <a:prstGeom prst="rect">
            <a:avLst/>
          </a:prstGeom>
        </p:spPr>
        <p:txBody>
          <a:bodyPr lIns="88900" tIns="88900" rIns="88900" bIns="88900" anchor="t">
            <a:normAutofit/>
          </a:bodyPr>
          <a:lstStyle>
            <a:lvl1pPr marL="171450" indent="-171450">
              <a:lnSpc>
                <a:spcPts val="1980"/>
              </a:lnSpc>
              <a:buFont typeface="Arial" panose="020B0604020202020204" pitchFamily="34" charset="0"/>
              <a:buChar char="•"/>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 8</a:t>
            </a:r>
          </a:p>
        </p:txBody>
      </p:sp>
      <p:sp>
        <p:nvSpPr>
          <p:cNvPr id="58" name="Large Heading 2">
            <a:extLst>
              <a:ext uri="{FF2B5EF4-FFF2-40B4-BE49-F238E27FC236}">
                <a16:creationId xmlns:a16="http://schemas.microsoft.com/office/drawing/2014/main" id="{E67BC08D-DCC5-F6B3-283F-5B2D9478EE87}"/>
              </a:ext>
            </a:extLst>
          </p:cNvPr>
          <p:cNvSpPr>
            <a:spLocks noGrp="1"/>
          </p:cNvSpPr>
          <p:nvPr>
            <p:ph type="body" sz="quarter" idx="42" hasCustomPrompt="1"/>
          </p:nvPr>
        </p:nvSpPr>
        <p:spPr>
          <a:xfrm>
            <a:off x="7249918" y="1600776"/>
            <a:ext cx="4415571" cy="314584"/>
          </a:xfrm>
          <a:prstGeom prst="rect">
            <a:avLst/>
          </a:prstGeom>
        </p:spPr>
        <p:txBody>
          <a:bodyPr anchor="t">
            <a:normAutofit/>
          </a:bodyPr>
          <a:lstStyle>
            <a:lvl1pPr marL="0" indent="0">
              <a:lnSpc>
                <a:spcPts val="1980"/>
              </a:lnSpc>
              <a:buFont typeface="Arial" panose="020B0604020202020204" pitchFamily="34" charset="0"/>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Large Heading 2</a:t>
            </a:r>
          </a:p>
        </p:txBody>
      </p:sp>
      <p:sp>
        <p:nvSpPr>
          <p:cNvPr id="59" name="Sub heading 2">
            <a:extLst>
              <a:ext uri="{FF2B5EF4-FFF2-40B4-BE49-F238E27FC236}">
                <a16:creationId xmlns:a16="http://schemas.microsoft.com/office/drawing/2014/main" id="{68C8C2DF-FBBC-3590-BE4F-5DE0C5747148}"/>
              </a:ext>
            </a:extLst>
          </p:cNvPr>
          <p:cNvSpPr>
            <a:spLocks noGrp="1"/>
          </p:cNvSpPr>
          <p:nvPr>
            <p:ph type="body" sz="quarter" idx="43" hasCustomPrompt="1"/>
          </p:nvPr>
        </p:nvSpPr>
        <p:spPr>
          <a:xfrm>
            <a:off x="7249917" y="1968493"/>
            <a:ext cx="4415571" cy="303759"/>
          </a:xfrm>
          <a:prstGeom prst="rect">
            <a:avLst/>
          </a:prstGeom>
        </p:spPr>
        <p:txBody>
          <a:bodyPr anchor="t">
            <a:normAutofit/>
          </a:bodyPr>
          <a:lstStyle>
            <a:lvl1pPr marL="0" indent="0">
              <a:lnSpc>
                <a:spcPts val="1980"/>
              </a:lnSpc>
              <a:buFont typeface="Arial" panose="020B0604020202020204" pitchFamily="34" charset="0"/>
              <a:buNone/>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Sub heading 2</a:t>
            </a:r>
          </a:p>
        </p:txBody>
      </p:sp>
      <p:sp>
        <p:nvSpPr>
          <p:cNvPr id="61" name="Large Heading 1">
            <a:extLst>
              <a:ext uri="{FF2B5EF4-FFF2-40B4-BE49-F238E27FC236}">
                <a16:creationId xmlns:a16="http://schemas.microsoft.com/office/drawing/2014/main" id="{F39C4E1E-6D2E-2816-4CBD-8DA01FE79E40}"/>
              </a:ext>
            </a:extLst>
          </p:cNvPr>
          <p:cNvSpPr>
            <a:spLocks noGrp="1"/>
          </p:cNvSpPr>
          <p:nvPr>
            <p:ph type="body" sz="quarter" idx="44" hasCustomPrompt="1"/>
          </p:nvPr>
        </p:nvSpPr>
        <p:spPr>
          <a:xfrm>
            <a:off x="1244460" y="1611961"/>
            <a:ext cx="4415571" cy="303399"/>
          </a:xfrm>
          <a:prstGeom prst="rect">
            <a:avLst/>
          </a:prstGeom>
        </p:spPr>
        <p:txBody>
          <a:bodyPr anchor="t">
            <a:normAutofit/>
          </a:bodyPr>
          <a:lstStyle>
            <a:lvl1pPr marL="0" indent="0">
              <a:lnSpc>
                <a:spcPts val="1980"/>
              </a:lnSpc>
              <a:buFont typeface="Arial" panose="020B0604020202020204" pitchFamily="34" charset="0"/>
              <a:buNone/>
              <a:defRPr sz="1600" b="1"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Large Heading 1</a:t>
            </a:r>
          </a:p>
        </p:txBody>
      </p:sp>
      <p:sp>
        <p:nvSpPr>
          <p:cNvPr id="62" name="Sub heading 1">
            <a:extLst>
              <a:ext uri="{FF2B5EF4-FFF2-40B4-BE49-F238E27FC236}">
                <a16:creationId xmlns:a16="http://schemas.microsoft.com/office/drawing/2014/main" id="{A709B9F4-CB8E-13BB-0E73-3EF299B2DD68}"/>
              </a:ext>
            </a:extLst>
          </p:cNvPr>
          <p:cNvSpPr>
            <a:spLocks noGrp="1"/>
          </p:cNvSpPr>
          <p:nvPr>
            <p:ph type="body" sz="quarter" idx="45" hasCustomPrompt="1"/>
          </p:nvPr>
        </p:nvSpPr>
        <p:spPr>
          <a:xfrm>
            <a:off x="1244460" y="1967020"/>
            <a:ext cx="4415571" cy="301347"/>
          </a:xfrm>
          <a:prstGeom prst="rect">
            <a:avLst/>
          </a:prstGeom>
        </p:spPr>
        <p:txBody>
          <a:bodyPr anchor="t">
            <a:normAutofit/>
          </a:bodyPr>
          <a:lstStyle>
            <a:lvl1pPr marL="0" indent="0">
              <a:lnSpc>
                <a:spcPts val="1980"/>
              </a:lnSpc>
              <a:buFont typeface="Arial" panose="020B0604020202020204" pitchFamily="34" charset="0"/>
              <a:buNone/>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Sub heading 1</a:t>
            </a:r>
          </a:p>
        </p:txBody>
      </p:sp>
      <p:sp>
        <p:nvSpPr>
          <p:cNvPr id="64" name="slide metadata">
            <a:extLst>
              <a:ext uri="{FF2B5EF4-FFF2-40B4-BE49-F238E27FC236}">
                <a16:creationId xmlns:a16="http://schemas.microsoft.com/office/drawing/2014/main" id="{9A9DF812-B958-BE64-EBBE-F579AC9DE47E}"/>
              </a:ext>
            </a:extLst>
          </p:cNvPr>
          <p:cNvSpPr>
            <a:spLocks noGrp="1"/>
          </p:cNvSpPr>
          <p:nvPr>
            <p:ph type="body" sz="quarter" idx="16" hasCustomPrompt="1"/>
          </p:nvPr>
        </p:nvSpPr>
        <p:spPr>
          <a:xfrm>
            <a:off x="1854279" y="7106837"/>
            <a:ext cx="8991600" cy="43360588"/>
          </a:xfrm>
          <a:prstGeom prst="rect">
            <a:avLst/>
          </a:prstGeom>
        </p:spPr>
        <p:txBody>
          <a:bodyPr>
            <a:sp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000" b="0" i="0" u="none" strike="noStrike">
                <a:effectLst/>
                <a:latin typeface="Open Sans Light" pitchFamily="2" charset="0"/>
                <a:ea typeface="Open Sans Light" pitchFamily="2" charset="0"/>
                <a:cs typeface="Open Sans Light" pitchFamily="2" charset="0"/>
              </a:defRPr>
            </a:lvl1pPr>
          </a:lstStyle>
          <a:p>
            <a:r>
              <a:rPr lang="en-US"/>
              <a:t>{{ </a:t>
            </a:r>
            <a:r>
              <a:rPr lang="en-US" err="1"/>
              <a:t>slide_metadata</a:t>
            </a:r>
            <a:r>
              <a:rPr lang="en-US"/>
              <a:t>  }}</a:t>
            </a:r>
          </a:p>
          <a:p>
            <a:endParaRPr lang="en-US"/>
          </a:p>
          <a:p>
            <a:r>
              <a:rPr lang="en-US"/>
              <a:t>{</a:t>
            </a:r>
          </a:p>
          <a:p>
            <a:r>
              <a:rPr lang="en-US"/>
              <a:t>  "purpose": "Organize and compare two major sections (columns) each featuring a prominent header with a subheading, each followed by a grid of four boxes containing headers and supporting text for detailed breakdowns. Ideal for multi-faceted frameworks, left/right comparisons, or organizing content by major distinguishing features with subordinate points.",</a:t>
            </a:r>
          </a:p>
          <a:p>
            <a:r>
              <a:rPr lang="en-US"/>
              <a:t>  "</a:t>
            </a:r>
            <a:r>
              <a:rPr lang="en-US" err="1"/>
              <a:t>rgb_icon_color</a:t>
            </a:r>
            <a:r>
              <a:rPr lang="en-US"/>
              <a:t>": [242, 242, 242],</a:t>
            </a:r>
          </a:p>
          <a:p>
            <a:r>
              <a:rPr lang="en-US"/>
              <a:t>  "fields": {</a:t>
            </a:r>
          </a:p>
          <a:p>
            <a:r>
              <a:rPr lang="en-US"/>
              <a:t>    "Slide Title": {</a:t>
            </a:r>
          </a:p>
          <a:p>
            <a:r>
              <a:rPr lang="en-US"/>
              <a:t>      "type": "text",</a:t>
            </a:r>
          </a:p>
          <a:p>
            <a:r>
              <a:rPr lang="en-US"/>
              <a:t>      "description": "Main large bold heading at the top left of the slide.",</a:t>
            </a:r>
          </a:p>
          <a:p>
            <a:r>
              <a:rPr lang="en-US"/>
              <a:t>      "</a:t>
            </a:r>
            <a:r>
              <a:rPr lang="en-US" err="1"/>
              <a:t>word_constraint</a:t>
            </a:r>
            <a:r>
              <a:rPr lang="en-US"/>
              <a:t>": "2 to 9 words",</a:t>
            </a:r>
          </a:p>
          <a:p>
            <a:r>
              <a:rPr lang="en-US"/>
              <a:t>      "</a:t>
            </a:r>
            <a:r>
              <a:rPr lang="en-US" err="1"/>
              <a:t>min_length</a:t>
            </a:r>
            <a:r>
              <a:rPr lang="en-US"/>
              <a:t>": 10,</a:t>
            </a:r>
          </a:p>
          <a:p>
            <a:r>
              <a:rPr lang="en-US"/>
              <a:t>      "</a:t>
            </a:r>
            <a:r>
              <a:rPr lang="en-US" err="1"/>
              <a:t>max_length</a:t>
            </a:r>
            <a:r>
              <a:rPr lang="en-US"/>
              <a:t>": 50</a:t>
            </a:r>
          </a:p>
          <a:p>
            <a:r>
              <a:rPr lang="en-US"/>
              <a:t>    },</a:t>
            </a:r>
          </a:p>
          <a:p>
            <a:r>
              <a:rPr lang="en-US"/>
              <a:t>    "Slide Subtitle": {</a:t>
            </a:r>
          </a:p>
          <a:p>
            <a:r>
              <a:rPr lang="en-US"/>
              <a:t>      "type": "text",</a:t>
            </a:r>
          </a:p>
          <a:p>
            <a:r>
              <a:rPr lang="en-US"/>
              <a:t>      "description": "Subtitle directly below the Slide Title, providing context or description.",</a:t>
            </a:r>
          </a:p>
          <a:p>
            <a:r>
              <a:rPr lang="en-US"/>
              <a:t>      "</a:t>
            </a:r>
            <a:r>
              <a:rPr lang="en-US" err="1"/>
              <a:t>word_constraint</a:t>
            </a:r>
            <a:r>
              <a:rPr lang="en-US"/>
              <a:t>": "5 to 17 words",</a:t>
            </a:r>
          </a:p>
          <a:p>
            <a:r>
              <a:rPr lang="en-US"/>
              <a:t>      "</a:t>
            </a:r>
            <a:r>
              <a:rPr lang="en-US" err="1"/>
              <a:t>min_length</a:t>
            </a:r>
            <a:r>
              <a:rPr lang="en-US"/>
              <a:t>": 20,</a:t>
            </a:r>
          </a:p>
          <a:p>
            <a:r>
              <a:rPr lang="en-US"/>
              <a:t>      "</a:t>
            </a:r>
            <a:r>
              <a:rPr lang="en-US" err="1"/>
              <a:t>max_length</a:t>
            </a:r>
            <a:r>
              <a:rPr lang="en-US"/>
              <a:t>": 100</a:t>
            </a:r>
          </a:p>
          <a:p>
            <a:r>
              <a:rPr lang="en-US"/>
              <a:t>    },</a:t>
            </a:r>
          </a:p>
          <a:p>
            <a:r>
              <a:rPr lang="en-US"/>
              <a:t>    "Large Heading 1": {</a:t>
            </a:r>
          </a:p>
          <a:p>
            <a:r>
              <a:rPr lang="en-US"/>
              <a:t>      "type": "text",</a:t>
            </a:r>
          </a:p>
          <a:p>
            <a:r>
              <a:rPr lang="en-US"/>
              <a:t>      "description": "Primary heading for the left column’s main section.",</a:t>
            </a:r>
          </a:p>
          <a:p>
            <a:r>
              <a:rPr lang="en-US"/>
              <a:t>      "</a:t>
            </a:r>
            <a:r>
              <a:rPr lang="en-US" err="1"/>
              <a:t>word_constraint</a:t>
            </a:r>
            <a:r>
              <a:rPr lang="en-US"/>
              <a:t>": "2 to 6 words",</a:t>
            </a:r>
          </a:p>
          <a:p>
            <a:r>
              <a:rPr lang="en-US"/>
              <a:t>      "</a:t>
            </a:r>
            <a:r>
              <a:rPr lang="en-US" err="1"/>
              <a:t>min_length</a:t>
            </a:r>
            <a:r>
              <a:rPr lang="en-US"/>
              <a:t>": 6,</a:t>
            </a:r>
          </a:p>
          <a:p>
            <a:r>
              <a:rPr lang="en-US"/>
              <a:t>      "</a:t>
            </a:r>
            <a:r>
              <a:rPr lang="en-US" err="1"/>
              <a:t>max_length</a:t>
            </a:r>
            <a:r>
              <a:rPr lang="en-US"/>
              <a:t>": </a:t>
            </a:r>
            <a:r>
              <a:rPr lang="uk-UA"/>
              <a:t>20</a:t>
            </a:r>
            <a:endParaRPr lang="en-US"/>
          </a:p>
          <a:p>
            <a:r>
              <a:rPr lang="en-US"/>
              <a:t>    },</a:t>
            </a:r>
          </a:p>
          <a:p>
            <a:r>
              <a:rPr lang="en-US"/>
              <a:t>    "Sub heading 1": {</a:t>
            </a:r>
          </a:p>
          <a:p>
            <a:r>
              <a:rPr lang="en-US"/>
              <a:t>      "type": "text",</a:t>
            </a:r>
          </a:p>
          <a:p>
            <a:r>
              <a:rPr lang="en-US"/>
              <a:t>      "description": "Secondary subheading or explanation for Large Heading 1.",</a:t>
            </a:r>
          </a:p>
          <a:p>
            <a:r>
              <a:rPr lang="en-US"/>
              <a:t>      "</a:t>
            </a:r>
            <a:r>
              <a:rPr lang="en-US" err="1"/>
              <a:t>word_constraint</a:t>
            </a:r>
            <a:r>
              <a:rPr lang="en-US"/>
              <a:t>": "2 to 9 words",</a:t>
            </a:r>
          </a:p>
          <a:p>
            <a:r>
              <a:rPr lang="en-US"/>
              <a:t>      "</a:t>
            </a:r>
            <a:r>
              <a:rPr lang="en-US" err="1"/>
              <a:t>min_length</a:t>
            </a:r>
            <a:r>
              <a:rPr lang="en-US"/>
              <a:t>": 8,</a:t>
            </a:r>
          </a:p>
          <a:p>
            <a:r>
              <a:rPr lang="en-US"/>
              <a:t>      "</a:t>
            </a:r>
            <a:r>
              <a:rPr lang="en-US" err="1"/>
              <a:t>max_length</a:t>
            </a:r>
            <a:r>
              <a:rPr lang="en-US"/>
              <a:t>": </a:t>
            </a:r>
            <a:r>
              <a:rPr lang="uk-UA"/>
              <a:t>2</a:t>
            </a:r>
            <a:r>
              <a:rPr lang="en-US"/>
              <a:t>0</a:t>
            </a:r>
          </a:p>
          <a:p>
            <a:r>
              <a:rPr lang="en-US"/>
              <a:t>    },</a:t>
            </a:r>
          </a:p>
          <a:p>
            <a:r>
              <a:rPr lang="en-US"/>
              <a:t>    "Header 1": {</a:t>
            </a:r>
          </a:p>
          <a:p>
            <a:r>
              <a:rPr lang="en-US"/>
              <a:t>      "type": "text",</a:t>
            </a:r>
          </a:p>
          <a:p>
            <a:r>
              <a:rPr lang="en-US"/>
              <a:t>      "description": "Header for the first supporting box under Large Heading 1.",</a:t>
            </a:r>
          </a:p>
          <a:p>
            <a:r>
              <a:rPr lang="en-US"/>
              <a:t>      "</a:t>
            </a:r>
            <a:r>
              <a:rPr lang="en-US" err="1"/>
              <a:t>word_constraint</a:t>
            </a:r>
            <a:r>
              <a:rPr lang="en-US"/>
              <a:t>": "1 to 3 words",</a:t>
            </a:r>
          </a:p>
          <a:p>
            <a:r>
              <a:rPr lang="en-US"/>
              <a:t>      "</a:t>
            </a:r>
            <a:r>
              <a:rPr lang="en-US" err="1"/>
              <a:t>min_length</a:t>
            </a:r>
            <a:r>
              <a:rPr lang="en-US"/>
              <a:t>": </a:t>
            </a:r>
            <a:r>
              <a:rPr lang="uk-UA"/>
              <a:t>3</a:t>
            </a:r>
            <a:r>
              <a:rPr lang="en-US"/>
              <a:t>,</a:t>
            </a:r>
          </a:p>
          <a:p>
            <a:r>
              <a:rPr lang="en-US"/>
              <a:t>      "</a:t>
            </a:r>
            <a:r>
              <a:rPr lang="en-US" err="1"/>
              <a:t>max_length</a:t>
            </a:r>
            <a:r>
              <a:rPr lang="en-US"/>
              <a:t>": 1</a:t>
            </a:r>
            <a:r>
              <a:rPr lang="uk-UA"/>
              <a:t>2</a:t>
            </a:r>
            <a:endParaRPr lang="en-US"/>
          </a:p>
          <a:p>
            <a:r>
              <a:rPr lang="en-US"/>
              <a:t>    },</a:t>
            </a:r>
          </a:p>
          <a:p>
            <a:r>
              <a:rPr lang="en-US"/>
              <a:t>    "Supporting text 1": {</a:t>
            </a:r>
          </a:p>
          <a:p>
            <a:r>
              <a:rPr lang="en-US"/>
              <a:t>      "type": "array",</a:t>
            </a:r>
          </a:p>
          <a:p>
            <a:r>
              <a:rPr lang="en-US"/>
              <a:t>      "description": "Main bullet point list detail for Header 1.",</a:t>
            </a:r>
          </a:p>
          <a:p>
            <a:r>
              <a:rPr lang="en-US"/>
              <a:t>      "</a:t>
            </a:r>
            <a:r>
              <a:rPr lang="en-US" err="1"/>
              <a:t>word_constraint</a:t>
            </a:r>
            <a:r>
              <a:rPr lang="en-US"/>
              <a:t>": "8 to 28 words",</a:t>
            </a:r>
          </a:p>
          <a:p>
            <a:r>
              <a:rPr lang="en-US"/>
              <a:t>      "</a:t>
            </a:r>
            <a:r>
              <a:rPr lang="en-US" err="1"/>
              <a:t>min_length</a:t>
            </a:r>
            <a:r>
              <a:rPr lang="en-US"/>
              <a:t>": 1,</a:t>
            </a:r>
          </a:p>
          <a:p>
            <a:r>
              <a:rPr lang="en-US"/>
              <a:t>      "</a:t>
            </a:r>
            <a:r>
              <a:rPr lang="en-US" err="1"/>
              <a:t>max_length</a:t>
            </a:r>
            <a:r>
              <a:rPr lang="en-US"/>
              <a:t>": 2</a:t>
            </a:r>
          </a:p>
          <a:p>
            <a:r>
              <a:rPr lang="en-US"/>
              <a:t>    },</a:t>
            </a:r>
          </a:p>
          <a:p>
            <a:r>
              <a:rPr lang="en-US"/>
              <a:t>    "Header 2": {</a:t>
            </a:r>
          </a:p>
          <a:p>
            <a:r>
              <a:rPr lang="en-US"/>
              <a:t>      "type": "text",</a:t>
            </a:r>
          </a:p>
          <a:p>
            <a:r>
              <a:rPr lang="en-US"/>
              <a:t>      "description": "Header for the second supporting box under Large Heading 1.",</a:t>
            </a:r>
          </a:p>
          <a:p>
            <a:r>
              <a:rPr lang="en-US"/>
              <a:t>      "</a:t>
            </a:r>
            <a:r>
              <a:rPr lang="en-US" err="1"/>
              <a:t>word_constraint</a:t>
            </a:r>
            <a:r>
              <a:rPr lang="en-US"/>
              <a:t>": "1 to 3 words",</a:t>
            </a:r>
          </a:p>
          <a:p>
            <a:r>
              <a:rPr lang="en-US"/>
              <a:t>      "</a:t>
            </a:r>
            <a:r>
              <a:rPr lang="en-US" err="1"/>
              <a:t>min_length</a:t>
            </a:r>
            <a:r>
              <a:rPr lang="en-US"/>
              <a:t>": 3,</a:t>
            </a:r>
          </a:p>
          <a:p>
            <a:r>
              <a:rPr lang="en-US"/>
              <a:t>      "</a:t>
            </a:r>
            <a:r>
              <a:rPr lang="en-US" err="1"/>
              <a:t>max_length</a:t>
            </a:r>
            <a:r>
              <a:rPr lang="en-US"/>
              <a:t>": 12</a:t>
            </a:r>
          </a:p>
          <a:p>
            <a:r>
              <a:rPr lang="en-US"/>
              <a:t>    },</a:t>
            </a:r>
          </a:p>
          <a:p>
            <a:r>
              <a:rPr lang="en-US"/>
              <a:t>    "Supporting text 2": {</a:t>
            </a:r>
          </a:p>
          <a:p>
            <a:r>
              <a:rPr lang="en-US"/>
              <a:t>      "type": "array",</a:t>
            </a:r>
          </a:p>
          <a:p>
            <a:r>
              <a:rPr lang="en-US"/>
              <a:t>      "description": "Main bullet point list detail for Header 2.",</a:t>
            </a:r>
          </a:p>
          <a:p>
            <a:r>
              <a:rPr lang="en-US"/>
              <a:t>      "</a:t>
            </a:r>
            <a:r>
              <a:rPr lang="en-US" err="1"/>
              <a:t>word_constraint</a:t>
            </a:r>
            <a:r>
              <a:rPr lang="en-US"/>
              <a:t>": "8 to 28 words",</a:t>
            </a:r>
          </a:p>
          <a:p>
            <a:r>
              <a:rPr lang="en-US"/>
              <a:t>      "</a:t>
            </a:r>
            <a:r>
              <a:rPr lang="en-US" err="1"/>
              <a:t>min_length</a:t>
            </a:r>
            <a:r>
              <a:rPr lang="en-US"/>
              <a:t>": 1,</a:t>
            </a:r>
          </a:p>
          <a:p>
            <a:r>
              <a:rPr lang="en-US"/>
              <a:t>      "</a:t>
            </a:r>
            <a:r>
              <a:rPr lang="en-US" err="1"/>
              <a:t>max_length</a:t>
            </a:r>
            <a:r>
              <a:rPr lang="en-US"/>
              <a:t>": 2</a:t>
            </a:r>
          </a:p>
          <a:p>
            <a:r>
              <a:rPr lang="en-US"/>
              <a:t>    },</a:t>
            </a:r>
          </a:p>
          <a:p>
            <a:r>
              <a:rPr lang="en-US"/>
              <a:t>    "Header 3": {</a:t>
            </a:r>
          </a:p>
          <a:p>
            <a:r>
              <a:rPr lang="en-US"/>
              <a:t>      "type": "text",</a:t>
            </a:r>
          </a:p>
          <a:p>
            <a:r>
              <a:rPr lang="en-US"/>
              <a:t>      "description": "Header for the third supporting box under Large Heading 1.",</a:t>
            </a:r>
          </a:p>
          <a:p>
            <a:r>
              <a:rPr lang="en-US"/>
              <a:t>      "</a:t>
            </a:r>
            <a:r>
              <a:rPr lang="en-US" err="1"/>
              <a:t>word_constraint</a:t>
            </a:r>
            <a:r>
              <a:rPr lang="en-US"/>
              <a:t>": "1 to 3 words",</a:t>
            </a:r>
          </a:p>
          <a:p>
            <a:r>
              <a:rPr lang="en-US"/>
              <a:t>      "</a:t>
            </a:r>
            <a:r>
              <a:rPr lang="en-US" err="1"/>
              <a:t>min_length</a:t>
            </a:r>
            <a:r>
              <a:rPr lang="en-US"/>
              <a:t>": 3,</a:t>
            </a:r>
          </a:p>
          <a:p>
            <a:r>
              <a:rPr lang="en-US"/>
              <a:t>      "</a:t>
            </a:r>
            <a:r>
              <a:rPr lang="en-US" err="1"/>
              <a:t>max_length</a:t>
            </a:r>
            <a:r>
              <a:rPr lang="en-US"/>
              <a:t>": 12</a:t>
            </a:r>
          </a:p>
          <a:p>
            <a:r>
              <a:rPr lang="en-US"/>
              <a:t>    },</a:t>
            </a:r>
          </a:p>
          <a:p>
            <a:r>
              <a:rPr lang="en-US"/>
              <a:t>    "Supporting text 3": {</a:t>
            </a:r>
          </a:p>
          <a:p>
            <a:r>
              <a:rPr lang="en-US"/>
              <a:t>      "type": "array",</a:t>
            </a:r>
          </a:p>
          <a:p>
            <a:r>
              <a:rPr lang="en-US"/>
              <a:t>      "description": "Main bullet point list detail for Header 3.",</a:t>
            </a:r>
          </a:p>
          <a:p>
            <a:r>
              <a:rPr lang="en-US"/>
              <a:t>      "</a:t>
            </a:r>
            <a:r>
              <a:rPr lang="en-US" err="1"/>
              <a:t>word_constraint</a:t>
            </a:r>
            <a:r>
              <a:rPr lang="en-US"/>
              <a:t>": "8 to 28 words",</a:t>
            </a:r>
          </a:p>
          <a:p>
            <a:r>
              <a:rPr lang="en-US"/>
              <a:t>      "</a:t>
            </a:r>
            <a:r>
              <a:rPr lang="en-US" err="1"/>
              <a:t>min_length</a:t>
            </a:r>
            <a:r>
              <a:rPr lang="en-US"/>
              <a:t>": 1,</a:t>
            </a:r>
          </a:p>
          <a:p>
            <a:r>
              <a:rPr lang="en-US"/>
              <a:t>      "</a:t>
            </a:r>
            <a:r>
              <a:rPr lang="en-US" err="1"/>
              <a:t>max_length</a:t>
            </a:r>
            <a:r>
              <a:rPr lang="en-US"/>
              <a:t>": 2</a:t>
            </a:r>
          </a:p>
          <a:p>
            <a:r>
              <a:rPr lang="en-US"/>
              <a:t>    },</a:t>
            </a:r>
          </a:p>
          <a:p>
            <a:r>
              <a:rPr lang="en-US"/>
              <a:t>    "Header 4": {</a:t>
            </a:r>
          </a:p>
          <a:p>
            <a:r>
              <a:rPr lang="en-US"/>
              <a:t>      "type": "text",</a:t>
            </a:r>
          </a:p>
          <a:p>
            <a:r>
              <a:rPr lang="en-US"/>
              <a:t>      "description": "Header for the fourth supporting box under Large Heading 1.",</a:t>
            </a:r>
          </a:p>
          <a:p>
            <a:r>
              <a:rPr lang="en-US"/>
              <a:t>      "</a:t>
            </a:r>
            <a:r>
              <a:rPr lang="en-US" err="1"/>
              <a:t>word_constraint</a:t>
            </a:r>
            <a:r>
              <a:rPr lang="en-US"/>
              <a:t>": "1 to 3 words",</a:t>
            </a:r>
          </a:p>
          <a:p>
            <a:r>
              <a:rPr lang="en-US"/>
              <a:t>      "</a:t>
            </a:r>
            <a:r>
              <a:rPr lang="en-US" err="1"/>
              <a:t>min_length</a:t>
            </a:r>
            <a:r>
              <a:rPr lang="en-US"/>
              <a:t>": 3,</a:t>
            </a:r>
          </a:p>
          <a:p>
            <a:r>
              <a:rPr lang="en-US"/>
              <a:t>      "</a:t>
            </a:r>
            <a:r>
              <a:rPr lang="en-US" err="1"/>
              <a:t>max_length</a:t>
            </a:r>
            <a:r>
              <a:rPr lang="en-US"/>
              <a:t>": 12</a:t>
            </a:r>
          </a:p>
          <a:p>
            <a:r>
              <a:rPr lang="en-US"/>
              <a:t>    },</a:t>
            </a:r>
          </a:p>
          <a:p>
            <a:r>
              <a:rPr lang="en-US"/>
              <a:t>    "Supporting text 4": {</a:t>
            </a:r>
          </a:p>
          <a:p>
            <a:r>
              <a:rPr lang="en-US"/>
              <a:t>      "type": "array",</a:t>
            </a:r>
          </a:p>
          <a:p>
            <a:r>
              <a:rPr lang="en-US"/>
              <a:t>      "description": "Main bullet point list detail for Header 4.",</a:t>
            </a:r>
          </a:p>
          <a:p>
            <a:r>
              <a:rPr lang="en-US"/>
              <a:t>      "</a:t>
            </a:r>
            <a:r>
              <a:rPr lang="en-US" err="1"/>
              <a:t>word_constraint</a:t>
            </a:r>
            <a:r>
              <a:rPr lang="en-US"/>
              <a:t>": "8 to 28 words",</a:t>
            </a:r>
          </a:p>
          <a:p>
            <a:r>
              <a:rPr lang="en-US"/>
              <a:t>      "</a:t>
            </a:r>
            <a:r>
              <a:rPr lang="en-US" err="1"/>
              <a:t>min_length</a:t>
            </a:r>
            <a:r>
              <a:rPr lang="en-US"/>
              <a:t>": 1,</a:t>
            </a:r>
          </a:p>
          <a:p>
            <a:r>
              <a:rPr lang="en-US"/>
              <a:t>      "</a:t>
            </a:r>
            <a:r>
              <a:rPr lang="en-US" err="1"/>
              <a:t>max_length</a:t>
            </a:r>
            <a:r>
              <a:rPr lang="en-US"/>
              <a:t>": 2</a:t>
            </a:r>
          </a:p>
          <a:p>
            <a:r>
              <a:rPr lang="en-US"/>
              <a:t>    },</a:t>
            </a:r>
          </a:p>
          <a:p>
            <a:r>
              <a:rPr lang="en-US"/>
              <a:t>    "Large Heading 2": {</a:t>
            </a:r>
          </a:p>
          <a:p>
            <a:r>
              <a:rPr lang="en-US"/>
              <a:t>      "type": "text",</a:t>
            </a:r>
          </a:p>
          <a:p>
            <a:r>
              <a:rPr lang="en-US"/>
              <a:t>      "description": "Primary heading for the right column’s main section.",</a:t>
            </a:r>
          </a:p>
          <a:p>
            <a:r>
              <a:rPr lang="en-US"/>
              <a:t>      "</a:t>
            </a:r>
            <a:r>
              <a:rPr lang="en-US" err="1"/>
              <a:t>word_constraint</a:t>
            </a:r>
            <a:r>
              <a:rPr lang="en-US"/>
              <a:t>": "2 to 6 words",</a:t>
            </a:r>
          </a:p>
          <a:p>
            <a:r>
              <a:rPr lang="en-US"/>
              <a:t>      "</a:t>
            </a:r>
            <a:r>
              <a:rPr lang="en-US" err="1"/>
              <a:t>min_length</a:t>
            </a:r>
            <a:r>
              <a:rPr lang="en-US"/>
              <a:t>": 6,</a:t>
            </a:r>
          </a:p>
          <a:p>
            <a:r>
              <a:rPr lang="en-US"/>
              <a:t>      "</a:t>
            </a:r>
            <a:r>
              <a:rPr lang="en-US" err="1"/>
              <a:t>max_length</a:t>
            </a:r>
            <a:r>
              <a:rPr lang="en-US"/>
              <a:t>": 20</a:t>
            </a:r>
          </a:p>
          <a:p>
            <a:r>
              <a:rPr lang="en-US"/>
              <a:t>    },</a:t>
            </a:r>
          </a:p>
          <a:p>
            <a:r>
              <a:rPr lang="en-US"/>
              <a:t>    "Sub heading 2": {</a:t>
            </a:r>
          </a:p>
          <a:p>
            <a:r>
              <a:rPr lang="en-US"/>
              <a:t>      "type": "text",</a:t>
            </a:r>
          </a:p>
          <a:p>
            <a:r>
              <a:rPr lang="en-US"/>
              <a:t>      "description": "Secondary subheading or explanation for Large Heading 2.",</a:t>
            </a:r>
          </a:p>
          <a:p>
            <a:r>
              <a:rPr lang="en-US"/>
              <a:t>      "</a:t>
            </a:r>
            <a:r>
              <a:rPr lang="en-US" err="1"/>
              <a:t>word_constraint</a:t>
            </a:r>
            <a:r>
              <a:rPr lang="en-US"/>
              <a:t>": "2 to 9 words",</a:t>
            </a:r>
          </a:p>
          <a:p>
            <a:r>
              <a:rPr lang="en-US"/>
              <a:t>      "</a:t>
            </a:r>
            <a:r>
              <a:rPr lang="en-US" err="1"/>
              <a:t>min_length</a:t>
            </a:r>
            <a:r>
              <a:rPr lang="en-US"/>
              <a:t>": 8,</a:t>
            </a:r>
          </a:p>
          <a:p>
            <a:r>
              <a:rPr lang="en-US"/>
              <a:t>      "</a:t>
            </a:r>
            <a:r>
              <a:rPr lang="en-US" err="1"/>
              <a:t>max_length</a:t>
            </a:r>
            <a:r>
              <a:rPr lang="en-US"/>
              <a:t>": 20</a:t>
            </a:r>
          </a:p>
          <a:p>
            <a:r>
              <a:rPr lang="en-US"/>
              <a:t>    },</a:t>
            </a:r>
          </a:p>
          <a:p>
            <a:r>
              <a:rPr lang="en-US"/>
              <a:t>    "Header 5": {</a:t>
            </a:r>
          </a:p>
          <a:p>
            <a:r>
              <a:rPr lang="en-US"/>
              <a:t>      "type": "text",</a:t>
            </a:r>
          </a:p>
          <a:p>
            <a:r>
              <a:rPr lang="en-US"/>
              <a:t>      "description": "Header for the first supporting box under Large Heading 2.",</a:t>
            </a:r>
          </a:p>
          <a:p>
            <a:r>
              <a:rPr lang="en-US"/>
              <a:t>      "</a:t>
            </a:r>
            <a:r>
              <a:rPr lang="en-US" err="1"/>
              <a:t>word_constraint</a:t>
            </a:r>
            <a:r>
              <a:rPr lang="en-US"/>
              <a:t>": "1 to 3 words",</a:t>
            </a:r>
          </a:p>
          <a:p>
            <a:r>
              <a:rPr lang="en-US"/>
              <a:t>      "</a:t>
            </a:r>
            <a:r>
              <a:rPr lang="en-US" err="1"/>
              <a:t>min_length</a:t>
            </a:r>
            <a:r>
              <a:rPr lang="en-US"/>
              <a:t>": 3,</a:t>
            </a:r>
          </a:p>
          <a:p>
            <a:r>
              <a:rPr lang="en-US"/>
              <a:t>      "</a:t>
            </a:r>
            <a:r>
              <a:rPr lang="en-US" err="1"/>
              <a:t>max_length</a:t>
            </a:r>
            <a:r>
              <a:rPr lang="en-US"/>
              <a:t>": 12</a:t>
            </a:r>
          </a:p>
          <a:p>
            <a:r>
              <a:rPr lang="en-US"/>
              <a:t>    },</a:t>
            </a:r>
          </a:p>
          <a:p>
            <a:r>
              <a:rPr lang="en-US"/>
              <a:t>    "Supporting text 5": {</a:t>
            </a:r>
          </a:p>
          <a:p>
            <a:r>
              <a:rPr lang="en-US"/>
              <a:t>      "type": "array",</a:t>
            </a:r>
          </a:p>
          <a:p>
            <a:r>
              <a:rPr lang="en-US"/>
              <a:t>      "description": "Main bullet point list detail for Header 5.",</a:t>
            </a:r>
          </a:p>
          <a:p>
            <a:r>
              <a:rPr lang="en-US"/>
              <a:t>      "</a:t>
            </a:r>
            <a:r>
              <a:rPr lang="en-US" err="1"/>
              <a:t>word_constraint</a:t>
            </a:r>
            <a:r>
              <a:rPr lang="en-US"/>
              <a:t>": "8 to 28 words",</a:t>
            </a:r>
          </a:p>
          <a:p>
            <a:r>
              <a:rPr lang="en-US"/>
              <a:t>      "</a:t>
            </a:r>
            <a:r>
              <a:rPr lang="en-US" err="1"/>
              <a:t>min_length</a:t>
            </a:r>
            <a:r>
              <a:rPr lang="en-US"/>
              <a:t>": 1,</a:t>
            </a:r>
          </a:p>
          <a:p>
            <a:r>
              <a:rPr lang="en-US"/>
              <a:t>      "</a:t>
            </a:r>
            <a:r>
              <a:rPr lang="en-US" err="1"/>
              <a:t>max_length</a:t>
            </a:r>
            <a:r>
              <a:rPr lang="en-US"/>
              <a:t>": 2</a:t>
            </a:r>
          </a:p>
          <a:p>
            <a:r>
              <a:rPr lang="en-US"/>
              <a:t>    },</a:t>
            </a:r>
          </a:p>
          <a:p>
            <a:r>
              <a:rPr lang="en-US"/>
              <a:t>    "Header 6": {</a:t>
            </a:r>
          </a:p>
          <a:p>
            <a:r>
              <a:rPr lang="en-US"/>
              <a:t>      "type": "text",</a:t>
            </a:r>
          </a:p>
          <a:p>
            <a:r>
              <a:rPr lang="en-US"/>
              <a:t>      "description": "Header for the second supporting box under Large Heading 2.",</a:t>
            </a:r>
          </a:p>
          <a:p>
            <a:r>
              <a:rPr lang="en-US"/>
              <a:t>      "</a:t>
            </a:r>
            <a:r>
              <a:rPr lang="en-US" err="1"/>
              <a:t>word_constraint</a:t>
            </a:r>
            <a:r>
              <a:rPr lang="en-US"/>
              <a:t>": "1 to 3 words",</a:t>
            </a:r>
          </a:p>
          <a:p>
            <a:r>
              <a:rPr lang="en-US"/>
              <a:t>      "</a:t>
            </a:r>
            <a:r>
              <a:rPr lang="en-US" err="1"/>
              <a:t>min_length</a:t>
            </a:r>
            <a:r>
              <a:rPr lang="en-US"/>
              <a:t>": 3,</a:t>
            </a:r>
          </a:p>
          <a:p>
            <a:r>
              <a:rPr lang="en-US"/>
              <a:t>      "</a:t>
            </a:r>
            <a:r>
              <a:rPr lang="en-US" err="1"/>
              <a:t>max_length</a:t>
            </a:r>
            <a:r>
              <a:rPr lang="en-US"/>
              <a:t>": 12</a:t>
            </a:r>
          </a:p>
          <a:p>
            <a:r>
              <a:rPr lang="en-US"/>
              <a:t>    },</a:t>
            </a:r>
          </a:p>
          <a:p>
            <a:r>
              <a:rPr lang="en-US"/>
              <a:t>    "Supporting text 6": {</a:t>
            </a:r>
          </a:p>
          <a:p>
            <a:r>
              <a:rPr lang="en-US"/>
              <a:t>      "type": "array",</a:t>
            </a:r>
          </a:p>
          <a:p>
            <a:r>
              <a:rPr lang="en-US"/>
              <a:t>      "description": "Main bullet point list detail for Header 6.",</a:t>
            </a:r>
          </a:p>
          <a:p>
            <a:r>
              <a:rPr lang="en-US"/>
              <a:t>      "</a:t>
            </a:r>
            <a:r>
              <a:rPr lang="en-US" err="1"/>
              <a:t>word_constraint</a:t>
            </a:r>
            <a:r>
              <a:rPr lang="en-US"/>
              <a:t>": "8 to 28 words",</a:t>
            </a:r>
          </a:p>
          <a:p>
            <a:r>
              <a:rPr lang="en-US"/>
              <a:t>      "</a:t>
            </a:r>
            <a:r>
              <a:rPr lang="en-US" err="1"/>
              <a:t>min_length</a:t>
            </a:r>
            <a:r>
              <a:rPr lang="en-US"/>
              <a:t>": 1,</a:t>
            </a:r>
          </a:p>
          <a:p>
            <a:r>
              <a:rPr lang="en-US"/>
              <a:t>      "</a:t>
            </a:r>
            <a:r>
              <a:rPr lang="en-US" err="1"/>
              <a:t>max_length</a:t>
            </a:r>
            <a:r>
              <a:rPr lang="en-US"/>
              <a:t>": 2</a:t>
            </a:r>
          </a:p>
          <a:p>
            <a:r>
              <a:rPr lang="en-US"/>
              <a:t>    },</a:t>
            </a:r>
          </a:p>
          <a:p>
            <a:r>
              <a:rPr lang="en-US"/>
              <a:t>    "Header 7": {</a:t>
            </a:r>
          </a:p>
          <a:p>
            <a:r>
              <a:rPr lang="en-US"/>
              <a:t>      "type": "text",</a:t>
            </a:r>
          </a:p>
          <a:p>
            <a:r>
              <a:rPr lang="en-US"/>
              <a:t>      "description": "Header for the third supporting box under Large Heading 2.",</a:t>
            </a:r>
          </a:p>
          <a:p>
            <a:r>
              <a:rPr lang="en-US"/>
              <a:t>      "</a:t>
            </a:r>
            <a:r>
              <a:rPr lang="en-US" err="1"/>
              <a:t>word_constraint</a:t>
            </a:r>
            <a:r>
              <a:rPr lang="en-US"/>
              <a:t>": "1 to 3 words",</a:t>
            </a:r>
          </a:p>
          <a:p>
            <a:r>
              <a:rPr lang="en-US"/>
              <a:t>      "</a:t>
            </a:r>
            <a:r>
              <a:rPr lang="en-US" err="1"/>
              <a:t>min_length</a:t>
            </a:r>
            <a:r>
              <a:rPr lang="en-US"/>
              <a:t>": 3,</a:t>
            </a:r>
          </a:p>
          <a:p>
            <a:r>
              <a:rPr lang="en-US"/>
              <a:t>      "</a:t>
            </a:r>
            <a:r>
              <a:rPr lang="en-US" err="1"/>
              <a:t>max_length</a:t>
            </a:r>
            <a:r>
              <a:rPr lang="en-US"/>
              <a:t>": 12</a:t>
            </a:r>
          </a:p>
          <a:p>
            <a:r>
              <a:rPr lang="en-US"/>
              <a:t>    },</a:t>
            </a:r>
          </a:p>
          <a:p>
            <a:r>
              <a:rPr lang="en-US"/>
              <a:t>    "Supporting text 7": {</a:t>
            </a:r>
          </a:p>
          <a:p>
            <a:r>
              <a:rPr lang="en-US"/>
              <a:t>      "type": "array",</a:t>
            </a:r>
          </a:p>
          <a:p>
            <a:r>
              <a:rPr lang="en-US"/>
              <a:t>      "description": "Main bullet point list detail for Header 7.",</a:t>
            </a:r>
          </a:p>
          <a:p>
            <a:r>
              <a:rPr lang="en-US"/>
              <a:t>      "</a:t>
            </a:r>
            <a:r>
              <a:rPr lang="en-US" err="1"/>
              <a:t>word_constraint</a:t>
            </a:r>
            <a:r>
              <a:rPr lang="en-US"/>
              <a:t>": "8 to 28 words",</a:t>
            </a:r>
          </a:p>
          <a:p>
            <a:r>
              <a:rPr lang="en-US"/>
              <a:t>      "</a:t>
            </a:r>
            <a:r>
              <a:rPr lang="en-US" err="1"/>
              <a:t>min_length</a:t>
            </a:r>
            <a:r>
              <a:rPr lang="en-US"/>
              <a:t>": 1,</a:t>
            </a:r>
          </a:p>
          <a:p>
            <a:r>
              <a:rPr lang="en-US"/>
              <a:t>      "</a:t>
            </a:r>
            <a:r>
              <a:rPr lang="en-US" err="1"/>
              <a:t>max_length</a:t>
            </a:r>
            <a:r>
              <a:rPr lang="en-US"/>
              <a:t>": 2</a:t>
            </a:r>
          </a:p>
          <a:p>
            <a:r>
              <a:rPr lang="en-US"/>
              <a:t>    },</a:t>
            </a:r>
          </a:p>
          <a:p>
            <a:r>
              <a:rPr lang="en-US"/>
              <a:t>    "Header 8": {</a:t>
            </a:r>
          </a:p>
          <a:p>
            <a:r>
              <a:rPr lang="en-US"/>
              <a:t>      "type": "text",</a:t>
            </a:r>
          </a:p>
          <a:p>
            <a:r>
              <a:rPr lang="en-US"/>
              <a:t>      "description": "Header for the fourth supporting box under Large Heading 2.",</a:t>
            </a:r>
          </a:p>
          <a:p>
            <a:r>
              <a:rPr lang="en-US"/>
              <a:t>      "</a:t>
            </a:r>
            <a:r>
              <a:rPr lang="en-US" err="1"/>
              <a:t>word_constraint</a:t>
            </a:r>
            <a:r>
              <a:rPr lang="en-US"/>
              <a:t>": "1 to 3 words",</a:t>
            </a:r>
          </a:p>
          <a:p>
            <a:r>
              <a:rPr lang="en-US"/>
              <a:t>      "</a:t>
            </a:r>
            <a:r>
              <a:rPr lang="en-US" err="1"/>
              <a:t>min_length</a:t>
            </a:r>
            <a:r>
              <a:rPr lang="en-US"/>
              <a:t>": 3,</a:t>
            </a:r>
          </a:p>
          <a:p>
            <a:r>
              <a:rPr lang="en-US"/>
              <a:t>      "</a:t>
            </a:r>
            <a:r>
              <a:rPr lang="en-US" err="1"/>
              <a:t>max_length</a:t>
            </a:r>
            <a:r>
              <a:rPr lang="en-US"/>
              <a:t>": 12</a:t>
            </a:r>
          </a:p>
          <a:p>
            <a:r>
              <a:rPr lang="en-US"/>
              <a:t>    },</a:t>
            </a:r>
          </a:p>
          <a:p>
            <a:r>
              <a:rPr lang="en-US"/>
              <a:t>    "Supporting text 8": {</a:t>
            </a:r>
          </a:p>
          <a:p>
            <a:r>
              <a:rPr lang="en-US"/>
              <a:t>      "type": "array",</a:t>
            </a:r>
          </a:p>
          <a:p>
            <a:r>
              <a:rPr lang="en-US"/>
              <a:t>      "description": "Main bullet point list detail for Header 8.",</a:t>
            </a:r>
          </a:p>
          <a:p>
            <a:r>
              <a:rPr lang="en-US"/>
              <a:t>      "</a:t>
            </a:r>
            <a:r>
              <a:rPr lang="en-US" err="1"/>
              <a:t>word_constraint</a:t>
            </a:r>
            <a:r>
              <a:rPr lang="en-US"/>
              <a:t>": "8 to 28 words",</a:t>
            </a:r>
          </a:p>
          <a:p>
            <a:r>
              <a:rPr lang="en-US"/>
              <a:t>      "</a:t>
            </a:r>
            <a:r>
              <a:rPr lang="en-US" err="1"/>
              <a:t>min_length</a:t>
            </a:r>
            <a:r>
              <a:rPr lang="en-US"/>
              <a:t>": 1,</a:t>
            </a:r>
          </a:p>
          <a:p>
            <a:r>
              <a:rPr lang="en-US"/>
              <a:t>      "</a:t>
            </a:r>
            <a:r>
              <a:rPr lang="en-US" err="1"/>
              <a:t>max_length</a:t>
            </a:r>
            <a:r>
              <a:rPr lang="en-US"/>
              <a:t>": 2</a:t>
            </a:r>
          </a:p>
          <a:p>
            <a:r>
              <a:rPr lang="en-US"/>
              <a:t>    }</a:t>
            </a:r>
          </a:p>
          <a:p>
            <a:r>
              <a:rPr lang="en-US"/>
              <a:t>  }</a:t>
            </a:r>
          </a:p>
          <a:p>
            <a:r>
              <a:rPr lang="en-US"/>
              <a:t>}</a:t>
            </a:r>
          </a:p>
        </p:txBody>
      </p:sp>
      <p:sp>
        <p:nvSpPr>
          <p:cNvPr id="65" name="Slide Subtitle">
            <a:extLst>
              <a:ext uri="{FF2B5EF4-FFF2-40B4-BE49-F238E27FC236}">
                <a16:creationId xmlns:a16="http://schemas.microsoft.com/office/drawing/2014/main" id="{1BF3055F-FCF9-51F2-0DCF-6716A9A94599}"/>
              </a:ext>
            </a:extLst>
          </p:cNvPr>
          <p:cNvSpPr>
            <a:spLocks noGrp="1"/>
          </p:cNvSpPr>
          <p:nvPr>
            <p:ph type="body" sz="quarter" idx="46" hasCustomPrompt="1"/>
          </p:nvPr>
        </p:nvSpPr>
        <p:spPr>
          <a:xfrm>
            <a:off x="551688" y="1079353"/>
            <a:ext cx="11390734" cy="454080"/>
          </a:xfrm>
          <a:prstGeom prst="rect">
            <a:avLst/>
          </a:prstGeom>
        </p:spPr>
        <p:txBody>
          <a:bodyPr anchor="t">
            <a:normAutofit/>
          </a:bodyPr>
          <a:lstStyle>
            <a:lvl1pPr marL="0" indent="0">
              <a:lnSpc>
                <a:spcPts val="1980"/>
              </a:lnSpc>
              <a:buNone/>
              <a:defRPr lang="en-US" sz="1400" b="0" kern="1200" noProof="0" dirty="0">
                <a:solidFill>
                  <a:schemeClr val="tx1"/>
                </a:solidFill>
                <a:latin typeface="+mn-lt"/>
                <a:ea typeface="Open Sans Light" panose="020B0306030504020204" pitchFamily="34" charset="0"/>
                <a:cs typeface="Open Sans Light" panose="020B0306030504020204" pitchFamily="34" charset="0"/>
              </a:defRPr>
            </a:lvl1pPr>
            <a:lvl5pPr marL="1828800" indent="0">
              <a:buNone/>
              <a:defRPr/>
            </a:lvl5pPr>
          </a:lstStyle>
          <a:p>
            <a:pPr marL="0" lvl="0" indent="0" algn="l" defTabSz="914400" rtl="0" eaLnBrk="1" latinLnBrk="0" hangingPunct="1">
              <a:lnSpc>
                <a:spcPts val="1980"/>
              </a:lnSpc>
              <a:spcBef>
                <a:spcPts val="200"/>
              </a:spcBef>
              <a:spcAft>
                <a:spcPts val="1333"/>
              </a:spcAft>
              <a:buSzPct val="100000"/>
              <a:buFontTx/>
              <a:buNone/>
            </a:pPr>
            <a:r>
              <a:rPr lang="en-US"/>
              <a:t>Slide Subtitle </a:t>
            </a:r>
          </a:p>
        </p:txBody>
      </p:sp>
    </p:spTree>
    <p:extLst>
      <p:ext uri="{BB962C8B-B14F-4D97-AF65-F5344CB8AC3E}">
        <p14:creationId xmlns:p14="http://schemas.microsoft.com/office/powerpoint/2010/main" val="156244318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reative headline 2">
    <p:spTree>
      <p:nvGrpSpPr>
        <p:cNvPr id="1" name=""/>
        <p:cNvGrpSpPr/>
        <p:nvPr/>
      </p:nvGrpSpPr>
      <p:grpSpPr>
        <a:xfrm>
          <a:off x="0" y="0"/>
          <a:ext cx="0" cy="0"/>
          <a:chOff x="0" y="0"/>
          <a:chExt cx="0" cy="0"/>
        </a:xfrm>
      </p:grpSpPr>
      <p:sp>
        <p:nvSpPr>
          <p:cNvPr id="6" name="Slide Title">
            <a:extLst>
              <a:ext uri="{FF2B5EF4-FFF2-40B4-BE49-F238E27FC236}">
                <a16:creationId xmlns:a16="http://schemas.microsoft.com/office/drawing/2014/main" id="{9B67EEE5-1939-A3DA-D7AC-2DFBDD184DBA}"/>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
        <p:nvSpPr>
          <p:cNvPr id="3" name="Freeform 4">
            <a:extLst>
              <a:ext uri="{FF2B5EF4-FFF2-40B4-BE49-F238E27FC236}">
                <a16:creationId xmlns:a16="http://schemas.microsoft.com/office/drawing/2014/main" id="{5C1045DC-8B49-B366-8836-1060817B2DCF}"/>
              </a:ext>
            </a:extLst>
          </p:cNvPr>
          <p:cNvSpPr/>
          <p:nvPr/>
        </p:nvSpPr>
        <p:spPr>
          <a:xfrm>
            <a:off x="899007" y="2056831"/>
            <a:ext cx="10964791" cy="1302557"/>
          </a:xfrm>
          <a:custGeom>
            <a:avLst/>
            <a:gdLst>
              <a:gd name="connsiteX0" fmla="*/ 0 w 8617527"/>
              <a:gd name="connsiteY0" fmla="*/ 651164 h 1191491"/>
              <a:gd name="connsiteX1" fmla="*/ 2673927 w 8617527"/>
              <a:gd name="connsiteY1" fmla="*/ 0 h 1191491"/>
              <a:gd name="connsiteX2" fmla="*/ 6483927 w 8617527"/>
              <a:gd name="connsiteY2" fmla="*/ 1191491 h 1191491"/>
              <a:gd name="connsiteX3" fmla="*/ 8617527 w 8617527"/>
              <a:gd name="connsiteY3" fmla="*/ 498764 h 1191491"/>
              <a:gd name="connsiteX0" fmla="*/ 0 w 8617527"/>
              <a:gd name="connsiteY0" fmla="*/ 661463 h 1201790"/>
              <a:gd name="connsiteX1" fmla="*/ 2673927 w 8617527"/>
              <a:gd name="connsiteY1" fmla="*/ 10299 h 1201790"/>
              <a:gd name="connsiteX2" fmla="*/ 6483927 w 8617527"/>
              <a:gd name="connsiteY2" fmla="*/ 1201790 h 1201790"/>
              <a:gd name="connsiteX3" fmla="*/ 8617527 w 8617527"/>
              <a:gd name="connsiteY3" fmla="*/ 509063 h 1201790"/>
              <a:gd name="connsiteX0" fmla="*/ 0 w 8617527"/>
              <a:gd name="connsiteY0" fmla="*/ 651245 h 1191572"/>
              <a:gd name="connsiteX1" fmla="*/ 2673927 w 8617527"/>
              <a:gd name="connsiteY1" fmla="*/ 81 h 1191572"/>
              <a:gd name="connsiteX2" fmla="*/ 6483927 w 8617527"/>
              <a:gd name="connsiteY2" fmla="*/ 1191572 h 1191572"/>
              <a:gd name="connsiteX3" fmla="*/ 8617527 w 8617527"/>
              <a:gd name="connsiteY3" fmla="*/ 498845 h 1191572"/>
              <a:gd name="connsiteX0" fmla="*/ 0 w 8617527"/>
              <a:gd name="connsiteY0" fmla="*/ 651245 h 1217033"/>
              <a:gd name="connsiteX1" fmla="*/ 2673927 w 8617527"/>
              <a:gd name="connsiteY1" fmla="*/ 81 h 1217033"/>
              <a:gd name="connsiteX2" fmla="*/ 6483927 w 8617527"/>
              <a:gd name="connsiteY2" fmla="*/ 1191572 h 1217033"/>
              <a:gd name="connsiteX3" fmla="*/ 8617527 w 8617527"/>
              <a:gd name="connsiteY3" fmla="*/ 498845 h 1217033"/>
              <a:gd name="connsiteX0" fmla="*/ 0 w 8617527"/>
              <a:gd name="connsiteY0" fmla="*/ 651245 h 1191898"/>
              <a:gd name="connsiteX1" fmla="*/ 2673927 w 8617527"/>
              <a:gd name="connsiteY1" fmla="*/ 81 h 1191898"/>
              <a:gd name="connsiteX2" fmla="*/ 6483927 w 8617527"/>
              <a:gd name="connsiteY2" fmla="*/ 1191572 h 1191898"/>
              <a:gd name="connsiteX3" fmla="*/ 8617527 w 8617527"/>
              <a:gd name="connsiteY3" fmla="*/ 498845 h 1191898"/>
              <a:gd name="connsiteX0" fmla="*/ 0 w 8617527"/>
              <a:gd name="connsiteY0" fmla="*/ 651245 h 1191625"/>
              <a:gd name="connsiteX1" fmla="*/ 2673927 w 8617527"/>
              <a:gd name="connsiteY1" fmla="*/ 81 h 1191625"/>
              <a:gd name="connsiteX2" fmla="*/ 6483927 w 8617527"/>
              <a:gd name="connsiteY2" fmla="*/ 1191572 h 1191625"/>
              <a:gd name="connsiteX3" fmla="*/ 8617527 w 8617527"/>
              <a:gd name="connsiteY3" fmla="*/ 498845 h 1191625"/>
              <a:gd name="connsiteX0" fmla="*/ 0 w 8617527"/>
              <a:gd name="connsiteY0" fmla="*/ 651245 h 1196985"/>
              <a:gd name="connsiteX1" fmla="*/ 2673927 w 8617527"/>
              <a:gd name="connsiteY1" fmla="*/ 81 h 1196985"/>
              <a:gd name="connsiteX2" fmla="*/ 6483927 w 8617527"/>
              <a:gd name="connsiteY2" fmla="*/ 1191572 h 1196985"/>
              <a:gd name="connsiteX3" fmla="*/ 8617527 w 8617527"/>
              <a:gd name="connsiteY3" fmla="*/ 415718 h 1196985"/>
              <a:gd name="connsiteX0" fmla="*/ 0 w 8617527"/>
              <a:gd name="connsiteY0" fmla="*/ 662395 h 1235629"/>
              <a:gd name="connsiteX1" fmla="*/ 2673927 w 8617527"/>
              <a:gd name="connsiteY1" fmla="*/ 11231 h 1235629"/>
              <a:gd name="connsiteX2" fmla="*/ 6276108 w 8617527"/>
              <a:gd name="connsiteY2" fmla="*/ 1230431 h 1235629"/>
              <a:gd name="connsiteX3" fmla="*/ 8617527 w 8617527"/>
              <a:gd name="connsiteY3" fmla="*/ 426868 h 1235629"/>
              <a:gd name="connsiteX0" fmla="*/ 0 w 8617527"/>
              <a:gd name="connsiteY0" fmla="*/ 662395 h 1230431"/>
              <a:gd name="connsiteX1" fmla="*/ 2673927 w 8617527"/>
              <a:gd name="connsiteY1" fmla="*/ 11231 h 1230431"/>
              <a:gd name="connsiteX2" fmla="*/ 6276108 w 8617527"/>
              <a:gd name="connsiteY2" fmla="*/ 1230431 h 1230431"/>
              <a:gd name="connsiteX3" fmla="*/ 8617527 w 8617527"/>
              <a:gd name="connsiteY3" fmla="*/ 426868 h 1230431"/>
              <a:gd name="connsiteX0" fmla="*/ 0 w 8645236"/>
              <a:gd name="connsiteY0" fmla="*/ 662395 h 1238608"/>
              <a:gd name="connsiteX1" fmla="*/ 2673927 w 8645236"/>
              <a:gd name="connsiteY1" fmla="*/ 11231 h 1238608"/>
              <a:gd name="connsiteX2" fmla="*/ 6276108 w 8645236"/>
              <a:gd name="connsiteY2" fmla="*/ 1230431 h 1238608"/>
              <a:gd name="connsiteX3" fmla="*/ 8645236 w 8645236"/>
              <a:gd name="connsiteY3" fmla="*/ 509995 h 1238608"/>
              <a:gd name="connsiteX0" fmla="*/ 0 w 8645236"/>
              <a:gd name="connsiteY0" fmla="*/ 662395 h 1238608"/>
              <a:gd name="connsiteX1" fmla="*/ 2673927 w 8645236"/>
              <a:gd name="connsiteY1" fmla="*/ 11231 h 1238608"/>
              <a:gd name="connsiteX2" fmla="*/ 6276108 w 8645236"/>
              <a:gd name="connsiteY2" fmla="*/ 1230431 h 1238608"/>
              <a:gd name="connsiteX3" fmla="*/ 8645236 w 8645236"/>
              <a:gd name="connsiteY3" fmla="*/ 509995 h 1238608"/>
              <a:gd name="connsiteX0" fmla="*/ 0 w 8645282"/>
              <a:gd name="connsiteY0" fmla="*/ 662395 h 1236431"/>
              <a:gd name="connsiteX1" fmla="*/ 2673927 w 8645282"/>
              <a:gd name="connsiteY1" fmla="*/ 11231 h 1236431"/>
              <a:gd name="connsiteX2" fmla="*/ 6276108 w 8645282"/>
              <a:gd name="connsiteY2" fmla="*/ 1230431 h 1236431"/>
              <a:gd name="connsiteX3" fmla="*/ 8645236 w 8645282"/>
              <a:gd name="connsiteY3" fmla="*/ 509995 h 1236431"/>
              <a:gd name="connsiteX0" fmla="*/ 0 w 8631428"/>
              <a:gd name="connsiteY0" fmla="*/ 662395 h 1234327"/>
              <a:gd name="connsiteX1" fmla="*/ 2673927 w 8631428"/>
              <a:gd name="connsiteY1" fmla="*/ 11231 h 1234327"/>
              <a:gd name="connsiteX2" fmla="*/ 6276108 w 8631428"/>
              <a:gd name="connsiteY2" fmla="*/ 1230431 h 1234327"/>
              <a:gd name="connsiteX3" fmla="*/ 8631382 w 8631428"/>
              <a:gd name="connsiteY3" fmla="*/ 426868 h 1234327"/>
              <a:gd name="connsiteX0" fmla="*/ 0 w 8617574"/>
              <a:gd name="connsiteY0" fmla="*/ 1081098 h 1223539"/>
              <a:gd name="connsiteX1" fmla="*/ 2660073 w 8617574"/>
              <a:gd name="connsiteY1" fmla="*/ 443 h 1223539"/>
              <a:gd name="connsiteX2" fmla="*/ 6262254 w 8617574"/>
              <a:gd name="connsiteY2" fmla="*/ 1219643 h 1223539"/>
              <a:gd name="connsiteX3" fmla="*/ 8617528 w 8617574"/>
              <a:gd name="connsiteY3" fmla="*/ 416080 h 1223539"/>
              <a:gd name="connsiteX0" fmla="*/ 0 w 8617574"/>
              <a:gd name="connsiteY0" fmla="*/ 1039556 h 1181296"/>
              <a:gd name="connsiteX1" fmla="*/ 2660073 w 8617574"/>
              <a:gd name="connsiteY1" fmla="*/ 465 h 1181296"/>
              <a:gd name="connsiteX2" fmla="*/ 6262254 w 8617574"/>
              <a:gd name="connsiteY2" fmla="*/ 1178101 h 1181296"/>
              <a:gd name="connsiteX3" fmla="*/ 8617528 w 8617574"/>
              <a:gd name="connsiteY3" fmla="*/ 374538 h 1181296"/>
              <a:gd name="connsiteX0" fmla="*/ 0 w 8617574"/>
              <a:gd name="connsiteY0" fmla="*/ 1039761 h 1181501"/>
              <a:gd name="connsiteX1" fmla="*/ 2660073 w 8617574"/>
              <a:gd name="connsiteY1" fmla="*/ 670 h 1181501"/>
              <a:gd name="connsiteX2" fmla="*/ 6262254 w 8617574"/>
              <a:gd name="connsiteY2" fmla="*/ 1178306 h 1181501"/>
              <a:gd name="connsiteX3" fmla="*/ 8617528 w 8617574"/>
              <a:gd name="connsiteY3" fmla="*/ 374743 h 1181501"/>
              <a:gd name="connsiteX0" fmla="*/ 0 w 8617574"/>
              <a:gd name="connsiteY0" fmla="*/ 1039761 h 1181501"/>
              <a:gd name="connsiteX1" fmla="*/ 2660073 w 8617574"/>
              <a:gd name="connsiteY1" fmla="*/ 670 h 1181501"/>
              <a:gd name="connsiteX2" fmla="*/ 6262254 w 8617574"/>
              <a:gd name="connsiteY2" fmla="*/ 1178306 h 1181501"/>
              <a:gd name="connsiteX3" fmla="*/ 8617528 w 8617574"/>
              <a:gd name="connsiteY3" fmla="*/ 374743 h 1181501"/>
              <a:gd name="connsiteX0" fmla="*/ 0 w 8603720"/>
              <a:gd name="connsiteY0" fmla="*/ 1039774 h 1185059"/>
              <a:gd name="connsiteX1" fmla="*/ 2660073 w 8603720"/>
              <a:gd name="connsiteY1" fmla="*/ 683 h 1185059"/>
              <a:gd name="connsiteX2" fmla="*/ 6262254 w 8603720"/>
              <a:gd name="connsiteY2" fmla="*/ 1178319 h 1185059"/>
              <a:gd name="connsiteX3" fmla="*/ 8603674 w 8603720"/>
              <a:gd name="connsiteY3" fmla="*/ 513302 h 1185059"/>
              <a:gd name="connsiteX0" fmla="*/ 0 w 8646540"/>
              <a:gd name="connsiteY0" fmla="*/ 1039774 h 1183120"/>
              <a:gd name="connsiteX1" fmla="*/ 2660073 w 8646540"/>
              <a:gd name="connsiteY1" fmla="*/ 683 h 1183120"/>
              <a:gd name="connsiteX2" fmla="*/ 6262254 w 8646540"/>
              <a:gd name="connsiteY2" fmla="*/ 1178319 h 1183120"/>
              <a:gd name="connsiteX3" fmla="*/ 8646495 w 8646540"/>
              <a:gd name="connsiteY3" fmla="*/ 185311 h 1183120"/>
              <a:gd name="connsiteX0" fmla="*/ 0 w 8646549"/>
              <a:gd name="connsiteY0" fmla="*/ 1039497 h 1182843"/>
              <a:gd name="connsiteX1" fmla="*/ 2660073 w 8646549"/>
              <a:gd name="connsiteY1" fmla="*/ 406 h 1182843"/>
              <a:gd name="connsiteX2" fmla="*/ 6497771 w 8646549"/>
              <a:gd name="connsiteY2" fmla="*/ 1178042 h 1182843"/>
              <a:gd name="connsiteX3" fmla="*/ 8646495 w 8646549"/>
              <a:gd name="connsiteY3" fmla="*/ 185034 h 1182843"/>
              <a:gd name="connsiteX0" fmla="*/ 0 w 8646550"/>
              <a:gd name="connsiteY0" fmla="*/ 1039497 h 1178042"/>
              <a:gd name="connsiteX1" fmla="*/ 2660073 w 8646550"/>
              <a:gd name="connsiteY1" fmla="*/ 406 h 1178042"/>
              <a:gd name="connsiteX2" fmla="*/ 6497771 w 8646550"/>
              <a:gd name="connsiteY2" fmla="*/ 1178042 h 1178042"/>
              <a:gd name="connsiteX3" fmla="*/ 8646495 w 8646550"/>
              <a:gd name="connsiteY3" fmla="*/ 185034 h 1178042"/>
              <a:gd name="connsiteX0" fmla="*/ 0 w 8646550"/>
              <a:gd name="connsiteY0" fmla="*/ 1039497 h 1178052"/>
              <a:gd name="connsiteX1" fmla="*/ 2660073 w 8646550"/>
              <a:gd name="connsiteY1" fmla="*/ 406 h 1178052"/>
              <a:gd name="connsiteX2" fmla="*/ 6497771 w 8646550"/>
              <a:gd name="connsiteY2" fmla="*/ 1178042 h 1178052"/>
              <a:gd name="connsiteX3" fmla="*/ 8646495 w 8646550"/>
              <a:gd name="connsiteY3" fmla="*/ 185034 h 1178052"/>
              <a:gd name="connsiteX0" fmla="*/ 0 w 8646549"/>
              <a:gd name="connsiteY0" fmla="*/ 1039093 h 1048441"/>
              <a:gd name="connsiteX1" fmla="*/ 2660073 w 8646549"/>
              <a:gd name="connsiteY1" fmla="*/ 2 h 1048441"/>
              <a:gd name="connsiteX2" fmla="*/ 6465655 w 8646549"/>
              <a:gd name="connsiteY2" fmla="*/ 1048430 h 1048441"/>
              <a:gd name="connsiteX3" fmla="*/ 8646495 w 8646549"/>
              <a:gd name="connsiteY3" fmla="*/ 184630 h 1048441"/>
            </a:gdLst>
            <a:ahLst/>
            <a:cxnLst>
              <a:cxn ang="0">
                <a:pos x="connsiteX0" y="connsiteY0"/>
              </a:cxn>
              <a:cxn ang="0">
                <a:pos x="connsiteX1" y="connsiteY1"/>
              </a:cxn>
              <a:cxn ang="0">
                <a:pos x="connsiteX2" y="connsiteY2"/>
              </a:cxn>
              <a:cxn ang="0">
                <a:pos x="connsiteX3" y="connsiteY3"/>
              </a:cxn>
            </a:cxnLst>
            <a:rect l="l" t="t" r="r" b="b"/>
            <a:pathLst>
              <a:path w="8646549" h="1048441">
                <a:moveTo>
                  <a:pt x="0" y="1039093"/>
                </a:moveTo>
                <a:cubicBezTo>
                  <a:pt x="18473" y="946729"/>
                  <a:pt x="1582464" y="-1554"/>
                  <a:pt x="2660073" y="2"/>
                </a:cubicBezTo>
                <a:cubicBezTo>
                  <a:pt x="3737682" y="1558"/>
                  <a:pt x="5442940" y="1052446"/>
                  <a:pt x="6465655" y="1048430"/>
                </a:cubicBezTo>
                <a:cubicBezTo>
                  <a:pt x="7488370" y="1044414"/>
                  <a:pt x="8655731" y="180011"/>
                  <a:pt x="8646495" y="184630"/>
                </a:cubicBezTo>
              </a:path>
            </a:pathLst>
          </a:custGeom>
          <a:noFill/>
          <a:ln w="19050" cap="flat">
            <a:solidFill>
              <a:schemeClr val="bg1">
                <a:lumMod val="50000"/>
              </a:schemeClr>
            </a:solidFill>
            <a:prstDash val="sysDash"/>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ea typeface="+mn-ea"/>
              <a:cs typeface="+mn-cs"/>
            </a:endParaRPr>
          </a:p>
        </p:txBody>
      </p:sp>
      <p:sp>
        <p:nvSpPr>
          <p:cNvPr id="13" name="Oval 12">
            <a:extLst>
              <a:ext uri="{FF2B5EF4-FFF2-40B4-BE49-F238E27FC236}">
                <a16:creationId xmlns:a16="http://schemas.microsoft.com/office/drawing/2014/main" id="{9C23CA91-AD57-1521-02CD-DD2214658188}"/>
              </a:ext>
            </a:extLst>
          </p:cNvPr>
          <p:cNvSpPr/>
          <p:nvPr userDrawn="1"/>
        </p:nvSpPr>
        <p:spPr bwMode="gray">
          <a:xfrm>
            <a:off x="850657" y="2739705"/>
            <a:ext cx="820271" cy="820271"/>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 name="Oval 13">
            <a:extLst>
              <a:ext uri="{FF2B5EF4-FFF2-40B4-BE49-F238E27FC236}">
                <a16:creationId xmlns:a16="http://schemas.microsoft.com/office/drawing/2014/main" id="{A347AF32-D24F-1911-C3AB-1F519C5111F2}"/>
              </a:ext>
            </a:extLst>
          </p:cNvPr>
          <p:cNvSpPr/>
          <p:nvPr userDrawn="1"/>
        </p:nvSpPr>
        <p:spPr bwMode="gray">
          <a:xfrm>
            <a:off x="2894611" y="1677389"/>
            <a:ext cx="820271" cy="820271"/>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5" name="Oval 14">
            <a:extLst>
              <a:ext uri="{FF2B5EF4-FFF2-40B4-BE49-F238E27FC236}">
                <a16:creationId xmlns:a16="http://schemas.microsoft.com/office/drawing/2014/main" id="{E14E12A8-C483-F80E-C687-35455CD812E8}"/>
              </a:ext>
            </a:extLst>
          </p:cNvPr>
          <p:cNvSpPr/>
          <p:nvPr userDrawn="1"/>
        </p:nvSpPr>
        <p:spPr bwMode="gray">
          <a:xfrm>
            <a:off x="5180611" y="1905989"/>
            <a:ext cx="820271" cy="820271"/>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6" name="Oval 15">
            <a:extLst>
              <a:ext uri="{FF2B5EF4-FFF2-40B4-BE49-F238E27FC236}">
                <a16:creationId xmlns:a16="http://schemas.microsoft.com/office/drawing/2014/main" id="{4FC06719-3CF0-5DDD-93DD-9A22813BEE0D}"/>
              </a:ext>
            </a:extLst>
          </p:cNvPr>
          <p:cNvSpPr/>
          <p:nvPr userDrawn="1"/>
        </p:nvSpPr>
        <p:spPr bwMode="gray">
          <a:xfrm>
            <a:off x="7372482" y="2524554"/>
            <a:ext cx="820271" cy="820271"/>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 name="Oval 16">
            <a:extLst>
              <a:ext uri="{FF2B5EF4-FFF2-40B4-BE49-F238E27FC236}">
                <a16:creationId xmlns:a16="http://schemas.microsoft.com/office/drawing/2014/main" id="{C4084179-170C-2187-A373-317DCED49F12}"/>
              </a:ext>
            </a:extLst>
          </p:cNvPr>
          <p:cNvSpPr/>
          <p:nvPr userDrawn="1"/>
        </p:nvSpPr>
        <p:spPr bwMode="gray">
          <a:xfrm>
            <a:off x="9577800" y="2690401"/>
            <a:ext cx="820271" cy="820271"/>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0" name="Stage 1 Title">
            <a:extLst>
              <a:ext uri="{FF2B5EF4-FFF2-40B4-BE49-F238E27FC236}">
                <a16:creationId xmlns:a16="http://schemas.microsoft.com/office/drawing/2014/main" id="{8093688C-362F-13C0-62A1-1B174FFB134F}"/>
              </a:ext>
            </a:extLst>
          </p:cNvPr>
          <p:cNvSpPr>
            <a:spLocks noGrp="1"/>
          </p:cNvSpPr>
          <p:nvPr userDrawn="1">
            <p:ph type="body" sz="quarter" idx="22" hasCustomPrompt="1"/>
          </p:nvPr>
        </p:nvSpPr>
        <p:spPr>
          <a:xfrm>
            <a:off x="624538" y="3488975"/>
            <a:ext cx="1976159" cy="347472"/>
          </a:xfrm>
          <a:prstGeom prst="rect">
            <a:avLst/>
          </a:prstGeom>
        </p:spPr>
        <p:txBody>
          <a:bodyPr anchor="ctr">
            <a:normAutofit/>
          </a:bodyPr>
          <a:lstStyle>
            <a:lvl1pPr marL="0" indent="0" algn="l">
              <a:lnSpc>
                <a:spcPct val="100000"/>
              </a:lnSpc>
              <a:buNone/>
              <a:defRPr kumimoji="0" lang="en-US" sz="1100" b="1" i="0" u="none" strike="noStrike" kern="1200" cap="none" spc="0" normalizeH="0" baseline="0" dirty="0">
                <a:ln>
                  <a:noFill/>
                </a:ln>
                <a:solidFill>
                  <a:schemeClr val="accent2"/>
                </a:solidFill>
                <a:effectLst/>
                <a:uLnTx/>
                <a:uFillTx/>
                <a:latin typeface="+mn-lt"/>
                <a:ea typeface="+mn-ea"/>
                <a:cs typeface="+mn-cs"/>
              </a:defRPr>
            </a:lvl1pPr>
            <a:lvl5pPr marL="1828800" indent="0">
              <a:buNone/>
              <a:defRPr/>
            </a:lvl5pPr>
          </a:lstStyle>
          <a:p>
            <a:pPr lvl="0"/>
            <a:r>
              <a:rPr lang="en-US"/>
              <a:t>Stage 1 Title</a:t>
            </a:r>
          </a:p>
        </p:txBody>
      </p:sp>
      <p:sp>
        <p:nvSpPr>
          <p:cNvPr id="55" name="Stage 1 Title">
            <a:extLst>
              <a:ext uri="{FF2B5EF4-FFF2-40B4-BE49-F238E27FC236}">
                <a16:creationId xmlns:a16="http://schemas.microsoft.com/office/drawing/2014/main" id="{5A0C59FC-83F2-61A6-C9C0-144F2CCD2C16}"/>
              </a:ext>
            </a:extLst>
          </p:cNvPr>
          <p:cNvSpPr>
            <a:spLocks noGrp="1"/>
          </p:cNvSpPr>
          <p:nvPr>
            <p:ph type="body" sz="quarter" idx="23" hasCustomPrompt="1"/>
          </p:nvPr>
        </p:nvSpPr>
        <p:spPr>
          <a:xfrm>
            <a:off x="2847714" y="2792949"/>
            <a:ext cx="1976159" cy="347472"/>
          </a:xfrm>
          <a:prstGeom prst="rect">
            <a:avLst/>
          </a:prstGeom>
        </p:spPr>
        <p:txBody>
          <a:bodyPr anchor="ctr">
            <a:normAutofit/>
          </a:bodyPr>
          <a:lstStyle>
            <a:lvl1pPr marL="0" indent="0" algn="l">
              <a:lnSpc>
                <a:spcPct val="100000"/>
              </a:lnSpc>
              <a:buNone/>
              <a:defRPr kumimoji="0" lang="en-US" sz="1100" b="1" i="0" u="none" strike="noStrike" kern="1200" cap="none" spc="0" normalizeH="0" baseline="0" dirty="0">
                <a:ln>
                  <a:noFill/>
                </a:ln>
                <a:solidFill>
                  <a:schemeClr val="accent2"/>
                </a:solidFill>
                <a:effectLst/>
                <a:uLnTx/>
                <a:uFillTx/>
                <a:latin typeface="+mn-lt"/>
                <a:ea typeface="+mn-ea"/>
                <a:cs typeface="+mn-cs"/>
              </a:defRPr>
            </a:lvl1pPr>
            <a:lvl5pPr marL="1828800" indent="0">
              <a:buNone/>
              <a:defRPr/>
            </a:lvl5pPr>
          </a:lstStyle>
          <a:p>
            <a:pPr lvl="0"/>
            <a:r>
              <a:rPr lang="en-US"/>
              <a:t>Stage 2 Title</a:t>
            </a:r>
          </a:p>
        </p:txBody>
      </p:sp>
      <p:sp>
        <p:nvSpPr>
          <p:cNvPr id="61" name="Stage 1 Title">
            <a:extLst>
              <a:ext uri="{FF2B5EF4-FFF2-40B4-BE49-F238E27FC236}">
                <a16:creationId xmlns:a16="http://schemas.microsoft.com/office/drawing/2014/main" id="{2428B105-AE81-9696-FF60-14ED4E9D2388}"/>
              </a:ext>
            </a:extLst>
          </p:cNvPr>
          <p:cNvSpPr>
            <a:spLocks noGrp="1"/>
          </p:cNvSpPr>
          <p:nvPr>
            <p:ph type="body" sz="quarter" idx="25" hasCustomPrompt="1"/>
          </p:nvPr>
        </p:nvSpPr>
        <p:spPr>
          <a:xfrm>
            <a:off x="5059014" y="3359388"/>
            <a:ext cx="1976159" cy="347472"/>
          </a:xfrm>
          <a:prstGeom prst="rect">
            <a:avLst/>
          </a:prstGeom>
        </p:spPr>
        <p:txBody>
          <a:bodyPr anchor="ctr">
            <a:normAutofit/>
          </a:bodyPr>
          <a:lstStyle>
            <a:lvl1pPr marL="0" indent="0" algn="l">
              <a:lnSpc>
                <a:spcPct val="100000"/>
              </a:lnSpc>
              <a:buNone/>
              <a:defRPr kumimoji="0" lang="en-US" sz="1100" b="1" i="0" u="none" strike="noStrike" kern="1200" cap="none" spc="0" normalizeH="0" baseline="0" dirty="0">
                <a:ln>
                  <a:noFill/>
                </a:ln>
                <a:solidFill>
                  <a:schemeClr val="accent2"/>
                </a:solidFill>
                <a:effectLst/>
                <a:uLnTx/>
                <a:uFillTx/>
                <a:latin typeface="+mn-lt"/>
                <a:ea typeface="+mn-ea"/>
                <a:cs typeface="+mn-cs"/>
              </a:defRPr>
            </a:lvl1pPr>
            <a:lvl5pPr marL="1828800" indent="0">
              <a:buNone/>
              <a:defRPr/>
            </a:lvl5pPr>
          </a:lstStyle>
          <a:p>
            <a:pPr lvl="0"/>
            <a:r>
              <a:rPr lang="en-US"/>
              <a:t>Stage 3 Title</a:t>
            </a:r>
          </a:p>
        </p:txBody>
      </p:sp>
      <p:sp>
        <p:nvSpPr>
          <p:cNvPr id="65" name="Stage 1 Title">
            <a:extLst>
              <a:ext uri="{FF2B5EF4-FFF2-40B4-BE49-F238E27FC236}">
                <a16:creationId xmlns:a16="http://schemas.microsoft.com/office/drawing/2014/main" id="{E0269458-2AAE-F38D-0777-841B46D7946C}"/>
              </a:ext>
            </a:extLst>
          </p:cNvPr>
          <p:cNvSpPr>
            <a:spLocks noGrp="1"/>
          </p:cNvSpPr>
          <p:nvPr>
            <p:ph type="body" sz="quarter" idx="27" hasCustomPrompt="1"/>
          </p:nvPr>
        </p:nvSpPr>
        <p:spPr>
          <a:xfrm>
            <a:off x="7264400" y="3518096"/>
            <a:ext cx="1976159" cy="347472"/>
          </a:xfrm>
          <a:prstGeom prst="rect">
            <a:avLst/>
          </a:prstGeom>
        </p:spPr>
        <p:txBody>
          <a:bodyPr anchor="ctr">
            <a:normAutofit/>
          </a:bodyPr>
          <a:lstStyle>
            <a:lvl1pPr marL="0" indent="0" algn="l">
              <a:lnSpc>
                <a:spcPct val="100000"/>
              </a:lnSpc>
              <a:buNone/>
              <a:defRPr kumimoji="0" lang="en-US" sz="1100" b="1" i="0" u="none" strike="noStrike" kern="1200" cap="none" spc="0" normalizeH="0" baseline="0" dirty="0">
                <a:ln>
                  <a:noFill/>
                </a:ln>
                <a:solidFill>
                  <a:schemeClr val="accent2"/>
                </a:solidFill>
                <a:effectLst/>
                <a:uLnTx/>
                <a:uFillTx/>
                <a:latin typeface="+mn-lt"/>
                <a:ea typeface="+mn-ea"/>
                <a:cs typeface="+mn-cs"/>
              </a:defRPr>
            </a:lvl1pPr>
            <a:lvl5pPr marL="1828800" indent="0">
              <a:buNone/>
              <a:defRPr/>
            </a:lvl5pPr>
          </a:lstStyle>
          <a:p>
            <a:pPr lvl="0"/>
            <a:r>
              <a:rPr lang="en-US"/>
              <a:t>Stage 4 Title</a:t>
            </a:r>
          </a:p>
        </p:txBody>
      </p:sp>
      <p:sp>
        <p:nvSpPr>
          <p:cNvPr id="67" name="Stage 1 Title">
            <a:extLst>
              <a:ext uri="{FF2B5EF4-FFF2-40B4-BE49-F238E27FC236}">
                <a16:creationId xmlns:a16="http://schemas.microsoft.com/office/drawing/2014/main" id="{FDDDFA71-591F-337C-1D01-379BEC556238}"/>
              </a:ext>
            </a:extLst>
          </p:cNvPr>
          <p:cNvSpPr>
            <a:spLocks noGrp="1"/>
          </p:cNvSpPr>
          <p:nvPr>
            <p:ph type="body" sz="quarter" idx="29" hasCustomPrompt="1"/>
          </p:nvPr>
        </p:nvSpPr>
        <p:spPr>
          <a:xfrm>
            <a:off x="9486900" y="3604505"/>
            <a:ext cx="1976159" cy="347472"/>
          </a:xfrm>
          <a:prstGeom prst="rect">
            <a:avLst/>
          </a:prstGeom>
        </p:spPr>
        <p:txBody>
          <a:bodyPr anchor="ctr">
            <a:normAutofit/>
          </a:bodyPr>
          <a:lstStyle>
            <a:lvl1pPr marL="0" indent="0" algn="l">
              <a:lnSpc>
                <a:spcPct val="100000"/>
              </a:lnSpc>
              <a:buNone/>
              <a:defRPr kumimoji="0" lang="en-US" sz="1100" b="1" i="0" u="none" strike="noStrike" kern="1200" cap="none" spc="0" normalizeH="0" baseline="0" dirty="0">
                <a:ln>
                  <a:noFill/>
                </a:ln>
                <a:solidFill>
                  <a:schemeClr val="accent2"/>
                </a:solidFill>
                <a:effectLst/>
                <a:uLnTx/>
                <a:uFillTx/>
                <a:latin typeface="+mn-lt"/>
                <a:ea typeface="+mn-ea"/>
                <a:cs typeface="+mn-cs"/>
              </a:defRPr>
            </a:lvl1pPr>
            <a:lvl5pPr marL="1828800" indent="0">
              <a:buNone/>
              <a:defRPr/>
            </a:lvl5pPr>
          </a:lstStyle>
          <a:p>
            <a:pPr lvl="0"/>
            <a:r>
              <a:rPr lang="en-US"/>
              <a:t>Stage 5 Title</a:t>
            </a:r>
          </a:p>
        </p:txBody>
      </p:sp>
      <p:sp>
        <p:nvSpPr>
          <p:cNvPr id="79" name="Stage 1">
            <a:extLst>
              <a:ext uri="{FF2B5EF4-FFF2-40B4-BE49-F238E27FC236}">
                <a16:creationId xmlns:a16="http://schemas.microsoft.com/office/drawing/2014/main" id="{EA6C8ACF-E90A-4550-9188-59019568CF95}"/>
              </a:ext>
            </a:extLst>
          </p:cNvPr>
          <p:cNvSpPr>
            <a:spLocks noGrp="1"/>
          </p:cNvSpPr>
          <p:nvPr>
            <p:ph type="pic" sz="quarter" idx="33" hasCustomPrompt="1"/>
          </p:nvPr>
        </p:nvSpPr>
        <p:spPr>
          <a:xfrm>
            <a:off x="976997" y="2729438"/>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1</a:t>
            </a:r>
          </a:p>
        </p:txBody>
      </p:sp>
      <p:sp>
        <p:nvSpPr>
          <p:cNvPr id="80" name="Stage 2">
            <a:extLst>
              <a:ext uri="{FF2B5EF4-FFF2-40B4-BE49-F238E27FC236}">
                <a16:creationId xmlns:a16="http://schemas.microsoft.com/office/drawing/2014/main" id="{E2232E4B-4397-AB05-1EA7-5CB942381554}"/>
              </a:ext>
            </a:extLst>
          </p:cNvPr>
          <p:cNvSpPr>
            <a:spLocks noGrp="1"/>
          </p:cNvSpPr>
          <p:nvPr>
            <p:ph type="pic" sz="quarter" idx="34" hasCustomPrompt="1"/>
          </p:nvPr>
        </p:nvSpPr>
        <p:spPr>
          <a:xfrm>
            <a:off x="2970754" y="1880479"/>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2</a:t>
            </a:r>
          </a:p>
          <a:p>
            <a:endParaRPr lang="en-US"/>
          </a:p>
        </p:txBody>
      </p:sp>
      <p:sp>
        <p:nvSpPr>
          <p:cNvPr id="81" name="Stage 3">
            <a:extLst>
              <a:ext uri="{FF2B5EF4-FFF2-40B4-BE49-F238E27FC236}">
                <a16:creationId xmlns:a16="http://schemas.microsoft.com/office/drawing/2014/main" id="{C4D83E06-7712-3F04-02A1-E008DEFC1943}"/>
              </a:ext>
            </a:extLst>
          </p:cNvPr>
          <p:cNvSpPr>
            <a:spLocks noGrp="1"/>
          </p:cNvSpPr>
          <p:nvPr>
            <p:ph type="pic" sz="quarter" idx="35" hasCustomPrompt="1"/>
          </p:nvPr>
        </p:nvSpPr>
        <p:spPr>
          <a:xfrm>
            <a:off x="5238772" y="2090922"/>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3</a:t>
            </a:r>
          </a:p>
          <a:p>
            <a:endParaRPr lang="en-US"/>
          </a:p>
        </p:txBody>
      </p:sp>
      <p:sp>
        <p:nvSpPr>
          <p:cNvPr id="82" name="Stage 4">
            <a:extLst>
              <a:ext uri="{FF2B5EF4-FFF2-40B4-BE49-F238E27FC236}">
                <a16:creationId xmlns:a16="http://schemas.microsoft.com/office/drawing/2014/main" id="{43F1D05B-687D-DEA2-471D-8F3806987553}"/>
              </a:ext>
            </a:extLst>
          </p:cNvPr>
          <p:cNvSpPr>
            <a:spLocks noGrp="1"/>
          </p:cNvSpPr>
          <p:nvPr>
            <p:ph type="pic" sz="quarter" idx="36" hasCustomPrompt="1"/>
          </p:nvPr>
        </p:nvSpPr>
        <p:spPr>
          <a:xfrm>
            <a:off x="7466609" y="2710736"/>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4</a:t>
            </a:r>
          </a:p>
          <a:p>
            <a:endParaRPr lang="en-US"/>
          </a:p>
        </p:txBody>
      </p:sp>
      <p:sp>
        <p:nvSpPr>
          <p:cNvPr id="83" name="Stage 5">
            <a:extLst>
              <a:ext uri="{FF2B5EF4-FFF2-40B4-BE49-F238E27FC236}">
                <a16:creationId xmlns:a16="http://schemas.microsoft.com/office/drawing/2014/main" id="{12312615-67E5-37C8-DC4A-ECA78415C26D}"/>
              </a:ext>
            </a:extLst>
          </p:cNvPr>
          <p:cNvSpPr>
            <a:spLocks noGrp="1"/>
          </p:cNvSpPr>
          <p:nvPr>
            <p:ph type="pic" sz="quarter" idx="37" hasCustomPrompt="1"/>
          </p:nvPr>
        </p:nvSpPr>
        <p:spPr>
          <a:xfrm>
            <a:off x="9694284" y="2777118"/>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5</a:t>
            </a:r>
          </a:p>
          <a:p>
            <a:endParaRPr lang="en-US"/>
          </a:p>
        </p:txBody>
      </p:sp>
      <p:sp>
        <p:nvSpPr>
          <p:cNvPr id="4" name="Summary statement">
            <a:extLst>
              <a:ext uri="{FF2B5EF4-FFF2-40B4-BE49-F238E27FC236}">
                <a16:creationId xmlns:a16="http://schemas.microsoft.com/office/drawing/2014/main" id="{1F09668B-249B-549D-BAB6-9467E5CEA31C}"/>
              </a:ext>
            </a:extLst>
          </p:cNvPr>
          <p:cNvSpPr>
            <a:spLocks noGrp="1"/>
          </p:cNvSpPr>
          <p:nvPr>
            <p:ph type="body" sz="quarter" idx="54" hasCustomPrompt="1"/>
          </p:nvPr>
        </p:nvSpPr>
        <p:spPr>
          <a:xfrm>
            <a:off x="533004" y="5706345"/>
            <a:ext cx="11125992" cy="611187"/>
          </a:xfrm>
          <a:prstGeom prst="rect">
            <a:avLst/>
          </a:prstGeom>
          <a:solidFill>
            <a:srgbClr val="F2F2F2"/>
          </a:solidFill>
          <a:ln>
            <a:noFill/>
          </a:ln>
        </p:spPr>
        <p:txBody>
          <a:bodyPr anchor="ctr"/>
          <a:lstStyle>
            <a:lvl1pPr marL="0" indent="0" algn="ctr">
              <a:buNone/>
              <a:defRPr sz="1200" b="1">
                <a:solidFill>
                  <a:schemeClr val="tx1"/>
                </a:solidFill>
              </a:defRPr>
            </a:lvl1pPr>
          </a:lstStyle>
          <a:p>
            <a:pPr lvl="0"/>
            <a:r>
              <a:rPr lang="en-US"/>
              <a:t>Summary statement</a:t>
            </a:r>
          </a:p>
        </p:txBody>
      </p:sp>
      <p:sp>
        <p:nvSpPr>
          <p:cNvPr id="7" name="ai generated label">
            <a:extLst>
              <a:ext uri="{FF2B5EF4-FFF2-40B4-BE49-F238E27FC236}">
                <a16:creationId xmlns:a16="http://schemas.microsoft.com/office/drawing/2014/main" id="{A42F85DF-8DAF-641A-8F01-EC15E599B719}"/>
              </a:ext>
            </a:extLst>
          </p:cNvPr>
          <p:cNvSpPr>
            <a:spLocks noGrp="1"/>
          </p:cNvSpPr>
          <p:nvPr>
            <p:ph type="body" sz="quarter" idx="55"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8" name="Supporting Text">
            <a:extLst>
              <a:ext uri="{FF2B5EF4-FFF2-40B4-BE49-F238E27FC236}">
                <a16:creationId xmlns:a16="http://schemas.microsoft.com/office/drawing/2014/main" id="{129AB6B8-011D-2874-A104-6DEEDEF9B816}"/>
              </a:ext>
            </a:extLst>
          </p:cNvPr>
          <p:cNvSpPr>
            <a:spLocks noGrp="1"/>
          </p:cNvSpPr>
          <p:nvPr>
            <p:ph type="body" sz="quarter" idx="39" hasCustomPrompt="1"/>
          </p:nvPr>
        </p:nvSpPr>
        <p:spPr>
          <a:xfrm>
            <a:off x="551688" y="1079353"/>
            <a:ext cx="11390734" cy="454080"/>
          </a:xfrm>
          <a:prstGeom prst="rect">
            <a:avLst/>
          </a:prstGeom>
        </p:spPr>
        <p:txBody>
          <a:bodyPr anchor="t">
            <a:normAutofit/>
          </a:bodyPr>
          <a:lstStyle>
            <a:lvl1pPr marL="0" indent="0">
              <a:lnSpc>
                <a:spcPts val="1980"/>
              </a:lnSpc>
              <a:buNone/>
              <a:defRPr lang="en-US" sz="1400" b="0" kern="1200" noProof="0" dirty="0">
                <a:solidFill>
                  <a:schemeClr val="tx1"/>
                </a:solidFill>
                <a:latin typeface="+mn-lt"/>
                <a:ea typeface="Open Sans Light" panose="020B0306030504020204" pitchFamily="34" charset="0"/>
                <a:cs typeface="Open Sans Light" panose="020B0306030504020204" pitchFamily="34" charset="0"/>
              </a:defRPr>
            </a:lvl1pPr>
            <a:lvl5pPr marL="1828800" indent="0">
              <a:buNone/>
              <a:defRPr/>
            </a:lvl5pPr>
          </a:lstStyle>
          <a:p>
            <a:pPr marL="0" lvl="0" indent="0" algn="l" defTabSz="914400" rtl="0" eaLnBrk="1" latinLnBrk="0" hangingPunct="1">
              <a:spcBef>
                <a:spcPts val="200"/>
              </a:spcBef>
              <a:spcAft>
                <a:spcPts val="1333"/>
              </a:spcAft>
              <a:buSzPct val="100000"/>
              <a:buFontTx/>
              <a:buNone/>
            </a:pPr>
            <a:r>
              <a:rPr lang="en-US"/>
              <a:t>Slide Subtitle</a:t>
            </a:r>
          </a:p>
        </p:txBody>
      </p:sp>
      <p:sp>
        <p:nvSpPr>
          <p:cNvPr id="9" name="Text Placeholder 8">
            <a:extLst>
              <a:ext uri="{FF2B5EF4-FFF2-40B4-BE49-F238E27FC236}">
                <a16:creationId xmlns:a16="http://schemas.microsoft.com/office/drawing/2014/main" id="{3F353449-7014-C78B-A0FC-CCDD8D29AFBB}"/>
              </a:ext>
            </a:extLst>
          </p:cNvPr>
          <p:cNvSpPr>
            <a:spLocks noGrp="1"/>
          </p:cNvSpPr>
          <p:nvPr>
            <p:ph type="body" sz="quarter" idx="56" hasCustomPrompt="1"/>
          </p:nvPr>
        </p:nvSpPr>
        <p:spPr>
          <a:xfrm>
            <a:off x="622300" y="3865856"/>
            <a:ext cx="1976159" cy="1392052"/>
          </a:xfrm>
          <a:prstGeom prst="rect">
            <a:avLst/>
          </a:prstGeom>
        </p:spPr>
        <p:txBody>
          <a:bodyPr/>
          <a:lstStyle>
            <a:lvl1pPr>
              <a:defRPr sz="1050"/>
            </a:lvl1pPr>
          </a:lstStyle>
          <a:p>
            <a:pPr lvl="0"/>
            <a:r>
              <a:rPr lang="en-US"/>
              <a:t>Stage 1 Text</a:t>
            </a:r>
          </a:p>
        </p:txBody>
      </p:sp>
      <p:sp>
        <p:nvSpPr>
          <p:cNvPr id="11" name="Text Placeholder 10">
            <a:extLst>
              <a:ext uri="{FF2B5EF4-FFF2-40B4-BE49-F238E27FC236}">
                <a16:creationId xmlns:a16="http://schemas.microsoft.com/office/drawing/2014/main" id="{1DA368AC-0089-9F69-96AB-91B672C14C97}"/>
              </a:ext>
            </a:extLst>
          </p:cNvPr>
          <p:cNvSpPr>
            <a:spLocks noGrp="1"/>
          </p:cNvSpPr>
          <p:nvPr>
            <p:ph type="body" sz="quarter" idx="57" hasCustomPrompt="1"/>
          </p:nvPr>
        </p:nvSpPr>
        <p:spPr>
          <a:xfrm>
            <a:off x="2847714" y="3162300"/>
            <a:ext cx="1976159" cy="1392052"/>
          </a:xfrm>
          <a:prstGeom prst="rect">
            <a:avLst/>
          </a:prstGeom>
        </p:spPr>
        <p:txBody>
          <a:bodyPr/>
          <a:lstStyle>
            <a:lvl1pPr>
              <a:defRPr sz="1050"/>
            </a:lvl1pPr>
          </a:lstStyle>
          <a:p>
            <a:pPr lvl="0"/>
            <a:r>
              <a:rPr lang="en-US"/>
              <a:t>Stage 2 Text</a:t>
            </a:r>
          </a:p>
        </p:txBody>
      </p:sp>
      <p:sp>
        <p:nvSpPr>
          <p:cNvPr id="18" name="Text Placeholder 17">
            <a:extLst>
              <a:ext uri="{FF2B5EF4-FFF2-40B4-BE49-F238E27FC236}">
                <a16:creationId xmlns:a16="http://schemas.microsoft.com/office/drawing/2014/main" id="{002AB1BD-8E96-60E0-FB11-CB536662AA0E}"/>
              </a:ext>
            </a:extLst>
          </p:cNvPr>
          <p:cNvSpPr>
            <a:spLocks noGrp="1"/>
          </p:cNvSpPr>
          <p:nvPr>
            <p:ph type="body" sz="quarter" idx="58" hasCustomPrompt="1"/>
          </p:nvPr>
        </p:nvSpPr>
        <p:spPr>
          <a:xfrm>
            <a:off x="5059014" y="3721100"/>
            <a:ext cx="1976159" cy="1392052"/>
          </a:xfrm>
          <a:prstGeom prst="rect">
            <a:avLst/>
          </a:prstGeom>
        </p:spPr>
        <p:txBody>
          <a:bodyPr/>
          <a:lstStyle>
            <a:lvl1pPr>
              <a:defRPr sz="1050"/>
            </a:lvl1pPr>
          </a:lstStyle>
          <a:p>
            <a:pPr lvl="0"/>
            <a:r>
              <a:rPr lang="en-US"/>
              <a:t>Stage 3 Text</a:t>
            </a:r>
          </a:p>
        </p:txBody>
      </p:sp>
      <p:sp>
        <p:nvSpPr>
          <p:cNvPr id="20" name="Text Placeholder 19">
            <a:extLst>
              <a:ext uri="{FF2B5EF4-FFF2-40B4-BE49-F238E27FC236}">
                <a16:creationId xmlns:a16="http://schemas.microsoft.com/office/drawing/2014/main" id="{E912832F-7AF4-71F9-DACB-7CB60C8625FD}"/>
              </a:ext>
            </a:extLst>
          </p:cNvPr>
          <p:cNvSpPr>
            <a:spLocks noGrp="1"/>
          </p:cNvSpPr>
          <p:nvPr>
            <p:ph type="body" sz="quarter" idx="59" hasCustomPrompt="1"/>
          </p:nvPr>
        </p:nvSpPr>
        <p:spPr>
          <a:xfrm>
            <a:off x="7264400" y="3886200"/>
            <a:ext cx="1976159" cy="1392052"/>
          </a:xfrm>
          <a:prstGeom prst="rect">
            <a:avLst/>
          </a:prstGeom>
        </p:spPr>
        <p:txBody>
          <a:bodyPr/>
          <a:lstStyle>
            <a:lvl1pPr>
              <a:defRPr sz="1050"/>
            </a:lvl1pPr>
          </a:lstStyle>
          <a:p>
            <a:pPr lvl="0"/>
            <a:r>
              <a:rPr lang="en-US"/>
              <a:t>Stage 4 Text</a:t>
            </a:r>
          </a:p>
        </p:txBody>
      </p:sp>
      <p:sp>
        <p:nvSpPr>
          <p:cNvPr id="22" name="Text Placeholder 21">
            <a:extLst>
              <a:ext uri="{FF2B5EF4-FFF2-40B4-BE49-F238E27FC236}">
                <a16:creationId xmlns:a16="http://schemas.microsoft.com/office/drawing/2014/main" id="{CC80947D-03BC-D154-6D08-D513BEF7D76D}"/>
              </a:ext>
            </a:extLst>
          </p:cNvPr>
          <p:cNvSpPr>
            <a:spLocks noGrp="1"/>
          </p:cNvSpPr>
          <p:nvPr>
            <p:ph type="body" sz="quarter" idx="60" hasCustomPrompt="1"/>
          </p:nvPr>
        </p:nvSpPr>
        <p:spPr>
          <a:xfrm>
            <a:off x="9486900" y="3983978"/>
            <a:ext cx="1976159" cy="1392052"/>
          </a:xfrm>
          <a:prstGeom prst="rect">
            <a:avLst/>
          </a:prstGeom>
        </p:spPr>
        <p:txBody>
          <a:bodyPr/>
          <a:lstStyle>
            <a:lvl1pPr>
              <a:defRPr sz="1050"/>
            </a:lvl1pPr>
          </a:lstStyle>
          <a:p>
            <a:pPr lvl="0"/>
            <a:r>
              <a:rPr lang="en-US"/>
              <a:t>Stage 5 Text</a:t>
            </a:r>
          </a:p>
        </p:txBody>
      </p:sp>
    </p:spTree>
    <p:extLst>
      <p:ext uri="{BB962C8B-B14F-4D97-AF65-F5344CB8AC3E}">
        <p14:creationId xmlns:p14="http://schemas.microsoft.com/office/powerpoint/2010/main" val="103376841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reative headline 2">
    <p:spTree>
      <p:nvGrpSpPr>
        <p:cNvPr id="1" name=""/>
        <p:cNvGrpSpPr/>
        <p:nvPr/>
      </p:nvGrpSpPr>
      <p:grpSpPr>
        <a:xfrm>
          <a:off x="0" y="0"/>
          <a:ext cx="0" cy="0"/>
          <a:chOff x="0" y="0"/>
          <a:chExt cx="0" cy="0"/>
        </a:xfrm>
      </p:grpSpPr>
      <p:sp>
        <p:nvSpPr>
          <p:cNvPr id="16" name="Title 18">
            <a:extLst>
              <a:ext uri="{FF2B5EF4-FFF2-40B4-BE49-F238E27FC236}">
                <a16:creationId xmlns:a16="http://schemas.microsoft.com/office/drawing/2014/main" id="{F0AEC6D2-F30B-1EC7-6320-C12D9165DCAF}"/>
              </a:ext>
            </a:extLst>
          </p:cNvPr>
          <p:cNvSpPr txBox="1">
            <a:spLocks/>
          </p:cNvSpPr>
          <p:nvPr userDrawn="1"/>
        </p:nvSpPr>
        <p:spPr>
          <a:xfrm>
            <a:off x="1770186" y="1958312"/>
            <a:ext cx="2014678" cy="902210"/>
          </a:xfrm>
          <a:prstGeom prst="homePlate">
            <a:avLst>
              <a:gd name="adj" fmla="val 33359"/>
            </a:avLst>
          </a:prstGeom>
          <a:solidFill>
            <a:schemeClr val="bg1">
              <a:lumMod val="95000"/>
            </a:schemeClr>
          </a:solidFill>
          <a:ln w="28575">
            <a:noFill/>
          </a:ln>
        </p:spPr>
        <p:txBody>
          <a:bodyPr vert="horz" lIns="121920" tIns="121920" rIns="121920" bIns="121920" rtlCol="0" anchor="ctr" anchorCtr="0">
            <a:noAutofit/>
          </a:bodyPr>
          <a:lstStyle>
            <a:lvl1pPr algn="l" defTabSz="914400" rtl="0" eaLnBrk="1" latinLnBrk="0" hangingPunct="1">
              <a:lnSpc>
                <a:spcPct val="90000"/>
              </a:lnSpc>
              <a:spcBef>
                <a:spcPct val="0"/>
              </a:spcBef>
              <a:buNone/>
              <a:defRPr lang="en-US" sz="3600" kern="1200" spc="-75" dirty="0">
                <a:solidFill>
                  <a:schemeClr val="tx1"/>
                </a:solidFill>
                <a:latin typeface="+mj-lt"/>
                <a:ea typeface="+mj-ea"/>
                <a:cs typeface="+mj-cs"/>
              </a:defRPr>
            </a:lvl1pPr>
          </a:lstStyle>
          <a:p>
            <a:pPr marL="0" marR="0" lvl="0" indent="0" algn="l" defTabSz="544222" rtl="0" eaLnBrk="1" fontAlgn="base" latinLnBrk="0" hangingPunct="1">
              <a:lnSpc>
                <a:spcPct val="100000"/>
              </a:lnSpc>
              <a:spcBef>
                <a:spcPct val="0"/>
              </a:spcBef>
              <a:spcAft>
                <a:spcPts val="600"/>
              </a:spcAft>
              <a:buClrTx/>
              <a:buSzTx/>
              <a:buFontTx/>
              <a:buNone/>
              <a:tabLst/>
              <a:defRPr/>
            </a:pPr>
            <a:endParaRPr kumimoji="0" lang="en-US" sz="1400" b="0" i="0" u="none" strike="noStrike" kern="1200" cap="none" spc="-11" normalizeH="0" baseline="0" noProof="0">
              <a:ln>
                <a:noFill/>
              </a:ln>
              <a:solidFill>
                <a:srgbClr val="000000"/>
              </a:solidFill>
              <a:effectLst/>
              <a:uLnTx/>
              <a:uFillTx/>
              <a:latin typeface="Chronicle Display Black"/>
              <a:ea typeface="+mj-ea"/>
              <a:cs typeface="Arial"/>
            </a:endParaRPr>
          </a:p>
        </p:txBody>
      </p:sp>
      <p:sp>
        <p:nvSpPr>
          <p:cNvPr id="6" name="Slide Title">
            <a:extLst>
              <a:ext uri="{FF2B5EF4-FFF2-40B4-BE49-F238E27FC236}">
                <a16:creationId xmlns:a16="http://schemas.microsoft.com/office/drawing/2014/main" id="{9B67EEE5-1939-A3DA-D7AC-2DFBDD184DBA}"/>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
        <p:nvSpPr>
          <p:cNvPr id="17" name="object 11">
            <a:extLst>
              <a:ext uri="{FF2B5EF4-FFF2-40B4-BE49-F238E27FC236}">
                <a16:creationId xmlns:a16="http://schemas.microsoft.com/office/drawing/2014/main" id="{62B28EAB-CF67-F4AB-0671-E58DC469CB82}"/>
              </a:ext>
            </a:extLst>
          </p:cNvPr>
          <p:cNvSpPr/>
          <p:nvPr userDrawn="1"/>
        </p:nvSpPr>
        <p:spPr>
          <a:xfrm>
            <a:off x="1418169" y="1667839"/>
            <a:ext cx="9582853" cy="3110417"/>
          </a:xfrm>
          <a:custGeom>
            <a:avLst/>
            <a:gdLst/>
            <a:ahLst/>
            <a:cxnLst/>
            <a:rect l="l" t="t" r="r" b="b"/>
            <a:pathLst>
              <a:path w="4234180" h="1596389">
                <a:moveTo>
                  <a:pt x="570268" y="1550670"/>
                </a:moveTo>
                <a:lnTo>
                  <a:pt x="381863" y="1559052"/>
                </a:lnTo>
                <a:lnTo>
                  <a:pt x="382193" y="1559052"/>
                </a:lnTo>
                <a:lnTo>
                  <a:pt x="191884" y="1563497"/>
                </a:lnTo>
                <a:lnTo>
                  <a:pt x="0" y="1563878"/>
                </a:lnTo>
                <a:lnTo>
                  <a:pt x="88" y="1595882"/>
                </a:lnTo>
                <a:lnTo>
                  <a:pt x="192468" y="1595501"/>
                </a:lnTo>
                <a:lnTo>
                  <a:pt x="383108" y="1590929"/>
                </a:lnTo>
                <a:lnTo>
                  <a:pt x="571842" y="1582674"/>
                </a:lnTo>
                <a:lnTo>
                  <a:pt x="758291" y="1570609"/>
                </a:lnTo>
                <a:lnTo>
                  <a:pt x="942416" y="1554861"/>
                </a:lnTo>
                <a:lnTo>
                  <a:pt x="980346" y="1550797"/>
                </a:lnTo>
                <a:lnTo>
                  <a:pt x="569937" y="1550797"/>
                </a:lnTo>
                <a:lnTo>
                  <a:pt x="570268" y="1550670"/>
                </a:lnTo>
                <a:close/>
              </a:path>
              <a:path w="4234180" h="1596389">
                <a:moveTo>
                  <a:pt x="1644472" y="1424813"/>
                </a:moveTo>
                <a:lnTo>
                  <a:pt x="1472514" y="1454531"/>
                </a:lnTo>
                <a:lnTo>
                  <a:pt x="1472895" y="1454531"/>
                </a:lnTo>
                <a:lnTo>
                  <a:pt x="1297762" y="1480820"/>
                </a:lnTo>
                <a:lnTo>
                  <a:pt x="1298016" y="1480820"/>
                </a:lnTo>
                <a:lnTo>
                  <a:pt x="1119835" y="1503680"/>
                </a:lnTo>
                <a:lnTo>
                  <a:pt x="1120216" y="1503680"/>
                </a:lnTo>
                <a:lnTo>
                  <a:pt x="939114" y="1522984"/>
                </a:lnTo>
                <a:lnTo>
                  <a:pt x="939495" y="1522984"/>
                </a:lnTo>
                <a:lnTo>
                  <a:pt x="755726" y="1538605"/>
                </a:lnTo>
                <a:lnTo>
                  <a:pt x="756056" y="1538605"/>
                </a:lnTo>
                <a:lnTo>
                  <a:pt x="569937" y="1550797"/>
                </a:lnTo>
                <a:lnTo>
                  <a:pt x="980346" y="1550797"/>
                </a:lnTo>
                <a:lnTo>
                  <a:pt x="1123772" y="1535430"/>
                </a:lnTo>
                <a:lnTo>
                  <a:pt x="1302334" y="1512570"/>
                </a:lnTo>
                <a:lnTo>
                  <a:pt x="1477848" y="1486154"/>
                </a:lnTo>
                <a:lnTo>
                  <a:pt x="1650060" y="1456309"/>
                </a:lnTo>
                <a:lnTo>
                  <a:pt x="1809909" y="1424940"/>
                </a:lnTo>
                <a:lnTo>
                  <a:pt x="1644091" y="1424940"/>
                </a:lnTo>
                <a:lnTo>
                  <a:pt x="1644472" y="1424813"/>
                </a:lnTo>
                <a:close/>
              </a:path>
              <a:path w="4234180" h="1596389">
                <a:moveTo>
                  <a:pt x="1812620" y="1391793"/>
                </a:moveTo>
                <a:lnTo>
                  <a:pt x="1644091" y="1424940"/>
                </a:lnTo>
                <a:lnTo>
                  <a:pt x="1809909" y="1424940"/>
                </a:lnTo>
                <a:lnTo>
                  <a:pt x="1818970" y="1423162"/>
                </a:lnTo>
                <a:lnTo>
                  <a:pt x="1960979" y="1391920"/>
                </a:lnTo>
                <a:lnTo>
                  <a:pt x="1812239" y="1391920"/>
                </a:lnTo>
                <a:lnTo>
                  <a:pt x="1812620" y="1391793"/>
                </a:lnTo>
                <a:close/>
              </a:path>
              <a:path w="4234180" h="1596389">
                <a:moveTo>
                  <a:pt x="1977085" y="1355598"/>
                </a:moveTo>
                <a:lnTo>
                  <a:pt x="1812239" y="1391920"/>
                </a:lnTo>
                <a:lnTo>
                  <a:pt x="1960979" y="1391920"/>
                </a:lnTo>
                <a:lnTo>
                  <a:pt x="1984070" y="1386840"/>
                </a:lnTo>
                <a:lnTo>
                  <a:pt x="2111231" y="1355725"/>
                </a:lnTo>
                <a:lnTo>
                  <a:pt x="1976704" y="1355725"/>
                </a:lnTo>
                <a:lnTo>
                  <a:pt x="1977085" y="1355598"/>
                </a:lnTo>
                <a:close/>
              </a:path>
              <a:path w="4234180" h="1596389">
                <a:moveTo>
                  <a:pt x="2137613" y="1316228"/>
                </a:moveTo>
                <a:lnTo>
                  <a:pt x="1976704" y="1355725"/>
                </a:lnTo>
                <a:lnTo>
                  <a:pt x="2111231" y="1355725"/>
                </a:lnTo>
                <a:lnTo>
                  <a:pt x="2145487" y="1347343"/>
                </a:lnTo>
                <a:lnTo>
                  <a:pt x="2259663" y="1316355"/>
                </a:lnTo>
                <a:lnTo>
                  <a:pt x="2137232" y="1316355"/>
                </a:lnTo>
                <a:lnTo>
                  <a:pt x="2137613" y="1316228"/>
                </a:lnTo>
                <a:close/>
              </a:path>
              <a:path w="4234180" h="1596389">
                <a:moveTo>
                  <a:pt x="2689124" y="1180211"/>
                </a:moveTo>
                <a:lnTo>
                  <a:pt x="2594051" y="1180211"/>
                </a:lnTo>
                <a:lnTo>
                  <a:pt x="2445969" y="1228725"/>
                </a:lnTo>
                <a:lnTo>
                  <a:pt x="2293823" y="1273937"/>
                </a:lnTo>
                <a:lnTo>
                  <a:pt x="2294204" y="1273937"/>
                </a:lnTo>
                <a:lnTo>
                  <a:pt x="2137232" y="1316355"/>
                </a:lnTo>
                <a:lnTo>
                  <a:pt x="2259663" y="1316355"/>
                </a:lnTo>
                <a:lnTo>
                  <a:pt x="2302713" y="1304671"/>
                </a:lnTo>
                <a:lnTo>
                  <a:pt x="2455748" y="1259205"/>
                </a:lnTo>
                <a:lnTo>
                  <a:pt x="2604211" y="1210564"/>
                </a:lnTo>
                <a:lnTo>
                  <a:pt x="2689124" y="1180211"/>
                </a:lnTo>
                <a:close/>
              </a:path>
              <a:path w="4234180" h="1596389">
                <a:moveTo>
                  <a:pt x="2446350" y="1228598"/>
                </a:moveTo>
                <a:lnTo>
                  <a:pt x="2445922" y="1228725"/>
                </a:lnTo>
                <a:lnTo>
                  <a:pt x="2446350" y="1228598"/>
                </a:lnTo>
                <a:close/>
              </a:path>
              <a:path w="4234180" h="1596389">
                <a:moveTo>
                  <a:pt x="2825072" y="1129157"/>
                </a:moveTo>
                <a:lnTo>
                  <a:pt x="2737053" y="1129157"/>
                </a:lnTo>
                <a:lnTo>
                  <a:pt x="2593744" y="1180311"/>
                </a:lnTo>
                <a:lnTo>
                  <a:pt x="2594051" y="1180211"/>
                </a:lnTo>
                <a:lnTo>
                  <a:pt x="2689124" y="1180211"/>
                </a:lnTo>
                <a:lnTo>
                  <a:pt x="2748102" y="1159129"/>
                </a:lnTo>
                <a:lnTo>
                  <a:pt x="2825072" y="1129157"/>
                </a:lnTo>
                <a:close/>
              </a:path>
              <a:path w="4234180" h="1596389">
                <a:moveTo>
                  <a:pt x="2956957" y="1075309"/>
                </a:moveTo>
                <a:lnTo>
                  <a:pt x="2875102" y="1075309"/>
                </a:lnTo>
                <a:lnTo>
                  <a:pt x="2736672" y="1129284"/>
                </a:lnTo>
                <a:lnTo>
                  <a:pt x="2737053" y="1129157"/>
                </a:lnTo>
                <a:lnTo>
                  <a:pt x="2825072" y="1129157"/>
                </a:lnTo>
                <a:lnTo>
                  <a:pt x="2887040" y="1105027"/>
                </a:lnTo>
                <a:lnTo>
                  <a:pt x="2956957" y="1075309"/>
                </a:lnTo>
                <a:close/>
              </a:path>
              <a:path w="4234180" h="1596389">
                <a:moveTo>
                  <a:pt x="3084263" y="1018794"/>
                </a:moveTo>
                <a:lnTo>
                  <a:pt x="3008198" y="1018794"/>
                </a:lnTo>
                <a:lnTo>
                  <a:pt x="2874721" y="1075436"/>
                </a:lnTo>
                <a:lnTo>
                  <a:pt x="2875102" y="1075309"/>
                </a:lnTo>
                <a:lnTo>
                  <a:pt x="2956957" y="1075309"/>
                </a:lnTo>
                <a:lnTo>
                  <a:pt x="3020898" y="1048131"/>
                </a:lnTo>
                <a:lnTo>
                  <a:pt x="3084263" y="1018794"/>
                </a:lnTo>
                <a:close/>
              </a:path>
              <a:path w="4234180" h="1596389">
                <a:moveTo>
                  <a:pt x="3206811" y="959612"/>
                </a:moveTo>
                <a:lnTo>
                  <a:pt x="3135833" y="959612"/>
                </a:lnTo>
                <a:lnTo>
                  <a:pt x="3135325" y="959866"/>
                </a:lnTo>
                <a:lnTo>
                  <a:pt x="3007690" y="1018921"/>
                </a:lnTo>
                <a:lnTo>
                  <a:pt x="3008198" y="1018794"/>
                </a:lnTo>
                <a:lnTo>
                  <a:pt x="3084263" y="1018794"/>
                </a:lnTo>
                <a:lnTo>
                  <a:pt x="3149549" y="988568"/>
                </a:lnTo>
                <a:lnTo>
                  <a:pt x="3206811" y="959612"/>
                </a:lnTo>
                <a:close/>
              </a:path>
              <a:path w="4234180" h="1596389">
                <a:moveTo>
                  <a:pt x="3135776" y="959638"/>
                </a:moveTo>
                <a:lnTo>
                  <a:pt x="3135284" y="959866"/>
                </a:lnTo>
                <a:lnTo>
                  <a:pt x="3135776" y="959638"/>
                </a:lnTo>
                <a:close/>
              </a:path>
              <a:path w="4234180" h="1596389">
                <a:moveTo>
                  <a:pt x="3324125" y="898017"/>
                </a:moveTo>
                <a:lnTo>
                  <a:pt x="3257880" y="898017"/>
                </a:lnTo>
                <a:lnTo>
                  <a:pt x="3135776" y="959638"/>
                </a:lnTo>
                <a:lnTo>
                  <a:pt x="3206811" y="959612"/>
                </a:lnTo>
                <a:lnTo>
                  <a:pt x="3272612" y="926338"/>
                </a:lnTo>
                <a:lnTo>
                  <a:pt x="3324125" y="898017"/>
                </a:lnTo>
                <a:close/>
              </a:path>
              <a:path w="4234180" h="1596389">
                <a:moveTo>
                  <a:pt x="3437415" y="833882"/>
                </a:moveTo>
                <a:lnTo>
                  <a:pt x="3374339" y="833882"/>
                </a:lnTo>
                <a:lnTo>
                  <a:pt x="3257372" y="898271"/>
                </a:lnTo>
                <a:lnTo>
                  <a:pt x="3257880" y="898017"/>
                </a:lnTo>
                <a:lnTo>
                  <a:pt x="3324125" y="898017"/>
                </a:lnTo>
                <a:lnTo>
                  <a:pt x="3389960" y="861822"/>
                </a:lnTo>
                <a:lnTo>
                  <a:pt x="3437415" y="833882"/>
                </a:lnTo>
                <a:close/>
              </a:path>
              <a:path w="4234180" h="1596389">
                <a:moveTo>
                  <a:pt x="3491129" y="801116"/>
                </a:moveTo>
                <a:lnTo>
                  <a:pt x="3430092" y="801116"/>
                </a:lnTo>
                <a:lnTo>
                  <a:pt x="3373831" y="834136"/>
                </a:lnTo>
                <a:lnTo>
                  <a:pt x="3374339" y="833882"/>
                </a:lnTo>
                <a:lnTo>
                  <a:pt x="3437415" y="833882"/>
                </a:lnTo>
                <a:lnTo>
                  <a:pt x="3446475" y="828548"/>
                </a:lnTo>
                <a:lnTo>
                  <a:pt x="3491129" y="801116"/>
                </a:lnTo>
                <a:close/>
              </a:path>
              <a:path w="4234180" h="1596389">
                <a:moveTo>
                  <a:pt x="3484575" y="767588"/>
                </a:moveTo>
                <a:lnTo>
                  <a:pt x="3429838" y="801243"/>
                </a:lnTo>
                <a:lnTo>
                  <a:pt x="3430092" y="801116"/>
                </a:lnTo>
                <a:lnTo>
                  <a:pt x="3491129" y="801116"/>
                </a:lnTo>
                <a:lnTo>
                  <a:pt x="3501466" y="794766"/>
                </a:lnTo>
                <a:lnTo>
                  <a:pt x="3543447" y="767842"/>
                </a:lnTo>
                <a:lnTo>
                  <a:pt x="3484321" y="767842"/>
                </a:lnTo>
                <a:lnTo>
                  <a:pt x="3484575" y="767588"/>
                </a:lnTo>
                <a:close/>
              </a:path>
              <a:path w="4234180" h="1596389">
                <a:moveTo>
                  <a:pt x="3594643" y="733679"/>
                </a:moveTo>
                <a:lnTo>
                  <a:pt x="3537407" y="733679"/>
                </a:lnTo>
                <a:lnTo>
                  <a:pt x="3484321" y="767842"/>
                </a:lnTo>
                <a:lnTo>
                  <a:pt x="3543447" y="767842"/>
                </a:lnTo>
                <a:lnTo>
                  <a:pt x="3554933" y="760476"/>
                </a:lnTo>
                <a:lnTo>
                  <a:pt x="3594643" y="733679"/>
                </a:lnTo>
                <a:close/>
              </a:path>
              <a:path w="4234180" h="1596389">
                <a:moveTo>
                  <a:pt x="3644235" y="699008"/>
                </a:moveTo>
                <a:lnTo>
                  <a:pt x="3588715" y="699008"/>
                </a:lnTo>
                <a:lnTo>
                  <a:pt x="3537153" y="733806"/>
                </a:lnTo>
                <a:lnTo>
                  <a:pt x="3537407" y="733679"/>
                </a:lnTo>
                <a:lnTo>
                  <a:pt x="3594643" y="733679"/>
                </a:lnTo>
                <a:lnTo>
                  <a:pt x="3606876" y="725424"/>
                </a:lnTo>
                <a:lnTo>
                  <a:pt x="3644235" y="699008"/>
                </a:lnTo>
                <a:close/>
              </a:path>
              <a:path w="4234180" h="1596389">
                <a:moveTo>
                  <a:pt x="3692246" y="663829"/>
                </a:moveTo>
                <a:lnTo>
                  <a:pt x="3638626" y="663829"/>
                </a:lnTo>
                <a:lnTo>
                  <a:pt x="3588461" y="699135"/>
                </a:lnTo>
                <a:lnTo>
                  <a:pt x="3588715" y="699008"/>
                </a:lnTo>
                <a:lnTo>
                  <a:pt x="3644235" y="699008"/>
                </a:lnTo>
                <a:lnTo>
                  <a:pt x="3657168" y="689864"/>
                </a:lnTo>
                <a:lnTo>
                  <a:pt x="3692246" y="663829"/>
                </a:lnTo>
                <a:close/>
              </a:path>
              <a:path w="4234180" h="1596389">
                <a:moveTo>
                  <a:pt x="3738819" y="628142"/>
                </a:moveTo>
                <a:lnTo>
                  <a:pt x="3686632" y="628142"/>
                </a:lnTo>
                <a:lnTo>
                  <a:pt x="3638245" y="664083"/>
                </a:lnTo>
                <a:lnTo>
                  <a:pt x="3638626" y="663829"/>
                </a:lnTo>
                <a:lnTo>
                  <a:pt x="3692246" y="663829"/>
                </a:lnTo>
                <a:lnTo>
                  <a:pt x="3705936" y="653669"/>
                </a:lnTo>
                <a:lnTo>
                  <a:pt x="3738819" y="628142"/>
                </a:lnTo>
                <a:close/>
              </a:path>
              <a:path w="4234180" h="1596389">
                <a:moveTo>
                  <a:pt x="3868729" y="518033"/>
                </a:moveTo>
                <a:lnTo>
                  <a:pt x="3821252" y="518033"/>
                </a:lnTo>
                <a:lnTo>
                  <a:pt x="3777818" y="555498"/>
                </a:lnTo>
                <a:lnTo>
                  <a:pt x="3732987" y="592201"/>
                </a:lnTo>
                <a:lnTo>
                  <a:pt x="3686378" y="628269"/>
                </a:lnTo>
                <a:lnTo>
                  <a:pt x="3686632" y="628142"/>
                </a:lnTo>
                <a:lnTo>
                  <a:pt x="3738819" y="628142"/>
                </a:lnTo>
                <a:lnTo>
                  <a:pt x="3753053" y="617093"/>
                </a:lnTo>
                <a:lnTo>
                  <a:pt x="3798519" y="579882"/>
                </a:lnTo>
                <a:lnTo>
                  <a:pt x="3842334" y="542036"/>
                </a:lnTo>
                <a:lnTo>
                  <a:pt x="3868729" y="518033"/>
                </a:lnTo>
                <a:close/>
              </a:path>
              <a:path w="4234180" h="1596389">
                <a:moveTo>
                  <a:pt x="3733241" y="591947"/>
                </a:moveTo>
                <a:lnTo>
                  <a:pt x="3732913" y="592201"/>
                </a:lnTo>
                <a:lnTo>
                  <a:pt x="3733241" y="591947"/>
                </a:lnTo>
                <a:close/>
              </a:path>
              <a:path w="4234180" h="1596389">
                <a:moveTo>
                  <a:pt x="3778072" y="555244"/>
                </a:moveTo>
                <a:lnTo>
                  <a:pt x="3777762" y="555498"/>
                </a:lnTo>
                <a:lnTo>
                  <a:pt x="3778072" y="555244"/>
                </a:lnTo>
                <a:close/>
              </a:path>
              <a:path w="4234180" h="1596389">
                <a:moveTo>
                  <a:pt x="3908710" y="480314"/>
                </a:moveTo>
                <a:lnTo>
                  <a:pt x="3862654" y="480314"/>
                </a:lnTo>
                <a:lnTo>
                  <a:pt x="3820871" y="518287"/>
                </a:lnTo>
                <a:lnTo>
                  <a:pt x="3821252" y="518033"/>
                </a:lnTo>
                <a:lnTo>
                  <a:pt x="3868729" y="518033"/>
                </a:lnTo>
                <a:lnTo>
                  <a:pt x="3884371" y="503809"/>
                </a:lnTo>
                <a:lnTo>
                  <a:pt x="3908710" y="480314"/>
                </a:lnTo>
                <a:close/>
              </a:path>
              <a:path w="4234180" h="1596389">
                <a:moveTo>
                  <a:pt x="3902278" y="442087"/>
                </a:moveTo>
                <a:lnTo>
                  <a:pt x="3862273" y="480568"/>
                </a:lnTo>
                <a:lnTo>
                  <a:pt x="3862654" y="480314"/>
                </a:lnTo>
                <a:lnTo>
                  <a:pt x="3908710" y="480314"/>
                </a:lnTo>
                <a:lnTo>
                  <a:pt x="3924630" y="464947"/>
                </a:lnTo>
                <a:lnTo>
                  <a:pt x="3946672" y="442468"/>
                </a:lnTo>
                <a:lnTo>
                  <a:pt x="3902024" y="442468"/>
                </a:lnTo>
                <a:lnTo>
                  <a:pt x="3902278" y="442087"/>
                </a:lnTo>
                <a:close/>
              </a:path>
              <a:path w="4234180" h="1596389">
                <a:moveTo>
                  <a:pt x="3983703" y="403479"/>
                </a:moveTo>
                <a:lnTo>
                  <a:pt x="3940124" y="403479"/>
                </a:lnTo>
                <a:lnTo>
                  <a:pt x="3902024" y="442468"/>
                </a:lnTo>
                <a:lnTo>
                  <a:pt x="3946672" y="442468"/>
                </a:lnTo>
                <a:lnTo>
                  <a:pt x="3963111" y="425704"/>
                </a:lnTo>
                <a:lnTo>
                  <a:pt x="3983703" y="403479"/>
                </a:lnTo>
                <a:close/>
              </a:path>
              <a:path w="4234180" h="1596389">
                <a:moveTo>
                  <a:pt x="4018611" y="364363"/>
                </a:moveTo>
                <a:lnTo>
                  <a:pt x="3976319" y="364363"/>
                </a:lnTo>
                <a:lnTo>
                  <a:pt x="3939870" y="403733"/>
                </a:lnTo>
                <a:lnTo>
                  <a:pt x="3940124" y="403479"/>
                </a:lnTo>
                <a:lnTo>
                  <a:pt x="3983703" y="403479"/>
                </a:lnTo>
                <a:lnTo>
                  <a:pt x="3999941" y="385953"/>
                </a:lnTo>
                <a:lnTo>
                  <a:pt x="4018611" y="364363"/>
                </a:lnTo>
                <a:close/>
              </a:path>
              <a:path w="4234180" h="1596389">
                <a:moveTo>
                  <a:pt x="4051762" y="324866"/>
                </a:moveTo>
                <a:lnTo>
                  <a:pt x="4010609" y="324866"/>
                </a:lnTo>
                <a:lnTo>
                  <a:pt x="3975938" y="364744"/>
                </a:lnTo>
                <a:lnTo>
                  <a:pt x="3976319" y="364363"/>
                </a:lnTo>
                <a:lnTo>
                  <a:pt x="4018611" y="364363"/>
                </a:lnTo>
                <a:lnTo>
                  <a:pt x="4034866" y="345567"/>
                </a:lnTo>
                <a:lnTo>
                  <a:pt x="4051762" y="324866"/>
                </a:lnTo>
                <a:close/>
              </a:path>
              <a:path w="4234180" h="1596389">
                <a:moveTo>
                  <a:pt x="4083171" y="284861"/>
                </a:moveTo>
                <a:lnTo>
                  <a:pt x="4043121" y="284861"/>
                </a:lnTo>
                <a:lnTo>
                  <a:pt x="4010228" y="325247"/>
                </a:lnTo>
                <a:lnTo>
                  <a:pt x="4010609" y="324866"/>
                </a:lnTo>
                <a:lnTo>
                  <a:pt x="4051762" y="324866"/>
                </a:lnTo>
                <a:lnTo>
                  <a:pt x="4068140" y="304800"/>
                </a:lnTo>
                <a:lnTo>
                  <a:pt x="4083171" y="284861"/>
                </a:lnTo>
                <a:close/>
              </a:path>
              <a:path w="4234180" h="1596389">
                <a:moveTo>
                  <a:pt x="4112688" y="244475"/>
                </a:moveTo>
                <a:lnTo>
                  <a:pt x="4073601" y="244475"/>
                </a:lnTo>
                <a:lnTo>
                  <a:pt x="4042740" y="285242"/>
                </a:lnTo>
                <a:lnTo>
                  <a:pt x="4043121" y="284861"/>
                </a:lnTo>
                <a:lnTo>
                  <a:pt x="4083171" y="284861"/>
                </a:lnTo>
                <a:lnTo>
                  <a:pt x="4099255" y="263525"/>
                </a:lnTo>
                <a:lnTo>
                  <a:pt x="4112688" y="244475"/>
                </a:lnTo>
                <a:close/>
              </a:path>
              <a:path w="4234180" h="1596389">
                <a:moveTo>
                  <a:pt x="4140499" y="203581"/>
                </a:moveTo>
                <a:lnTo>
                  <a:pt x="4102303" y="203581"/>
                </a:lnTo>
                <a:lnTo>
                  <a:pt x="4073220" y="244856"/>
                </a:lnTo>
                <a:lnTo>
                  <a:pt x="4073601" y="244475"/>
                </a:lnTo>
                <a:lnTo>
                  <a:pt x="4112688" y="244475"/>
                </a:lnTo>
                <a:lnTo>
                  <a:pt x="4128719" y="221742"/>
                </a:lnTo>
                <a:lnTo>
                  <a:pt x="4140499" y="203581"/>
                </a:lnTo>
                <a:close/>
              </a:path>
              <a:path w="4234180" h="1596389">
                <a:moveTo>
                  <a:pt x="4190138" y="120650"/>
                </a:moveTo>
                <a:lnTo>
                  <a:pt x="4153992" y="120650"/>
                </a:lnTo>
                <a:lnTo>
                  <a:pt x="4128846" y="162814"/>
                </a:lnTo>
                <a:lnTo>
                  <a:pt x="4102219" y="203700"/>
                </a:lnTo>
                <a:lnTo>
                  <a:pt x="4140499" y="203581"/>
                </a:lnTo>
                <a:lnTo>
                  <a:pt x="4156151" y="179451"/>
                </a:lnTo>
                <a:lnTo>
                  <a:pt x="4181678" y="136779"/>
                </a:lnTo>
                <a:lnTo>
                  <a:pt x="4190138" y="120650"/>
                </a:lnTo>
                <a:close/>
              </a:path>
              <a:path w="4234180" h="1596389">
                <a:moveTo>
                  <a:pt x="4129100" y="162306"/>
                </a:moveTo>
                <a:lnTo>
                  <a:pt x="4128770" y="162814"/>
                </a:lnTo>
                <a:lnTo>
                  <a:pt x="4129100" y="162306"/>
                </a:lnTo>
                <a:close/>
              </a:path>
              <a:path w="4234180" h="1596389">
                <a:moveTo>
                  <a:pt x="4175314" y="79813"/>
                </a:moveTo>
                <a:lnTo>
                  <a:pt x="4153484" y="121412"/>
                </a:lnTo>
                <a:lnTo>
                  <a:pt x="4153992" y="120650"/>
                </a:lnTo>
                <a:lnTo>
                  <a:pt x="4190138" y="120650"/>
                </a:lnTo>
                <a:lnTo>
                  <a:pt x="4204408" y="93446"/>
                </a:lnTo>
                <a:lnTo>
                  <a:pt x="4175314" y="79813"/>
                </a:lnTo>
                <a:close/>
              </a:path>
              <a:path w="4234180" h="1596389">
                <a:moveTo>
                  <a:pt x="4232901" y="65024"/>
                </a:moveTo>
                <a:lnTo>
                  <a:pt x="4183075" y="65024"/>
                </a:lnTo>
                <a:lnTo>
                  <a:pt x="4211523" y="79883"/>
                </a:lnTo>
                <a:lnTo>
                  <a:pt x="4204408" y="93446"/>
                </a:lnTo>
                <a:lnTo>
                  <a:pt x="4234002" y="107315"/>
                </a:lnTo>
                <a:lnTo>
                  <a:pt x="4232901" y="65024"/>
                </a:lnTo>
                <a:close/>
              </a:path>
              <a:path w="4234180" h="1596389">
                <a:moveTo>
                  <a:pt x="4183075" y="65024"/>
                </a:moveTo>
                <a:lnTo>
                  <a:pt x="4175314" y="79813"/>
                </a:lnTo>
                <a:lnTo>
                  <a:pt x="4204408" y="93446"/>
                </a:lnTo>
                <a:lnTo>
                  <a:pt x="4211523" y="79883"/>
                </a:lnTo>
                <a:lnTo>
                  <a:pt x="4183075" y="65024"/>
                </a:lnTo>
                <a:close/>
              </a:path>
              <a:path w="4234180" h="1596389">
                <a:moveTo>
                  <a:pt x="4231208" y="0"/>
                </a:moveTo>
                <a:lnTo>
                  <a:pt x="4147007" y="66548"/>
                </a:lnTo>
                <a:lnTo>
                  <a:pt x="4175314" y="79813"/>
                </a:lnTo>
                <a:lnTo>
                  <a:pt x="4183075" y="65024"/>
                </a:lnTo>
                <a:lnTo>
                  <a:pt x="4232901" y="65024"/>
                </a:lnTo>
                <a:lnTo>
                  <a:pt x="4231208" y="0"/>
                </a:lnTo>
                <a:close/>
              </a:path>
            </a:pathLst>
          </a:custGeom>
          <a:gradFill>
            <a:gsLst>
              <a:gs pos="59000">
                <a:schemeClr val="accent1"/>
              </a:gs>
              <a:gs pos="100000">
                <a:schemeClr val="accent2"/>
              </a:gs>
            </a:gsLst>
            <a:lin ang="5400000" scaled="1"/>
          </a:gradFill>
        </p:spPr>
        <p:txBody>
          <a:bodyPr wrap="square" lIns="0" tIns="0" rIns="0" bIns="0" rtlCol="0"/>
          <a:lstStyle/>
          <a:p>
            <a:pPr marL="0" marR="0" lvl="0" indent="0" algn="l" defTabSz="544222" rtl="0" eaLnBrk="1" fontAlgn="base" latinLnBrk="0" hangingPunct="1">
              <a:lnSpc>
                <a:spcPct val="100000"/>
              </a:lnSpc>
              <a:spcBef>
                <a:spcPct val="0"/>
              </a:spcBef>
              <a:spcAft>
                <a:spcPct val="0"/>
              </a:spcAft>
              <a:buClrTx/>
              <a:buSzTx/>
              <a:buFontTx/>
              <a:buNone/>
              <a:tabLst/>
              <a:defRPr/>
            </a:pPr>
            <a:endParaRPr kumimoji="0" sz="2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7" name="Title 18">
            <a:extLst>
              <a:ext uri="{FF2B5EF4-FFF2-40B4-BE49-F238E27FC236}">
                <a16:creationId xmlns:a16="http://schemas.microsoft.com/office/drawing/2014/main" id="{A06AB5F7-578E-F357-B96E-61E986F38C45}"/>
              </a:ext>
            </a:extLst>
          </p:cNvPr>
          <p:cNvSpPr txBox="1">
            <a:spLocks/>
          </p:cNvSpPr>
          <p:nvPr userDrawn="1"/>
        </p:nvSpPr>
        <p:spPr>
          <a:xfrm>
            <a:off x="2377434" y="2101584"/>
            <a:ext cx="1341261" cy="615667"/>
          </a:xfrm>
          <a:prstGeom prst="homePlate">
            <a:avLst>
              <a:gd name="adj" fmla="val 33359"/>
            </a:avLst>
          </a:prstGeom>
          <a:ln w="28575">
            <a:noFill/>
          </a:ln>
        </p:spPr>
        <p:txBody>
          <a:bodyPr vert="horz" lIns="121920" tIns="121920" rIns="121920" bIns="121920" rtlCol="0" anchor="ctr" anchorCtr="0">
            <a:noAutofit/>
          </a:bodyPr>
          <a:lstStyle>
            <a:lvl1pPr algn="l" defTabSz="914400" rtl="0" eaLnBrk="1" latinLnBrk="0" hangingPunct="1">
              <a:lnSpc>
                <a:spcPct val="90000"/>
              </a:lnSpc>
              <a:spcBef>
                <a:spcPct val="0"/>
              </a:spcBef>
              <a:buNone/>
              <a:defRPr lang="en-US" sz="3600" kern="1200" spc="-75" dirty="0">
                <a:solidFill>
                  <a:schemeClr val="tx1"/>
                </a:solidFill>
                <a:latin typeface="+mj-lt"/>
                <a:ea typeface="+mj-ea"/>
                <a:cs typeface="+mj-cs"/>
              </a:defRPr>
            </a:lvl1pPr>
          </a:lstStyle>
          <a:p>
            <a:pPr marL="0" marR="0" lvl="0" indent="0" algn="l" defTabSz="544222" rtl="0" eaLnBrk="1" fontAlgn="base" latinLnBrk="0" hangingPunct="1">
              <a:lnSpc>
                <a:spcPct val="100000"/>
              </a:lnSpc>
              <a:spcBef>
                <a:spcPct val="0"/>
              </a:spcBef>
              <a:spcAft>
                <a:spcPts val="600"/>
              </a:spcAft>
              <a:buClrTx/>
              <a:buSzTx/>
              <a:buFontTx/>
              <a:buNone/>
              <a:tabLst/>
              <a:defRPr/>
            </a:pPr>
            <a:endParaRPr kumimoji="0" lang="en-US" sz="1400" b="0" i="1" u="none" strike="noStrike" kern="1200" cap="none" spc="-11" normalizeH="0" baseline="0" noProof="0">
              <a:ln>
                <a:noFill/>
              </a:ln>
              <a:solidFill>
                <a:srgbClr val="000000"/>
              </a:solidFill>
              <a:effectLst/>
              <a:uLnTx/>
              <a:uFillTx/>
              <a:latin typeface="+mn-lt"/>
              <a:ea typeface="+mj-ea"/>
              <a:cs typeface="Arial"/>
            </a:endParaRPr>
          </a:p>
        </p:txBody>
      </p:sp>
      <p:sp>
        <p:nvSpPr>
          <p:cNvPr id="34" name="Oval 33">
            <a:extLst>
              <a:ext uri="{FF2B5EF4-FFF2-40B4-BE49-F238E27FC236}">
                <a16:creationId xmlns:a16="http://schemas.microsoft.com/office/drawing/2014/main" id="{1B113A21-E66E-7205-7282-15ADE0B5ED5F}"/>
              </a:ext>
            </a:extLst>
          </p:cNvPr>
          <p:cNvSpPr/>
          <p:nvPr userDrawn="1"/>
        </p:nvSpPr>
        <p:spPr bwMode="gray">
          <a:xfrm>
            <a:off x="3886200" y="4267200"/>
            <a:ext cx="660400" cy="6604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5" name="Oval 34">
            <a:extLst>
              <a:ext uri="{FF2B5EF4-FFF2-40B4-BE49-F238E27FC236}">
                <a16:creationId xmlns:a16="http://schemas.microsoft.com/office/drawing/2014/main" id="{EEFB8F43-7607-B1E8-6A1B-E505912FD88B}"/>
              </a:ext>
            </a:extLst>
          </p:cNvPr>
          <p:cNvSpPr/>
          <p:nvPr userDrawn="1"/>
        </p:nvSpPr>
        <p:spPr bwMode="gray">
          <a:xfrm>
            <a:off x="6746240" y="3698240"/>
            <a:ext cx="660400" cy="6604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6" name="Oval 35">
            <a:extLst>
              <a:ext uri="{FF2B5EF4-FFF2-40B4-BE49-F238E27FC236}">
                <a16:creationId xmlns:a16="http://schemas.microsoft.com/office/drawing/2014/main" id="{EBC67057-3FB3-8642-F317-3E8910D81206}"/>
              </a:ext>
            </a:extLst>
          </p:cNvPr>
          <p:cNvSpPr/>
          <p:nvPr userDrawn="1"/>
        </p:nvSpPr>
        <p:spPr bwMode="gray">
          <a:xfrm>
            <a:off x="9296400" y="2590800"/>
            <a:ext cx="660400" cy="6604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 name="Stage 1 Title">
            <a:extLst>
              <a:ext uri="{FF2B5EF4-FFF2-40B4-BE49-F238E27FC236}">
                <a16:creationId xmlns:a16="http://schemas.microsoft.com/office/drawing/2014/main" id="{A1C2DB39-3F35-44DC-D6AD-6AEDB57722C4}"/>
              </a:ext>
            </a:extLst>
          </p:cNvPr>
          <p:cNvSpPr>
            <a:spLocks noGrp="1"/>
          </p:cNvSpPr>
          <p:nvPr>
            <p:ph type="body" sz="quarter" idx="22" hasCustomPrompt="1"/>
          </p:nvPr>
        </p:nvSpPr>
        <p:spPr>
          <a:xfrm>
            <a:off x="803854" y="5190160"/>
            <a:ext cx="2226053" cy="347472"/>
          </a:xfrm>
          <a:prstGeom prst="rect">
            <a:avLst/>
          </a:prstGeom>
        </p:spPr>
        <p:txBody>
          <a:bodyPr anchor="ctr">
            <a:normAutofit/>
          </a:bodyPr>
          <a:lstStyle>
            <a:lvl1pPr marL="0" indent="0" algn="l">
              <a:lnSpc>
                <a:spcPct val="100000"/>
              </a:lnSpc>
              <a:buNone/>
              <a:defRPr kumimoji="0" lang="en-US" sz="1600" b="0" i="0" u="none" strike="noStrike" kern="1200" cap="none" spc="-11" normalizeH="0" baseline="0" dirty="0">
                <a:ln>
                  <a:noFill/>
                </a:ln>
                <a:solidFill>
                  <a:srgbClr val="000000"/>
                </a:solidFill>
                <a:effectLst/>
                <a:uLnTx/>
                <a:uFillTx/>
                <a:latin typeface="Chronicle Display Black"/>
                <a:ea typeface="ヒラギノ角ゴ Pro W3" charset="0"/>
                <a:cs typeface="Arial"/>
              </a:defRPr>
            </a:lvl1pPr>
            <a:lvl5pPr marL="1828800" indent="0">
              <a:buNone/>
              <a:defRPr/>
            </a:lvl5pPr>
          </a:lstStyle>
          <a:p>
            <a:pPr marL="0" marR="0" lvl="0" indent="0" algn="l" defTabSz="544222" rtl="0" eaLnBrk="1" fontAlgn="base" latinLnBrk="0" hangingPunct="1">
              <a:lnSpc>
                <a:spcPct val="100000"/>
              </a:lnSpc>
              <a:spcBef>
                <a:spcPct val="0"/>
              </a:spcBef>
              <a:spcAft>
                <a:spcPts val="600"/>
              </a:spcAft>
              <a:buClrTx/>
              <a:buSzTx/>
              <a:buFontTx/>
              <a:buNone/>
              <a:tabLst/>
              <a:defRPr/>
            </a:pPr>
            <a:r>
              <a:rPr lang="en-US"/>
              <a:t>Stage 1 Title</a:t>
            </a:r>
          </a:p>
        </p:txBody>
      </p:sp>
      <p:sp>
        <p:nvSpPr>
          <p:cNvPr id="7" name="Stage 1 Text">
            <a:extLst>
              <a:ext uri="{FF2B5EF4-FFF2-40B4-BE49-F238E27FC236}">
                <a16:creationId xmlns:a16="http://schemas.microsoft.com/office/drawing/2014/main" id="{9584D7E7-B527-6E03-A785-76BC6B0F12EA}"/>
              </a:ext>
            </a:extLst>
          </p:cNvPr>
          <p:cNvSpPr>
            <a:spLocks noGrp="1"/>
          </p:cNvSpPr>
          <p:nvPr>
            <p:ph type="body" sz="quarter" idx="21" hasCustomPrompt="1"/>
          </p:nvPr>
        </p:nvSpPr>
        <p:spPr>
          <a:xfrm>
            <a:off x="803854" y="5555125"/>
            <a:ext cx="2226053" cy="960342"/>
          </a:xfrm>
          <a:prstGeom prst="rect">
            <a:avLst/>
          </a:prstGeom>
        </p:spPr>
        <p:txBody>
          <a:bodyPr>
            <a:normAutofit/>
          </a:bodyPr>
          <a:lstStyle>
            <a:lvl1pPr marL="0" indent="0" algn="l">
              <a:lnSpc>
                <a:spcPct val="100000"/>
              </a:lnSpc>
              <a:buFont typeface="Arial" panose="020B0604020202020204" pitchFamily="34" charset="0"/>
              <a:buNone/>
              <a:defRPr kumimoji="0" lang="en-US" sz="1100" b="0" i="0" u="none" strike="noStrike" kern="1200" cap="none" spc="0" normalizeH="0" baseline="0" dirty="0">
                <a:ln>
                  <a:noFill/>
                </a:ln>
                <a:solidFill>
                  <a:srgbClr val="000000"/>
                </a:solidFill>
                <a:effectLst/>
                <a:uLnTx/>
                <a:uFillTx/>
                <a:latin typeface="Open Sans"/>
                <a:ea typeface="Open Sans" panose="020B0606030504020204" pitchFamily="34" charset="0"/>
                <a:cs typeface="Open Sans" panose="020B0606030504020204" pitchFamily="34" charset="0"/>
              </a:defRPr>
            </a:lvl1pPr>
            <a:lvl5pPr marL="1828800" indent="0">
              <a:buNone/>
              <a:defRPr/>
            </a:lvl5pPr>
          </a:lstStyle>
          <a:p>
            <a:pPr marL="0" marR="0" lvl="0" indent="0" algn="l" defTabSz="1219170" rtl="0" eaLnBrk="1" fontAlgn="auto" latinLnBrk="0" hangingPunct="1">
              <a:lnSpc>
                <a:spcPct val="106000"/>
              </a:lnSpc>
              <a:spcBef>
                <a:spcPts val="0"/>
              </a:spcBef>
              <a:spcAft>
                <a:spcPts val="600"/>
              </a:spcAft>
              <a:buClrTx/>
              <a:buSzPct val="100000"/>
              <a:buFontTx/>
              <a:buNone/>
              <a:tabLst/>
              <a:defRPr/>
            </a:pPr>
            <a:r>
              <a:rPr lang="en-US"/>
              <a:t>Stage 1 Text</a:t>
            </a:r>
          </a:p>
        </p:txBody>
      </p:sp>
      <p:sp>
        <p:nvSpPr>
          <p:cNvPr id="8" name="Stage 1 Title">
            <a:extLst>
              <a:ext uri="{FF2B5EF4-FFF2-40B4-BE49-F238E27FC236}">
                <a16:creationId xmlns:a16="http://schemas.microsoft.com/office/drawing/2014/main" id="{9521752D-919B-E121-326B-B57A8385EF3F}"/>
              </a:ext>
            </a:extLst>
          </p:cNvPr>
          <p:cNvSpPr>
            <a:spLocks noGrp="1"/>
          </p:cNvSpPr>
          <p:nvPr>
            <p:ph type="body" sz="quarter" idx="23" hasCustomPrompt="1"/>
          </p:nvPr>
        </p:nvSpPr>
        <p:spPr>
          <a:xfrm>
            <a:off x="3718695" y="5109472"/>
            <a:ext cx="2226053" cy="347472"/>
          </a:xfrm>
          <a:prstGeom prst="rect">
            <a:avLst/>
          </a:prstGeom>
        </p:spPr>
        <p:txBody>
          <a:bodyPr anchor="ctr">
            <a:normAutofit/>
          </a:bodyPr>
          <a:lstStyle>
            <a:lvl1pPr marL="0" indent="0" algn="l">
              <a:lnSpc>
                <a:spcPct val="100000"/>
              </a:lnSpc>
              <a:buNone/>
              <a:defRPr kumimoji="0" lang="en-US" sz="1600" b="0" i="0" u="none" strike="noStrike" kern="1200" cap="none" spc="-11" normalizeH="0" baseline="0" dirty="0">
                <a:ln>
                  <a:noFill/>
                </a:ln>
                <a:solidFill>
                  <a:srgbClr val="000000"/>
                </a:solidFill>
                <a:effectLst/>
                <a:uLnTx/>
                <a:uFillTx/>
                <a:latin typeface="Chronicle Display Black"/>
                <a:ea typeface="ヒラギノ角ゴ Pro W3" charset="0"/>
                <a:cs typeface="Arial"/>
              </a:defRPr>
            </a:lvl1pPr>
            <a:lvl5pPr marL="1828800" indent="0">
              <a:buNone/>
              <a:defRPr/>
            </a:lvl5pPr>
          </a:lstStyle>
          <a:p>
            <a:pPr marL="0" marR="0" lvl="0" indent="0" algn="l" defTabSz="544222" rtl="0" eaLnBrk="1" fontAlgn="base" latinLnBrk="0" hangingPunct="1">
              <a:lnSpc>
                <a:spcPct val="100000"/>
              </a:lnSpc>
              <a:spcBef>
                <a:spcPct val="0"/>
              </a:spcBef>
              <a:spcAft>
                <a:spcPts val="600"/>
              </a:spcAft>
              <a:buClrTx/>
              <a:buSzTx/>
              <a:buFontTx/>
              <a:buNone/>
              <a:tabLst/>
              <a:defRPr/>
            </a:pPr>
            <a:r>
              <a:rPr lang="en-US"/>
              <a:t>Stage 2 Title</a:t>
            </a:r>
          </a:p>
        </p:txBody>
      </p:sp>
      <p:sp>
        <p:nvSpPr>
          <p:cNvPr id="9" name="Stage 1 Text">
            <a:extLst>
              <a:ext uri="{FF2B5EF4-FFF2-40B4-BE49-F238E27FC236}">
                <a16:creationId xmlns:a16="http://schemas.microsoft.com/office/drawing/2014/main" id="{EA08F395-3EA8-7445-0249-0A27F63BA1DC}"/>
              </a:ext>
            </a:extLst>
          </p:cNvPr>
          <p:cNvSpPr>
            <a:spLocks noGrp="1"/>
          </p:cNvSpPr>
          <p:nvPr>
            <p:ph type="body" sz="quarter" idx="24" hasCustomPrompt="1"/>
          </p:nvPr>
        </p:nvSpPr>
        <p:spPr>
          <a:xfrm>
            <a:off x="3718695" y="5474437"/>
            <a:ext cx="2226053" cy="960342"/>
          </a:xfrm>
          <a:prstGeom prst="rect">
            <a:avLst/>
          </a:prstGeom>
        </p:spPr>
        <p:txBody>
          <a:bodyPr>
            <a:normAutofit/>
          </a:bodyPr>
          <a:lstStyle>
            <a:lvl1pPr marL="0" indent="0" algn="l">
              <a:lnSpc>
                <a:spcPct val="100000"/>
              </a:lnSpc>
              <a:buFont typeface="Arial" panose="020B0604020202020204" pitchFamily="34" charset="0"/>
              <a:buNone/>
              <a:defRPr kumimoji="0" lang="en-US" sz="1100" b="0" i="0" u="none" strike="noStrike" kern="1200" cap="none" spc="0" normalizeH="0" baseline="0" dirty="0">
                <a:ln>
                  <a:noFill/>
                </a:ln>
                <a:solidFill>
                  <a:srgbClr val="000000"/>
                </a:solidFill>
                <a:effectLst/>
                <a:uLnTx/>
                <a:uFillTx/>
                <a:latin typeface="Open Sans"/>
                <a:ea typeface="Open Sans" panose="020B0606030504020204" pitchFamily="34" charset="0"/>
                <a:cs typeface="Open Sans" panose="020B0606030504020204" pitchFamily="34" charset="0"/>
              </a:defRPr>
            </a:lvl1pPr>
            <a:lvl5pPr marL="1828800" indent="0">
              <a:buNone/>
              <a:defRPr/>
            </a:lvl5pPr>
          </a:lstStyle>
          <a:p>
            <a:pPr marL="0" marR="0" lvl="0" indent="0" algn="l" defTabSz="1219170" rtl="0" eaLnBrk="1" fontAlgn="auto" latinLnBrk="0" hangingPunct="1">
              <a:lnSpc>
                <a:spcPct val="106000"/>
              </a:lnSpc>
              <a:spcBef>
                <a:spcPts val="0"/>
              </a:spcBef>
              <a:spcAft>
                <a:spcPts val="600"/>
              </a:spcAft>
              <a:buClrTx/>
              <a:buSzPct val="100000"/>
              <a:buFontTx/>
              <a:buNone/>
              <a:tabLst/>
              <a:defRPr/>
            </a:pPr>
            <a:r>
              <a:rPr lang="en-US"/>
              <a:t>Stage 3 Text</a:t>
            </a:r>
          </a:p>
        </p:txBody>
      </p:sp>
      <p:sp>
        <p:nvSpPr>
          <p:cNvPr id="10" name="Stage 1 Title">
            <a:extLst>
              <a:ext uri="{FF2B5EF4-FFF2-40B4-BE49-F238E27FC236}">
                <a16:creationId xmlns:a16="http://schemas.microsoft.com/office/drawing/2014/main" id="{B4202D8F-BDF4-4798-E717-5CF594305273}"/>
              </a:ext>
            </a:extLst>
          </p:cNvPr>
          <p:cNvSpPr>
            <a:spLocks noGrp="1"/>
          </p:cNvSpPr>
          <p:nvPr>
            <p:ph type="body" sz="quarter" idx="25" hasCustomPrompt="1"/>
          </p:nvPr>
        </p:nvSpPr>
        <p:spPr>
          <a:xfrm>
            <a:off x="6559063" y="4595132"/>
            <a:ext cx="2226053" cy="347472"/>
          </a:xfrm>
          <a:prstGeom prst="rect">
            <a:avLst/>
          </a:prstGeom>
        </p:spPr>
        <p:txBody>
          <a:bodyPr anchor="ctr">
            <a:normAutofit/>
          </a:bodyPr>
          <a:lstStyle>
            <a:lvl1pPr marL="0" indent="0" algn="l">
              <a:lnSpc>
                <a:spcPct val="100000"/>
              </a:lnSpc>
              <a:buNone/>
              <a:defRPr kumimoji="0" lang="en-US" sz="1600" b="0" i="0" u="none" strike="noStrike" kern="1200" cap="none" spc="-11" normalizeH="0" baseline="0" dirty="0">
                <a:ln>
                  <a:noFill/>
                </a:ln>
                <a:solidFill>
                  <a:srgbClr val="000000"/>
                </a:solidFill>
                <a:effectLst/>
                <a:uLnTx/>
                <a:uFillTx/>
                <a:latin typeface="Chronicle Display Black"/>
                <a:ea typeface="ヒラギノ角ゴ Pro W3" charset="0"/>
                <a:cs typeface="Arial"/>
              </a:defRPr>
            </a:lvl1pPr>
            <a:lvl5pPr marL="1828800" indent="0">
              <a:buNone/>
              <a:defRPr/>
            </a:lvl5pPr>
          </a:lstStyle>
          <a:p>
            <a:pPr marL="0" marR="0" lvl="0" indent="0" algn="l" defTabSz="544222" rtl="0" eaLnBrk="1" fontAlgn="base" latinLnBrk="0" hangingPunct="1">
              <a:lnSpc>
                <a:spcPct val="100000"/>
              </a:lnSpc>
              <a:spcBef>
                <a:spcPct val="0"/>
              </a:spcBef>
              <a:spcAft>
                <a:spcPts val="600"/>
              </a:spcAft>
              <a:buClrTx/>
              <a:buSzTx/>
              <a:buFontTx/>
              <a:buNone/>
              <a:tabLst/>
              <a:defRPr/>
            </a:pPr>
            <a:r>
              <a:rPr lang="en-US"/>
              <a:t>Stage 3 Title</a:t>
            </a:r>
          </a:p>
        </p:txBody>
      </p:sp>
      <p:sp>
        <p:nvSpPr>
          <p:cNvPr id="11" name="Stage 1 Text">
            <a:extLst>
              <a:ext uri="{FF2B5EF4-FFF2-40B4-BE49-F238E27FC236}">
                <a16:creationId xmlns:a16="http://schemas.microsoft.com/office/drawing/2014/main" id="{50E0AB77-D814-1B35-E264-0731DA8E345D}"/>
              </a:ext>
            </a:extLst>
          </p:cNvPr>
          <p:cNvSpPr>
            <a:spLocks noGrp="1"/>
          </p:cNvSpPr>
          <p:nvPr>
            <p:ph type="body" sz="quarter" idx="26" hasCustomPrompt="1"/>
          </p:nvPr>
        </p:nvSpPr>
        <p:spPr>
          <a:xfrm>
            <a:off x="6559063" y="4960097"/>
            <a:ext cx="2226053" cy="960342"/>
          </a:xfrm>
          <a:prstGeom prst="rect">
            <a:avLst/>
          </a:prstGeom>
        </p:spPr>
        <p:txBody>
          <a:bodyPr>
            <a:normAutofit/>
          </a:bodyPr>
          <a:lstStyle>
            <a:lvl1pPr marL="0" indent="0" algn="l">
              <a:lnSpc>
                <a:spcPct val="100000"/>
              </a:lnSpc>
              <a:buFont typeface="Arial" panose="020B0604020202020204" pitchFamily="34" charset="0"/>
              <a:buNone/>
              <a:defRPr kumimoji="0" lang="en-US" sz="1100" b="0" i="0" u="none" strike="noStrike" kern="1200" cap="none" spc="0" normalizeH="0" baseline="0" dirty="0">
                <a:ln>
                  <a:noFill/>
                </a:ln>
                <a:solidFill>
                  <a:srgbClr val="000000"/>
                </a:solidFill>
                <a:effectLst/>
                <a:uLnTx/>
                <a:uFillTx/>
                <a:latin typeface="Open Sans"/>
                <a:ea typeface="Open Sans" panose="020B0606030504020204" pitchFamily="34" charset="0"/>
                <a:cs typeface="Open Sans" panose="020B0606030504020204" pitchFamily="34" charset="0"/>
              </a:defRPr>
            </a:lvl1pPr>
            <a:lvl5pPr marL="1828800" indent="0">
              <a:buNone/>
              <a:defRPr/>
            </a:lvl5pPr>
          </a:lstStyle>
          <a:p>
            <a:pPr marL="0" marR="0" lvl="0" indent="0" algn="l" defTabSz="1219170" rtl="0" eaLnBrk="1" fontAlgn="auto" latinLnBrk="0" hangingPunct="1">
              <a:lnSpc>
                <a:spcPct val="106000"/>
              </a:lnSpc>
              <a:spcBef>
                <a:spcPts val="0"/>
              </a:spcBef>
              <a:spcAft>
                <a:spcPts val="600"/>
              </a:spcAft>
              <a:buClrTx/>
              <a:buSzPct val="100000"/>
              <a:buFontTx/>
              <a:buNone/>
              <a:tabLst/>
              <a:defRPr/>
            </a:pPr>
            <a:r>
              <a:rPr lang="en-US"/>
              <a:t>Stage 3 Text</a:t>
            </a:r>
          </a:p>
        </p:txBody>
      </p:sp>
      <p:sp>
        <p:nvSpPr>
          <p:cNvPr id="12" name="Stage 1 Title">
            <a:extLst>
              <a:ext uri="{FF2B5EF4-FFF2-40B4-BE49-F238E27FC236}">
                <a16:creationId xmlns:a16="http://schemas.microsoft.com/office/drawing/2014/main" id="{1624A4B4-A7D6-4DA3-CAC5-7E2324A9ECC5}"/>
              </a:ext>
            </a:extLst>
          </p:cNvPr>
          <p:cNvSpPr>
            <a:spLocks noGrp="1"/>
          </p:cNvSpPr>
          <p:nvPr>
            <p:ph type="body" sz="quarter" idx="27" hasCustomPrompt="1"/>
          </p:nvPr>
        </p:nvSpPr>
        <p:spPr>
          <a:xfrm>
            <a:off x="9406970" y="3864853"/>
            <a:ext cx="2226053" cy="347472"/>
          </a:xfrm>
          <a:prstGeom prst="rect">
            <a:avLst/>
          </a:prstGeom>
        </p:spPr>
        <p:txBody>
          <a:bodyPr anchor="ctr">
            <a:normAutofit/>
          </a:bodyPr>
          <a:lstStyle>
            <a:lvl1pPr marL="0" indent="0" algn="l">
              <a:lnSpc>
                <a:spcPct val="100000"/>
              </a:lnSpc>
              <a:buNone/>
              <a:defRPr kumimoji="0" lang="en-US" sz="1600" b="0" i="0" u="none" strike="noStrike" kern="1200" cap="none" spc="-11" normalizeH="0" baseline="0" dirty="0">
                <a:ln>
                  <a:noFill/>
                </a:ln>
                <a:solidFill>
                  <a:srgbClr val="000000"/>
                </a:solidFill>
                <a:effectLst/>
                <a:uLnTx/>
                <a:uFillTx/>
                <a:latin typeface="Chronicle Display Black"/>
                <a:ea typeface="ヒラギノ角ゴ Pro W3" charset="0"/>
                <a:cs typeface="Arial"/>
              </a:defRPr>
            </a:lvl1pPr>
            <a:lvl5pPr marL="1828800" indent="0">
              <a:buNone/>
              <a:defRPr/>
            </a:lvl5pPr>
          </a:lstStyle>
          <a:p>
            <a:pPr marL="0" marR="0" lvl="0" indent="0" algn="l" defTabSz="544222" rtl="0" eaLnBrk="1" fontAlgn="base" latinLnBrk="0" hangingPunct="1">
              <a:lnSpc>
                <a:spcPct val="100000"/>
              </a:lnSpc>
              <a:spcBef>
                <a:spcPct val="0"/>
              </a:spcBef>
              <a:spcAft>
                <a:spcPts val="600"/>
              </a:spcAft>
              <a:buClrTx/>
              <a:buSzTx/>
              <a:buFontTx/>
              <a:buNone/>
              <a:tabLst/>
              <a:defRPr/>
            </a:pPr>
            <a:r>
              <a:rPr lang="en-US"/>
              <a:t>Stage 4 Title</a:t>
            </a:r>
          </a:p>
        </p:txBody>
      </p:sp>
      <p:sp>
        <p:nvSpPr>
          <p:cNvPr id="13" name="Stage 1 Text">
            <a:extLst>
              <a:ext uri="{FF2B5EF4-FFF2-40B4-BE49-F238E27FC236}">
                <a16:creationId xmlns:a16="http://schemas.microsoft.com/office/drawing/2014/main" id="{2F5E9DE8-9A16-28BD-C9C6-4D87C1D1087E}"/>
              </a:ext>
            </a:extLst>
          </p:cNvPr>
          <p:cNvSpPr>
            <a:spLocks noGrp="1"/>
          </p:cNvSpPr>
          <p:nvPr>
            <p:ph type="body" sz="quarter" idx="28" hasCustomPrompt="1"/>
          </p:nvPr>
        </p:nvSpPr>
        <p:spPr>
          <a:xfrm>
            <a:off x="9406970" y="4229818"/>
            <a:ext cx="2226053" cy="960342"/>
          </a:xfrm>
          <a:prstGeom prst="rect">
            <a:avLst/>
          </a:prstGeom>
        </p:spPr>
        <p:txBody>
          <a:bodyPr>
            <a:normAutofit/>
          </a:bodyPr>
          <a:lstStyle>
            <a:lvl1pPr marL="0" indent="0" algn="l">
              <a:lnSpc>
                <a:spcPct val="100000"/>
              </a:lnSpc>
              <a:buFont typeface="Arial" panose="020B0604020202020204" pitchFamily="34" charset="0"/>
              <a:buNone/>
              <a:defRPr kumimoji="0" lang="en-US" sz="1100" b="0" i="0" u="none" strike="noStrike" kern="1200" cap="none" spc="0" normalizeH="0" baseline="0" dirty="0">
                <a:ln>
                  <a:noFill/>
                </a:ln>
                <a:solidFill>
                  <a:srgbClr val="000000"/>
                </a:solidFill>
                <a:effectLst/>
                <a:uLnTx/>
                <a:uFillTx/>
                <a:latin typeface="Open Sans"/>
                <a:ea typeface="Open Sans" panose="020B0606030504020204" pitchFamily="34" charset="0"/>
                <a:cs typeface="Open Sans" panose="020B0606030504020204" pitchFamily="34" charset="0"/>
              </a:defRPr>
            </a:lvl1pPr>
            <a:lvl5pPr marL="1828800" indent="0">
              <a:buNone/>
              <a:defRPr/>
            </a:lvl5pPr>
          </a:lstStyle>
          <a:p>
            <a:pPr marL="0" marR="0" lvl="0" indent="0" algn="l" defTabSz="1219170" rtl="0" eaLnBrk="1" fontAlgn="auto" latinLnBrk="0" hangingPunct="1">
              <a:lnSpc>
                <a:spcPct val="106000"/>
              </a:lnSpc>
              <a:spcBef>
                <a:spcPts val="0"/>
              </a:spcBef>
              <a:spcAft>
                <a:spcPts val="600"/>
              </a:spcAft>
              <a:buClrTx/>
              <a:buSzPct val="100000"/>
              <a:buFontTx/>
              <a:buNone/>
              <a:tabLst/>
              <a:defRPr/>
            </a:pPr>
            <a:r>
              <a:rPr lang="en-US"/>
              <a:t>Stage 4 Text</a:t>
            </a:r>
          </a:p>
        </p:txBody>
      </p:sp>
      <p:sp>
        <p:nvSpPr>
          <p:cNvPr id="14" name="Stage 1">
            <a:extLst>
              <a:ext uri="{FF2B5EF4-FFF2-40B4-BE49-F238E27FC236}">
                <a16:creationId xmlns:a16="http://schemas.microsoft.com/office/drawing/2014/main" id="{05B35E05-7DBC-24B5-1566-507075E1E91F}"/>
              </a:ext>
            </a:extLst>
          </p:cNvPr>
          <p:cNvSpPr>
            <a:spLocks noGrp="1"/>
          </p:cNvSpPr>
          <p:nvPr>
            <p:ph type="pic" sz="quarter" idx="33" hasCustomPrompt="1"/>
          </p:nvPr>
        </p:nvSpPr>
        <p:spPr>
          <a:xfrm>
            <a:off x="789695" y="4291847"/>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1</a:t>
            </a:r>
          </a:p>
        </p:txBody>
      </p:sp>
      <p:sp>
        <p:nvSpPr>
          <p:cNvPr id="15" name="Stage 2">
            <a:extLst>
              <a:ext uri="{FF2B5EF4-FFF2-40B4-BE49-F238E27FC236}">
                <a16:creationId xmlns:a16="http://schemas.microsoft.com/office/drawing/2014/main" id="{1750C0A0-F0DA-0F46-7738-608FF416AABD}"/>
              </a:ext>
            </a:extLst>
          </p:cNvPr>
          <p:cNvSpPr>
            <a:spLocks noGrp="1"/>
          </p:cNvSpPr>
          <p:nvPr>
            <p:ph type="pic" sz="quarter" idx="34" hasCustomPrompt="1"/>
          </p:nvPr>
        </p:nvSpPr>
        <p:spPr>
          <a:xfrm>
            <a:off x="3886200" y="4193077"/>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2</a:t>
            </a:r>
          </a:p>
          <a:p>
            <a:endParaRPr lang="en-US"/>
          </a:p>
        </p:txBody>
      </p:sp>
      <p:sp>
        <p:nvSpPr>
          <p:cNvPr id="18" name="Stage 3">
            <a:extLst>
              <a:ext uri="{FF2B5EF4-FFF2-40B4-BE49-F238E27FC236}">
                <a16:creationId xmlns:a16="http://schemas.microsoft.com/office/drawing/2014/main" id="{C8745323-7B1D-0914-1FD6-849B81FF1369}"/>
              </a:ext>
            </a:extLst>
          </p:cNvPr>
          <p:cNvSpPr>
            <a:spLocks noGrp="1"/>
          </p:cNvSpPr>
          <p:nvPr>
            <p:ph type="pic" sz="quarter" idx="35" hasCustomPrompt="1"/>
          </p:nvPr>
        </p:nvSpPr>
        <p:spPr>
          <a:xfrm>
            <a:off x="6746240" y="3484587"/>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3</a:t>
            </a:r>
          </a:p>
          <a:p>
            <a:endParaRPr lang="en-US"/>
          </a:p>
        </p:txBody>
      </p:sp>
      <p:sp>
        <p:nvSpPr>
          <p:cNvPr id="19" name="Stage 4">
            <a:extLst>
              <a:ext uri="{FF2B5EF4-FFF2-40B4-BE49-F238E27FC236}">
                <a16:creationId xmlns:a16="http://schemas.microsoft.com/office/drawing/2014/main" id="{4A79043D-DFDE-B3D5-B5B2-8F2ABF76715F}"/>
              </a:ext>
            </a:extLst>
          </p:cNvPr>
          <p:cNvSpPr>
            <a:spLocks noGrp="1"/>
          </p:cNvSpPr>
          <p:nvPr>
            <p:ph type="pic" sz="quarter" idx="36" hasCustomPrompt="1"/>
          </p:nvPr>
        </p:nvSpPr>
        <p:spPr>
          <a:xfrm>
            <a:off x="9288817" y="2556997"/>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Stage 4</a:t>
            </a:r>
          </a:p>
          <a:p>
            <a:endParaRPr lang="en-US"/>
          </a:p>
        </p:txBody>
      </p:sp>
      <p:sp>
        <p:nvSpPr>
          <p:cNvPr id="21" name="Additional Context">
            <a:extLst>
              <a:ext uri="{FF2B5EF4-FFF2-40B4-BE49-F238E27FC236}">
                <a16:creationId xmlns:a16="http://schemas.microsoft.com/office/drawing/2014/main" id="{B915BD0D-2AE8-B76C-5F66-8815ED6490FC}"/>
              </a:ext>
            </a:extLst>
          </p:cNvPr>
          <p:cNvSpPr>
            <a:spLocks noGrp="1"/>
          </p:cNvSpPr>
          <p:nvPr>
            <p:ph sz="quarter" idx="37" hasCustomPrompt="1"/>
          </p:nvPr>
        </p:nvSpPr>
        <p:spPr>
          <a:xfrm>
            <a:off x="3886200" y="2143538"/>
            <a:ext cx="3135312" cy="582750"/>
          </a:xfrm>
          <a:prstGeom prst="rect">
            <a:avLst/>
          </a:prstGeom>
        </p:spPr>
        <p:txBody>
          <a:bodyPr/>
          <a:lstStyle>
            <a:lvl1pPr>
              <a:defRPr b="0" i="1"/>
            </a:lvl1pPr>
          </a:lstStyle>
          <a:p>
            <a:pPr lvl="0"/>
            <a:r>
              <a:rPr lang="en-US"/>
              <a:t>Additional Context </a:t>
            </a:r>
          </a:p>
        </p:txBody>
      </p:sp>
      <p:sp>
        <p:nvSpPr>
          <p:cNvPr id="59" name="Idea">
            <a:extLst>
              <a:ext uri="{FF2B5EF4-FFF2-40B4-BE49-F238E27FC236}">
                <a16:creationId xmlns:a16="http://schemas.microsoft.com/office/drawing/2014/main" id="{4330A979-3A62-68E9-3BD3-D63773A1FA93}"/>
              </a:ext>
            </a:extLst>
          </p:cNvPr>
          <p:cNvSpPr>
            <a:spLocks noGrp="1"/>
          </p:cNvSpPr>
          <p:nvPr>
            <p:ph type="body" sz="quarter" idx="38" hasCustomPrompt="1"/>
          </p:nvPr>
        </p:nvSpPr>
        <p:spPr>
          <a:xfrm>
            <a:off x="1916880" y="2115879"/>
            <a:ext cx="1521138" cy="566798"/>
          </a:xfrm>
          <a:prstGeom prst="rect">
            <a:avLst/>
          </a:prstGeom>
        </p:spPr>
        <p:txBody>
          <a:bodyPr anchor="ctr"/>
          <a:lstStyle>
            <a:lvl1pPr>
              <a:defRPr sz="1400" b="1" i="1"/>
            </a:lvl1pPr>
          </a:lstStyle>
          <a:p>
            <a:pPr lvl="0"/>
            <a:r>
              <a:rPr lang="en-US"/>
              <a:t>Idea</a:t>
            </a:r>
          </a:p>
        </p:txBody>
      </p:sp>
      <p:sp>
        <p:nvSpPr>
          <p:cNvPr id="3" name="ai generated label">
            <a:extLst>
              <a:ext uri="{FF2B5EF4-FFF2-40B4-BE49-F238E27FC236}">
                <a16:creationId xmlns:a16="http://schemas.microsoft.com/office/drawing/2014/main" id="{5924A151-97E9-5BCB-968B-66ECADC92E3A}"/>
              </a:ext>
            </a:extLst>
          </p:cNvPr>
          <p:cNvSpPr>
            <a:spLocks noGrp="1"/>
          </p:cNvSpPr>
          <p:nvPr>
            <p:ph type="body" sz="quarter" idx="39"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20" name="Slide Subtitle">
            <a:extLst>
              <a:ext uri="{FF2B5EF4-FFF2-40B4-BE49-F238E27FC236}">
                <a16:creationId xmlns:a16="http://schemas.microsoft.com/office/drawing/2014/main" id="{03515A80-6121-DE46-20D6-3826BFEF6A07}"/>
              </a:ext>
            </a:extLst>
          </p:cNvPr>
          <p:cNvSpPr>
            <a:spLocks noGrp="1"/>
          </p:cNvSpPr>
          <p:nvPr>
            <p:ph type="body" sz="quarter" idx="41"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Tree>
    <p:extLst>
      <p:ext uri="{BB962C8B-B14F-4D97-AF65-F5344CB8AC3E}">
        <p14:creationId xmlns:p14="http://schemas.microsoft.com/office/powerpoint/2010/main" val="137252344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reative headline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B67EEE5-1939-A3DA-D7AC-2DFBDD184DBA}"/>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
        <p:nvSpPr>
          <p:cNvPr id="2" name="Freeform 7">
            <a:extLst>
              <a:ext uri="{FF2B5EF4-FFF2-40B4-BE49-F238E27FC236}">
                <a16:creationId xmlns:a16="http://schemas.microsoft.com/office/drawing/2014/main" id="{F7E00BD3-2C25-260E-5014-2840AAC412B7}"/>
              </a:ext>
            </a:extLst>
          </p:cNvPr>
          <p:cNvSpPr>
            <a:spLocks/>
          </p:cNvSpPr>
          <p:nvPr userDrawn="1"/>
        </p:nvSpPr>
        <p:spPr bwMode="auto">
          <a:xfrm>
            <a:off x="556493" y="2955154"/>
            <a:ext cx="11035473" cy="1313517"/>
          </a:xfrm>
          <a:custGeom>
            <a:avLst/>
            <a:gdLst>
              <a:gd name="T0" fmla="*/ 0 w 5233"/>
              <a:gd name="T1" fmla="*/ 2147483647 h 1595"/>
              <a:gd name="T2" fmla="*/ 0 w 5233"/>
              <a:gd name="T3" fmla="*/ 2147483647 h 1595"/>
              <a:gd name="T4" fmla="*/ 2147483647 w 5233"/>
              <a:gd name="T5" fmla="*/ 2147483647 h 1595"/>
              <a:gd name="T6" fmla="*/ 2147483647 w 5233"/>
              <a:gd name="T7" fmla="*/ 2147483647 h 1595"/>
              <a:gd name="T8" fmla="*/ 2147483647 w 5233"/>
              <a:gd name="T9" fmla="*/ 2147483647 h 1595"/>
              <a:gd name="T10" fmla="*/ 2147483647 w 5233"/>
              <a:gd name="T11" fmla="*/ 2147483647 h 1595"/>
              <a:gd name="T12" fmla="*/ 2147483647 w 5233"/>
              <a:gd name="T13" fmla="*/ 2147483647 h 1595"/>
              <a:gd name="T14" fmla="*/ 2147483647 w 5233"/>
              <a:gd name="T15" fmla="*/ 0 h 1595"/>
              <a:gd name="T16" fmla="*/ 2147483647 w 5233"/>
              <a:gd name="T17" fmla="*/ 0 h 15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33"/>
              <a:gd name="T28" fmla="*/ 0 h 1595"/>
              <a:gd name="T29" fmla="*/ 5233 w 5233"/>
              <a:gd name="T30" fmla="*/ 1595 h 15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33" h="1595">
                <a:moveTo>
                  <a:pt x="0" y="1594"/>
                </a:moveTo>
                <a:lnTo>
                  <a:pt x="0" y="1195"/>
                </a:lnTo>
                <a:lnTo>
                  <a:pt x="1308" y="1195"/>
                </a:lnTo>
                <a:lnTo>
                  <a:pt x="1308" y="797"/>
                </a:lnTo>
                <a:lnTo>
                  <a:pt x="2616" y="797"/>
                </a:lnTo>
                <a:lnTo>
                  <a:pt x="2616" y="398"/>
                </a:lnTo>
                <a:lnTo>
                  <a:pt x="3924" y="398"/>
                </a:lnTo>
                <a:lnTo>
                  <a:pt x="3924" y="0"/>
                </a:lnTo>
                <a:lnTo>
                  <a:pt x="5232" y="0"/>
                </a:lnTo>
              </a:path>
            </a:pathLst>
          </a:custGeom>
          <a:ln>
            <a:headEnd type="none" w="sm" len="sm"/>
            <a:tailEnd type="none" w="sm" len="sm"/>
          </a:ln>
          <a:effectLst/>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C5C5C"/>
              </a:solidFill>
              <a:effectLst/>
              <a:uLnTx/>
              <a:uFillTx/>
              <a:ea typeface="+mn-ea"/>
              <a:cs typeface="+mn-cs"/>
            </a:endParaRPr>
          </a:p>
        </p:txBody>
      </p:sp>
      <p:sp>
        <p:nvSpPr>
          <p:cNvPr id="4" name="Stage 1 Title">
            <a:extLst>
              <a:ext uri="{FF2B5EF4-FFF2-40B4-BE49-F238E27FC236}">
                <a16:creationId xmlns:a16="http://schemas.microsoft.com/office/drawing/2014/main" id="{9EB7837F-B374-22F4-FDE8-379D258A52E2}"/>
              </a:ext>
            </a:extLst>
          </p:cNvPr>
          <p:cNvSpPr>
            <a:spLocks noGrp="1"/>
          </p:cNvSpPr>
          <p:nvPr>
            <p:ph type="body" sz="quarter" idx="22" hasCustomPrompt="1"/>
          </p:nvPr>
        </p:nvSpPr>
        <p:spPr>
          <a:xfrm>
            <a:off x="853138" y="3502653"/>
            <a:ext cx="1976159" cy="347472"/>
          </a:xfrm>
          <a:prstGeom prst="rect">
            <a:avLst/>
          </a:prstGeom>
        </p:spPr>
        <p:txBody>
          <a:bodyPr anchor="ctr">
            <a:normAutofit/>
          </a:bodyPr>
          <a:lstStyle>
            <a:lvl1pPr marL="0" indent="0" algn="l">
              <a:lnSpc>
                <a:spcPct val="100000"/>
              </a:lnSpc>
              <a:buNone/>
              <a:defRPr kumimoji="0" lang="en-US" sz="1200" b="1" i="0" u="none" strike="noStrike" kern="1200" cap="none" spc="0" normalizeH="0" baseline="0" dirty="0" smtClean="0">
                <a:ln>
                  <a:noFill/>
                </a:ln>
                <a:solidFill>
                  <a:srgbClr val="000000"/>
                </a:solidFill>
                <a:effectLst/>
                <a:uLnTx/>
                <a:uFillTx/>
                <a:latin typeface="+mn-lt"/>
                <a:ea typeface="+mn-ea"/>
                <a:cs typeface="Frutiger Next Pro Medium Italic"/>
              </a:defRPr>
            </a:lvl1pPr>
            <a:lvl5pPr marL="1828800" indent="0">
              <a:buNone/>
              <a:defRPr/>
            </a:lvl5pPr>
          </a:lstStyle>
          <a:p>
            <a:pPr lvl="0"/>
            <a:r>
              <a:rPr lang="en-US"/>
              <a:t>Stage 1 Title</a:t>
            </a:r>
          </a:p>
        </p:txBody>
      </p:sp>
      <p:sp>
        <p:nvSpPr>
          <p:cNvPr id="7" name="Stage 1 Title">
            <a:extLst>
              <a:ext uri="{FF2B5EF4-FFF2-40B4-BE49-F238E27FC236}">
                <a16:creationId xmlns:a16="http://schemas.microsoft.com/office/drawing/2014/main" id="{6989D25F-E9FE-07D4-12A5-6E7BAA74596D}"/>
              </a:ext>
            </a:extLst>
          </p:cNvPr>
          <p:cNvSpPr>
            <a:spLocks noGrp="1"/>
          </p:cNvSpPr>
          <p:nvPr>
            <p:ph type="body" sz="quarter" idx="23" hasCustomPrompt="1"/>
          </p:nvPr>
        </p:nvSpPr>
        <p:spPr>
          <a:xfrm>
            <a:off x="3670585" y="3155181"/>
            <a:ext cx="1976159" cy="347472"/>
          </a:xfrm>
          <a:prstGeom prst="rect">
            <a:avLst/>
          </a:prstGeom>
        </p:spPr>
        <p:txBody>
          <a:bodyPr anchor="ctr">
            <a:normAutofit/>
          </a:bodyPr>
          <a:lstStyle>
            <a:lvl1pPr marL="0" indent="0" algn="l">
              <a:lnSpc>
                <a:spcPct val="100000"/>
              </a:lnSpc>
              <a:buNone/>
              <a:defRPr kumimoji="0" lang="en-US" sz="1200" b="1" i="0" u="none" strike="noStrike" kern="1200" cap="none" spc="0" normalizeH="0" baseline="0" dirty="0">
                <a:ln>
                  <a:noFill/>
                </a:ln>
                <a:solidFill>
                  <a:srgbClr val="000000"/>
                </a:solidFill>
                <a:effectLst/>
                <a:uLnTx/>
                <a:uFillTx/>
                <a:latin typeface="+mn-lt"/>
                <a:ea typeface="+mn-ea"/>
                <a:cs typeface="+mn-cs"/>
              </a:defRPr>
            </a:lvl1pPr>
            <a:lvl5pPr marL="1828800" indent="0">
              <a:buNone/>
              <a:defRPr/>
            </a:lvl5pPr>
          </a:lstStyle>
          <a:p>
            <a:pPr marL="0" lvl="0" indent="0" algn="l" defTabSz="1219170" rtl="0" eaLnBrk="1" latinLnBrk="0" hangingPunct="1">
              <a:lnSpc>
                <a:spcPct val="100000"/>
              </a:lnSpc>
              <a:spcBef>
                <a:spcPts val="0"/>
              </a:spcBef>
              <a:spcAft>
                <a:spcPts val="1333"/>
              </a:spcAft>
              <a:buSzPct val="100000"/>
              <a:buFontTx/>
              <a:buNone/>
            </a:pPr>
            <a:r>
              <a:rPr lang="en-US"/>
              <a:t>Stage 2 Title</a:t>
            </a:r>
          </a:p>
        </p:txBody>
      </p:sp>
      <p:sp>
        <p:nvSpPr>
          <p:cNvPr id="8" name="Stage 1 Title">
            <a:extLst>
              <a:ext uri="{FF2B5EF4-FFF2-40B4-BE49-F238E27FC236}">
                <a16:creationId xmlns:a16="http://schemas.microsoft.com/office/drawing/2014/main" id="{9731AAEC-081B-CBAE-4DD5-9E1A93133CEE}"/>
              </a:ext>
            </a:extLst>
          </p:cNvPr>
          <p:cNvSpPr>
            <a:spLocks noGrp="1"/>
          </p:cNvSpPr>
          <p:nvPr>
            <p:ph type="body" sz="quarter" idx="24" hasCustomPrompt="1"/>
          </p:nvPr>
        </p:nvSpPr>
        <p:spPr>
          <a:xfrm>
            <a:off x="6529306" y="2819065"/>
            <a:ext cx="1976159" cy="347472"/>
          </a:xfrm>
          <a:prstGeom prst="rect">
            <a:avLst/>
          </a:prstGeom>
        </p:spPr>
        <p:txBody>
          <a:bodyPr anchor="ctr">
            <a:normAutofit/>
          </a:bodyPr>
          <a:lstStyle>
            <a:lvl1pPr marL="0" indent="0" algn="l">
              <a:lnSpc>
                <a:spcPct val="100000"/>
              </a:lnSpc>
              <a:buNone/>
              <a:defRPr kumimoji="0" lang="en-US" sz="1200" b="1" i="0" u="none" strike="noStrike" kern="1200" cap="none" spc="0" normalizeH="0" baseline="0" dirty="0">
                <a:ln>
                  <a:noFill/>
                </a:ln>
                <a:solidFill>
                  <a:srgbClr val="000000"/>
                </a:solidFill>
                <a:effectLst/>
                <a:uLnTx/>
                <a:uFillTx/>
                <a:latin typeface="+mn-lt"/>
                <a:ea typeface="+mn-ea"/>
                <a:cs typeface="+mn-cs"/>
              </a:defRPr>
            </a:lvl1pPr>
            <a:lvl5pPr marL="1828800" indent="0">
              <a:buNone/>
              <a:defRPr/>
            </a:lvl5pPr>
          </a:lstStyle>
          <a:p>
            <a:pPr marL="0" lvl="0" indent="0" algn="l" defTabSz="1219170" rtl="0" eaLnBrk="1" latinLnBrk="0" hangingPunct="1">
              <a:lnSpc>
                <a:spcPct val="100000"/>
              </a:lnSpc>
              <a:spcBef>
                <a:spcPts val="0"/>
              </a:spcBef>
              <a:spcAft>
                <a:spcPts val="1333"/>
              </a:spcAft>
              <a:buSzPct val="100000"/>
              <a:buFontTx/>
              <a:buNone/>
            </a:pPr>
            <a:r>
              <a:rPr lang="en-US"/>
              <a:t>Stage 3 Title</a:t>
            </a:r>
          </a:p>
        </p:txBody>
      </p:sp>
      <p:sp>
        <p:nvSpPr>
          <p:cNvPr id="9" name="Stage 1 Title">
            <a:extLst>
              <a:ext uri="{FF2B5EF4-FFF2-40B4-BE49-F238E27FC236}">
                <a16:creationId xmlns:a16="http://schemas.microsoft.com/office/drawing/2014/main" id="{37219001-4226-BAF5-37AA-442F6DB38CE7}"/>
              </a:ext>
            </a:extLst>
          </p:cNvPr>
          <p:cNvSpPr>
            <a:spLocks noGrp="1"/>
          </p:cNvSpPr>
          <p:nvPr>
            <p:ph type="body" sz="quarter" idx="25" hasCustomPrompt="1"/>
          </p:nvPr>
        </p:nvSpPr>
        <p:spPr>
          <a:xfrm>
            <a:off x="9305479" y="2460237"/>
            <a:ext cx="1976159" cy="347472"/>
          </a:xfrm>
          <a:prstGeom prst="rect">
            <a:avLst/>
          </a:prstGeom>
        </p:spPr>
        <p:txBody>
          <a:bodyPr anchor="ctr">
            <a:normAutofit/>
          </a:bodyPr>
          <a:lstStyle>
            <a:lvl1pPr marL="0" indent="0" algn="l">
              <a:lnSpc>
                <a:spcPct val="100000"/>
              </a:lnSpc>
              <a:buNone/>
              <a:defRPr kumimoji="0" lang="en-US" sz="1200" b="1" i="0" u="none" strike="noStrike" kern="1200" cap="none" spc="0" normalizeH="0" baseline="0" dirty="0">
                <a:ln>
                  <a:noFill/>
                </a:ln>
                <a:solidFill>
                  <a:srgbClr val="000000"/>
                </a:solidFill>
                <a:effectLst/>
                <a:uLnTx/>
                <a:uFillTx/>
                <a:latin typeface="+mn-lt"/>
                <a:ea typeface="+mn-ea"/>
                <a:cs typeface="+mn-cs"/>
              </a:defRPr>
            </a:lvl1pPr>
            <a:lvl5pPr marL="1828800" indent="0">
              <a:buNone/>
              <a:defRPr/>
            </a:lvl5pPr>
          </a:lstStyle>
          <a:p>
            <a:pPr marL="0" lvl="0" indent="0" algn="l" defTabSz="1219170" rtl="0" eaLnBrk="1" latinLnBrk="0" hangingPunct="1">
              <a:lnSpc>
                <a:spcPct val="100000"/>
              </a:lnSpc>
              <a:spcBef>
                <a:spcPts val="0"/>
              </a:spcBef>
              <a:spcAft>
                <a:spcPts val="1333"/>
              </a:spcAft>
              <a:buSzPct val="100000"/>
              <a:buFontTx/>
              <a:buNone/>
            </a:pPr>
            <a:r>
              <a:rPr lang="en-US"/>
              <a:t>Stage 4 Title</a:t>
            </a:r>
          </a:p>
        </p:txBody>
      </p:sp>
      <p:sp>
        <p:nvSpPr>
          <p:cNvPr id="10" name="Stage 1 Text">
            <a:extLst>
              <a:ext uri="{FF2B5EF4-FFF2-40B4-BE49-F238E27FC236}">
                <a16:creationId xmlns:a16="http://schemas.microsoft.com/office/drawing/2014/main" id="{9B59258B-7B5F-1E94-A218-BB06C6CBE074}"/>
              </a:ext>
            </a:extLst>
          </p:cNvPr>
          <p:cNvSpPr>
            <a:spLocks noGrp="1"/>
          </p:cNvSpPr>
          <p:nvPr>
            <p:ph type="body" sz="quarter" idx="21" hasCustomPrompt="1"/>
          </p:nvPr>
        </p:nvSpPr>
        <p:spPr>
          <a:xfrm>
            <a:off x="738555" y="4613347"/>
            <a:ext cx="2203938" cy="2077678"/>
          </a:xfrm>
          <a:prstGeom prst="rect">
            <a:avLst/>
          </a:prstGeom>
        </p:spPr>
        <p:txBody>
          <a:bodyPr>
            <a:normAutofit/>
          </a:bodyPr>
          <a:lstStyle>
            <a:lvl1pPr marL="171450" indent="-171450" algn="l">
              <a:lnSpc>
                <a:spcPct val="100000"/>
              </a:lnSpc>
              <a:buFont typeface="Arial" panose="020B0604020202020204" pitchFamily="34" charset="0"/>
              <a:buChar char="•"/>
              <a:defRPr kumimoji="0" lang="en-US" sz="1050" b="0" i="0" u="none" strike="noStrike" kern="1200" cap="none" spc="0" normalizeH="0" baseline="0" dirty="0">
                <a:ln>
                  <a:noFill/>
                </a:ln>
                <a:solidFill>
                  <a:srgbClr val="000000"/>
                </a:solidFill>
                <a:effectLst/>
                <a:uLnTx/>
                <a:uFillTx/>
                <a:latin typeface="+mn-lt"/>
                <a:ea typeface="+mn-ea"/>
                <a:cs typeface="+mn-cs"/>
              </a:defRPr>
            </a:lvl1pPr>
            <a:lvl5pPr marL="1828800" indent="0">
              <a:buNone/>
              <a:defRPr/>
            </a:lvl5pPr>
          </a:lstStyle>
          <a:p>
            <a:pPr marL="171450" marR="0" lvl="0" indent="-171450" algn="l" defTabSz="1219170" rtl="0" eaLnBrk="1" fontAlgn="auto" latinLnBrk="0" hangingPunct="1">
              <a:lnSpc>
                <a:spcPct val="106000"/>
              </a:lnSpc>
              <a:spcBef>
                <a:spcPts val="0"/>
              </a:spcBef>
              <a:spcAft>
                <a:spcPts val="600"/>
              </a:spcAft>
              <a:buClrTx/>
              <a:buSzPct val="100000"/>
              <a:tabLst/>
              <a:defRPr/>
            </a:pPr>
            <a:r>
              <a:rPr lang="en-US"/>
              <a:t>Stage 1 Text</a:t>
            </a:r>
          </a:p>
        </p:txBody>
      </p:sp>
      <p:sp>
        <p:nvSpPr>
          <p:cNvPr id="11" name="Stage 1 Text">
            <a:extLst>
              <a:ext uri="{FF2B5EF4-FFF2-40B4-BE49-F238E27FC236}">
                <a16:creationId xmlns:a16="http://schemas.microsoft.com/office/drawing/2014/main" id="{D378932A-1A02-9F64-C316-096EC93B4774}"/>
              </a:ext>
            </a:extLst>
          </p:cNvPr>
          <p:cNvSpPr>
            <a:spLocks noGrp="1"/>
          </p:cNvSpPr>
          <p:nvPr>
            <p:ph type="body" sz="quarter" idx="26" hasCustomPrompt="1"/>
          </p:nvPr>
        </p:nvSpPr>
        <p:spPr>
          <a:xfrm>
            <a:off x="738555" y="4135294"/>
            <a:ext cx="2203938" cy="347472"/>
          </a:xfrm>
          <a:prstGeom prst="rect">
            <a:avLst/>
          </a:prstGeom>
        </p:spPr>
        <p:txBody>
          <a:bodyPr anchor="ctr">
            <a:normAutofit/>
          </a:bodyPr>
          <a:lstStyle>
            <a:lvl1pPr marL="0" indent="0" algn="l">
              <a:lnSpc>
                <a:spcPct val="100000"/>
              </a:lnSpc>
              <a:buFont typeface="Arial" panose="020B0604020202020204" pitchFamily="34" charset="0"/>
              <a:buNone/>
              <a:defRPr kumimoji="0" lang="en-US" sz="1400" b="1" i="0" u="none" strike="noStrike" kern="1200" cap="none" spc="0" normalizeH="0" baseline="0" dirty="0">
                <a:ln>
                  <a:noFill/>
                </a:ln>
                <a:solidFill>
                  <a:schemeClr val="accent1"/>
                </a:solidFill>
                <a:effectLst/>
                <a:uLnTx/>
                <a:uFillTx/>
                <a:latin typeface="+mn-lt"/>
                <a:ea typeface="+mn-ea"/>
                <a:cs typeface="+mn-cs"/>
              </a:defRPr>
            </a:lvl1pPr>
            <a:lvl5pPr marL="1828800" indent="0">
              <a:buNone/>
              <a:defRPr/>
            </a:lvl5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Stage 1 Subtitle</a:t>
            </a:r>
          </a:p>
        </p:txBody>
      </p:sp>
      <p:sp>
        <p:nvSpPr>
          <p:cNvPr id="12" name="Stage 1 Text">
            <a:extLst>
              <a:ext uri="{FF2B5EF4-FFF2-40B4-BE49-F238E27FC236}">
                <a16:creationId xmlns:a16="http://schemas.microsoft.com/office/drawing/2014/main" id="{E190E687-FC8C-B30E-A0D5-075628C97088}"/>
              </a:ext>
            </a:extLst>
          </p:cNvPr>
          <p:cNvSpPr>
            <a:spLocks noGrp="1"/>
          </p:cNvSpPr>
          <p:nvPr>
            <p:ph type="body" sz="quarter" idx="27" hasCustomPrompt="1"/>
          </p:nvPr>
        </p:nvSpPr>
        <p:spPr>
          <a:xfrm>
            <a:off x="3546232" y="4268671"/>
            <a:ext cx="2203938" cy="2077678"/>
          </a:xfrm>
          <a:prstGeom prst="rect">
            <a:avLst/>
          </a:prstGeom>
        </p:spPr>
        <p:txBody>
          <a:bodyPr>
            <a:normAutofit/>
          </a:bodyPr>
          <a:lstStyle>
            <a:lvl1pPr marL="171450" indent="-171450" algn="l">
              <a:lnSpc>
                <a:spcPct val="100000"/>
              </a:lnSpc>
              <a:buFont typeface="Arial" panose="020B0604020202020204" pitchFamily="34" charset="0"/>
              <a:buChar char="•"/>
              <a:defRPr kumimoji="0" lang="en-US" sz="1050" b="0" i="0" u="none" strike="noStrike" kern="1200" cap="none" spc="0" normalizeH="0" baseline="0" dirty="0">
                <a:ln>
                  <a:noFill/>
                </a:ln>
                <a:solidFill>
                  <a:srgbClr val="000000"/>
                </a:solidFill>
                <a:effectLst/>
                <a:uLnTx/>
                <a:uFillTx/>
                <a:latin typeface="+mn-lt"/>
                <a:ea typeface="+mn-ea"/>
                <a:cs typeface="+mn-cs"/>
              </a:defRPr>
            </a:lvl1pPr>
            <a:lvl5pPr marL="1828800" indent="0">
              <a:buNone/>
              <a:defRPr/>
            </a:lvl5pPr>
          </a:lstStyle>
          <a:p>
            <a:pPr marL="171450" marR="0" lvl="0" indent="-171450" algn="l" defTabSz="1219170" rtl="0" eaLnBrk="1" fontAlgn="auto" latinLnBrk="0" hangingPunct="1">
              <a:lnSpc>
                <a:spcPct val="106000"/>
              </a:lnSpc>
              <a:spcBef>
                <a:spcPts val="0"/>
              </a:spcBef>
              <a:spcAft>
                <a:spcPts val="600"/>
              </a:spcAft>
              <a:buClrTx/>
              <a:buSzPct val="100000"/>
              <a:tabLst/>
              <a:defRPr/>
            </a:pPr>
            <a:r>
              <a:rPr lang="en-US"/>
              <a:t>Stage 2 Text</a:t>
            </a:r>
          </a:p>
        </p:txBody>
      </p:sp>
      <p:sp>
        <p:nvSpPr>
          <p:cNvPr id="18" name="Stage 1 Text">
            <a:extLst>
              <a:ext uri="{FF2B5EF4-FFF2-40B4-BE49-F238E27FC236}">
                <a16:creationId xmlns:a16="http://schemas.microsoft.com/office/drawing/2014/main" id="{FC5DDECD-C776-F135-B7D2-C8E470BCBF75}"/>
              </a:ext>
            </a:extLst>
          </p:cNvPr>
          <p:cNvSpPr>
            <a:spLocks noGrp="1"/>
          </p:cNvSpPr>
          <p:nvPr>
            <p:ph type="body" sz="quarter" idx="28" hasCustomPrompt="1"/>
          </p:nvPr>
        </p:nvSpPr>
        <p:spPr>
          <a:xfrm>
            <a:off x="3566735" y="3790618"/>
            <a:ext cx="2203938" cy="347472"/>
          </a:xfrm>
          <a:prstGeom prst="rect">
            <a:avLst/>
          </a:prstGeom>
        </p:spPr>
        <p:txBody>
          <a:bodyPr anchor="ctr">
            <a:normAutofit/>
          </a:bodyPr>
          <a:lstStyle>
            <a:lvl1pPr marL="0" indent="0" algn="l">
              <a:lnSpc>
                <a:spcPct val="100000"/>
              </a:lnSpc>
              <a:buFont typeface="Arial" panose="020B0604020202020204" pitchFamily="34" charset="0"/>
              <a:buNone/>
              <a:defRPr kumimoji="0" lang="en-US" sz="1400" b="1" i="0" u="none" strike="noStrike" kern="1200" cap="none" spc="0" normalizeH="0" baseline="0" dirty="0">
                <a:ln>
                  <a:noFill/>
                </a:ln>
                <a:solidFill>
                  <a:schemeClr val="accent1"/>
                </a:solidFill>
                <a:effectLst/>
                <a:uLnTx/>
                <a:uFillTx/>
                <a:latin typeface="+mn-lt"/>
                <a:ea typeface="+mn-ea"/>
                <a:cs typeface="+mn-cs"/>
              </a:defRPr>
            </a:lvl1pPr>
            <a:lvl5pPr marL="1828800" indent="0">
              <a:buNone/>
              <a:defRPr/>
            </a:lvl5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Stage 2 Subtitle</a:t>
            </a:r>
          </a:p>
        </p:txBody>
      </p:sp>
      <p:sp>
        <p:nvSpPr>
          <p:cNvPr id="19" name="Stage 1 Text">
            <a:extLst>
              <a:ext uri="{FF2B5EF4-FFF2-40B4-BE49-F238E27FC236}">
                <a16:creationId xmlns:a16="http://schemas.microsoft.com/office/drawing/2014/main" id="{E79405ED-51C6-0623-9F8A-C792CB435D92}"/>
              </a:ext>
            </a:extLst>
          </p:cNvPr>
          <p:cNvSpPr>
            <a:spLocks noGrp="1"/>
          </p:cNvSpPr>
          <p:nvPr>
            <p:ph type="body" sz="quarter" idx="29" hasCustomPrompt="1"/>
          </p:nvPr>
        </p:nvSpPr>
        <p:spPr>
          <a:xfrm>
            <a:off x="6415417" y="3977392"/>
            <a:ext cx="2203938" cy="2077678"/>
          </a:xfrm>
          <a:prstGeom prst="rect">
            <a:avLst/>
          </a:prstGeom>
        </p:spPr>
        <p:txBody>
          <a:bodyPr>
            <a:normAutofit/>
          </a:bodyPr>
          <a:lstStyle>
            <a:lvl1pPr marL="171450" indent="-171450" algn="l">
              <a:lnSpc>
                <a:spcPct val="100000"/>
              </a:lnSpc>
              <a:buFont typeface="Arial" panose="020B0604020202020204" pitchFamily="34" charset="0"/>
              <a:buChar char="•"/>
              <a:defRPr kumimoji="0" lang="en-US" sz="1050" b="0" i="0" u="none" strike="noStrike" kern="1200" cap="none" spc="0" normalizeH="0" baseline="0" dirty="0">
                <a:ln>
                  <a:noFill/>
                </a:ln>
                <a:solidFill>
                  <a:srgbClr val="000000"/>
                </a:solidFill>
                <a:effectLst/>
                <a:uLnTx/>
                <a:uFillTx/>
                <a:latin typeface="+mn-lt"/>
                <a:ea typeface="+mn-ea"/>
                <a:cs typeface="+mn-cs"/>
              </a:defRPr>
            </a:lvl1pPr>
            <a:lvl5pPr marL="1828800" indent="0">
              <a:buNone/>
              <a:defRPr/>
            </a:lvl5pPr>
          </a:lstStyle>
          <a:p>
            <a:pPr marL="171450" marR="0" lvl="0" indent="-171450" algn="l" defTabSz="1219170" rtl="0" eaLnBrk="1" fontAlgn="auto" latinLnBrk="0" hangingPunct="1">
              <a:lnSpc>
                <a:spcPct val="106000"/>
              </a:lnSpc>
              <a:spcBef>
                <a:spcPts val="0"/>
              </a:spcBef>
              <a:spcAft>
                <a:spcPts val="600"/>
              </a:spcAft>
              <a:buClrTx/>
              <a:buSzPct val="100000"/>
              <a:tabLst/>
              <a:defRPr/>
            </a:pPr>
            <a:r>
              <a:rPr lang="en-US"/>
              <a:t>Stage 3 Text</a:t>
            </a:r>
          </a:p>
        </p:txBody>
      </p:sp>
      <p:sp>
        <p:nvSpPr>
          <p:cNvPr id="20" name="Stage 1 Text">
            <a:extLst>
              <a:ext uri="{FF2B5EF4-FFF2-40B4-BE49-F238E27FC236}">
                <a16:creationId xmlns:a16="http://schemas.microsoft.com/office/drawing/2014/main" id="{BAEEB941-8968-DCF2-B3EA-16B399B687B2}"/>
              </a:ext>
            </a:extLst>
          </p:cNvPr>
          <p:cNvSpPr>
            <a:spLocks noGrp="1"/>
          </p:cNvSpPr>
          <p:nvPr>
            <p:ph type="body" sz="quarter" idx="30" hasCustomPrompt="1"/>
          </p:nvPr>
        </p:nvSpPr>
        <p:spPr>
          <a:xfrm>
            <a:off x="6394915" y="3499339"/>
            <a:ext cx="2203938" cy="347472"/>
          </a:xfrm>
          <a:prstGeom prst="rect">
            <a:avLst/>
          </a:prstGeom>
        </p:spPr>
        <p:txBody>
          <a:bodyPr anchor="ctr">
            <a:normAutofit/>
          </a:bodyPr>
          <a:lstStyle>
            <a:lvl1pPr marL="0" indent="0" algn="l">
              <a:lnSpc>
                <a:spcPct val="100000"/>
              </a:lnSpc>
              <a:buFont typeface="Arial" panose="020B0604020202020204" pitchFamily="34" charset="0"/>
              <a:buNone/>
              <a:defRPr kumimoji="0" lang="en-US" sz="1400" b="1" i="0" u="none" strike="noStrike" kern="1200" cap="none" spc="0" normalizeH="0" baseline="0" dirty="0">
                <a:ln>
                  <a:noFill/>
                </a:ln>
                <a:solidFill>
                  <a:schemeClr val="accent1"/>
                </a:solidFill>
                <a:effectLst/>
                <a:uLnTx/>
                <a:uFillTx/>
                <a:latin typeface="+mn-lt"/>
                <a:ea typeface="+mn-ea"/>
                <a:cs typeface="+mn-cs"/>
              </a:defRPr>
            </a:lvl1pPr>
            <a:lvl5pPr marL="1828800" indent="0">
              <a:buNone/>
              <a:defRPr/>
            </a:lvl5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Stage 3 Subtitle</a:t>
            </a:r>
          </a:p>
        </p:txBody>
      </p:sp>
      <p:sp>
        <p:nvSpPr>
          <p:cNvPr id="21" name="Stage 1 Text">
            <a:extLst>
              <a:ext uri="{FF2B5EF4-FFF2-40B4-BE49-F238E27FC236}">
                <a16:creationId xmlns:a16="http://schemas.microsoft.com/office/drawing/2014/main" id="{79A526C4-DB87-5676-5BEC-5605F974D687}"/>
              </a:ext>
            </a:extLst>
          </p:cNvPr>
          <p:cNvSpPr>
            <a:spLocks noGrp="1"/>
          </p:cNvSpPr>
          <p:nvPr>
            <p:ph type="body" sz="quarter" idx="31" hasCustomPrompt="1"/>
          </p:nvPr>
        </p:nvSpPr>
        <p:spPr>
          <a:xfrm>
            <a:off x="9223094" y="3641963"/>
            <a:ext cx="2203938" cy="2077678"/>
          </a:xfrm>
          <a:prstGeom prst="rect">
            <a:avLst/>
          </a:prstGeom>
        </p:spPr>
        <p:txBody>
          <a:bodyPr>
            <a:normAutofit/>
          </a:bodyPr>
          <a:lstStyle>
            <a:lvl1pPr marL="171450" indent="-171450" algn="l">
              <a:lnSpc>
                <a:spcPct val="100000"/>
              </a:lnSpc>
              <a:buFont typeface="Arial" panose="020B0604020202020204" pitchFamily="34" charset="0"/>
              <a:buChar char="•"/>
              <a:defRPr kumimoji="0" lang="en-US" sz="1050" b="0" i="0" u="none" strike="noStrike" kern="1200" cap="none" spc="0" normalizeH="0" baseline="0" dirty="0">
                <a:ln>
                  <a:noFill/>
                </a:ln>
                <a:solidFill>
                  <a:srgbClr val="000000"/>
                </a:solidFill>
                <a:effectLst/>
                <a:uLnTx/>
                <a:uFillTx/>
                <a:latin typeface="+mn-lt"/>
                <a:ea typeface="+mn-ea"/>
                <a:cs typeface="+mn-cs"/>
              </a:defRPr>
            </a:lvl1pPr>
            <a:lvl5pPr marL="1828800" indent="0">
              <a:buNone/>
              <a:defRPr/>
            </a:lvl5pPr>
          </a:lstStyle>
          <a:p>
            <a:pPr marL="171450" marR="0" lvl="0" indent="-171450" algn="l" defTabSz="1219170" rtl="0" eaLnBrk="1" fontAlgn="auto" latinLnBrk="0" hangingPunct="1">
              <a:lnSpc>
                <a:spcPct val="106000"/>
              </a:lnSpc>
              <a:spcBef>
                <a:spcPts val="0"/>
              </a:spcBef>
              <a:spcAft>
                <a:spcPts val="600"/>
              </a:spcAft>
              <a:buClrTx/>
              <a:buSzPct val="100000"/>
              <a:tabLst/>
              <a:defRPr/>
            </a:pPr>
            <a:r>
              <a:rPr lang="en-US"/>
              <a:t>Stage 4 Text</a:t>
            </a:r>
          </a:p>
        </p:txBody>
      </p:sp>
      <p:sp>
        <p:nvSpPr>
          <p:cNvPr id="22" name="Stage 1 Text">
            <a:extLst>
              <a:ext uri="{FF2B5EF4-FFF2-40B4-BE49-F238E27FC236}">
                <a16:creationId xmlns:a16="http://schemas.microsoft.com/office/drawing/2014/main" id="{D056AA49-DBD7-EDE2-4D69-538A4C7DD729}"/>
              </a:ext>
            </a:extLst>
          </p:cNvPr>
          <p:cNvSpPr>
            <a:spLocks noGrp="1"/>
          </p:cNvSpPr>
          <p:nvPr>
            <p:ph type="body" sz="quarter" idx="32" hasCustomPrompt="1"/>
          </p:nvPr>
        </p:nvSpPr>
        <p:spPr>
          <a:xfrm>
            <a:off x="9223094" y="3163910"/>
            <a:ext cx="2203938" cy="347472"/>
          </a:xfrm>
          <a:prstGeom prst="rect">
            <a:avLst/>
          </a:prstGeom>
        </p:spPr>
        <p:txBody>
          <a:bodyPr anchor="ctr">
            <a:normAutofit/>
          </a:bodyPr>
          <a:lstStyle>
            <a:lvl1pPr marL="0" indent="0" algn="l">
              <a:lnSpc>
                <a:spcPct val="100000"/>
              </a:lnSpc>
              <a:buFont typeface="Arial" panose="020B0604020202020204" pitchFamily="34" charset="0"/>
              <a:buNone/>
              <a:defRPr kumimoji="0" lang="en-US" sz="1400" b="1" i="0" u="none" strike="noStrike" kern="1200" cap="none" spc="0" normalizeH="0" baseline="0" dirty="0">
                <a:ln>
                  <a:noFill/>
                </a:ln>
                <a:solidFill>
                  <a:schemeClr val="accent1"/>
                </a:solidFill>
                <a:effectLst/>
                <a:uLnTx/>
                <a:uFillTx/>
                <a:latin typeface="+mn-lt"/>
                <a:ea typeface="+mn-ea"/>
                <a:cs typeface="+mn-cs"/>
              </a:defRPr>
            </a:lvl1pPr>
            <a:lvl5pPr marL="1828800" indent="0">
              <a:buNone/>
              <a:defRPr/>
            </a:lvl5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Stage 4 Subtitle</a:t>
            </a:r>
          </a:p>
        </p:txBody>
      </p:sp>
      <p:sp>
        <p:nvSpPr>
          <p:cNvPr id="3" name="Picture Placeholder 59">
            <a:extLst>
              <a:ext uri="{FF2B5EF4-FFF2-40B4-BE49-F238E27FC236}">
                <a16:creationId xmlns:a16="http://schemas.microsoft.com/office/drawing/2014/main" id="{86BCCE06-BB62-2339-1A04-B81FA6C0259C}"/>
              </a:ext>
            </a:extLst>
          </p:cNvPr>
          <p:cNvSpPr>
            <a:spLocks noGrp="1"/>
          </p:cNvSpPr>
          <p:nvPr>
            <p:ph type="pic" sz="quarter" idx="33" hasCustomPrompt="1"/>
          </p:nvPr>
        </p:nvSpPr>
        <p:spPr>
          <a:xfrm>
            <a:off x="1457736" y="2661564"/>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T1</a:t>
            </a:r>
          </a:p>
        </p:txBody>
      </p:sp>
      <p:sp>
        <p:nvSpPr>
          <p:cNvPr id="13" name="Picture Placeholder 59">
            <a:extLst>
              <a:ext uri="{FF2B5EF4-FFF2-40B4-BE49-F238E27FC236}">
                <a16:creationId xmlns:a16="http://schemas.microsoft.com/office/drawing/2014/main" id="{D9106C9F-3E18-FD11-8412-C52528DC22D8}"/>
              </a:ext>
            </a:extLst>
          </p:cNvPr>
          <p:cNvSpPr>
            <a:spLocks noGrp="1"/>
          </p:cNvSpPr>
          <p:nvPr>
            <p:ph type="pic" sz="quarter" idx="34" hasCustomPrompt="1"/>
          </p:nvPr>
        </p:nvSpPr>
        <p:spPr>
          <a:xfrm>
            <a:off x="4314209" y="2314092"/>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T2</a:t>
            </a:r>
          </a:p>
          <a:p>
            <a:endParaRPr lang="en-US"/>
          </a:p>
        </p:txBody>
      </p:sp>
      <p:sp>
        <p:nvSpPr>
          <p:cNvPr id="14" name="Picture Placeholder 59">
            <a:extLst>
              <a:ext uri="{FF2B5EF4-FFF2-40B4-BE49-F238E27FC236}">
                <a16:creationId xmlns:a16="http://schemas.microsoft.com/office/drawing/2014/main" id="{C356D247-AC59-8039-13F3-FA09C7AADE0A}"/>
              </a:ext>
            </a:extLst>
          </p:cNvPr>
          <p:cNvSpPr>
            <a:spLocks noGrp="1"/>
          </p:cNvSpPr>
          <p:nvPr>
            <p:ph type="pic" sz="quarter" idx="35" hasCustomPrompt="1"/>
          </p:nvPr>
        </p:nvSpPr>
        <p:spPr>
          <a:xfrm>
            <a:off x="7142119" y="1987588"/>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T3</a:t>
            </a:r>
          </a:p>
          <a:p>
            <a:endParaRPr lang="en-US"/>
          </a:p>
        </p:txBody>
      </p:sp>
      <p:sp>
        <p:nvSpPr>
          <p:cNvPr id="15" name="Picture Placeholder 59">
            <a:extLst>
              <a:ext uri="{FF2B5EF4-FFF2-40B4-BE49-F238E27FC236}">
                <a16:creationId xmlns:a16="http://schemas.microsoft.com/office/drawing/2014/main" id="{FD569279-9B26-0A2E-A64F-492057BACD0D}"/>
              </a:ext>
            </a:extLst>
          </p:cNvPr>
          <p:cNvSpPr>
            <a:spLocks noGrp="1"/>
          </p:cNvSpPr>
          <p:nvPr>
            <p:ph type="pic" sz="quarter" idx="36" hasCustomPrompt="1"/>
          </p:nvPr>
        </p:nvSpPr>
        <p:spPr>
          <a:xfrm>
            <a:off x="9959566" y="1653911"/>
            <a:ext cx="667983" cy="66735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T4</a:t>
            </a:r>
          </a:p>
          <a:p>
            <a:endParaRPr lang="en-US"/>
          </a:p>
        </p:txBody>
      </p:sp>
      <p:sp>
        <p:nvSpPr>
          <p:cNvPr id="17" name="ai generated label">
            <a:extLst>
              <a:ext uri="{FF2B5EF4-FFF2-40B4-BE49-F238E27FC236}">
                <a16:creationId xmlns:a16="http://schemas.microsoft.com/office/drawing/2014/main" id="{8A8F280B-2DAE-33FC-0C8A-E604045471DC}"/>
              </a:ext>
            </a:extLst>
          </p:cNvPr>
          <p:cNvSpPr>
            <a:spLocks noGrp="1"/>
          </p:cNvSpPr>
          <p:nvPr>
            <p:ph type="body" sz="quarter" idx="37"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23" name="Slide Subtitle">
            <a:extLst>
              <a:ext uri="{FF2B5EF4-FFF2-40B4-BE49-F238E27FC236}">
                <a16:creationId xmlns:a16="http://schemas.microsoft.com/office/drawing/2014/main" id="{2474A0A0-A252-1068-3F8C-821087552314}"/>
              </a:ext>
            </a:extLst>
          </p:cNvPr>
          <p:cNvSpPr>
            <a:spLocks noGrp="1"/>
          </p:cNvSpPr>
          <p:nvPr>
            <p:ph type="body" sz="quarter" idx="41"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Tree>
    <p:extLst>
      <p:ext uri="{BB962C8B-B14F-4D97-AF65-F5344CB8AC3E}">
        <p14:creationId xmlns:p14="http://schemas.microsoft.com/office/powerpoint/2010/main" val="1368920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Creative headline 2">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E095C2B4-4ABA-2A9F-96AF-C2A3C43BFC4C}"/>
              </a:ext>
            </a:extLst>
          </p:cNvPr>
          <p:cNvGrpSpPr/>
          <p:nvPr userDrawn="1"/>
        </p:nvGrpSpPr>
        <p:grpSpPr>
          <a:xfrm>
            <a:off x="528541" y="1849359"/>
            <a:ext cx="2086984" cy="3661657"/>
            <a:chOff x="1012122" y="2135926"/>
            <a:chExt cx="2009082" cy="2715279"/>
          </a:xfrm>
        </p:grpSpPr>
        <p:sp>
          <p:nvSpPr>
            <p:cNvPr id="17" name="Rectangle 16">
              <a:extLst>
                <a:ext uri="{FF2B5EF4-FFF2-40B4-BE49-F238E27FC236}">
                  <a16:creationId xmlns:a16="http://schemas.microsoft.com/office/drawing/2014/main" id="{CF153BE7-9F17-798F-AA91-EBF0978D6672}"/>
                </a:ext>
              </a:extLst>
            </p:cNvPr>
            <p:cNvSpPr/>
            <p:nvPr/>
          </p:nvSpPr>
          <p:spPr>
            <a:xfrm>
              <a:off x="1117587" y="2294794"/>
              <a:ext cx="1798152" cy="789281"/>
            </a:xfrm>
            <a:prstGeom prst="rect">
              <a:avLst/>
            </a:prstGeom>
            <a:solidFill>
              <a:srgbClr val="86F200">
                <a:lumMod val="40000"/>
                <a:lumOff val="60000"/>
              </a:srgbClr>
            </a:solidFill>
            <a:ln w="12700" cap="flat" cmpd="sng" algn="ctr">
              <a:noFill/>
              <a:prstDash val="solid"/>
              <a:miter lim="800000"/>
            </a:ln>
            <a:effectLst/>
          </p:spPr>
          <p:txBody>
            <a:bodyPr bIns="13716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23" name="Rectangle 22">
              <a:extLst>
                <a:ext uri="{FF2B5EF4-FFF2-40B4-BE49-F238E27FC236}">
                  <a16:creationId xmlns:a16="http://schemas.microsoft.com/office/drawing/2014/main" id="{01BC2750-9B1C-EB73-D554-BC3B0B2532C5}"/>
                </a:ext>
              </a:extLst>
            </p:cNvPr>
            <p:cNvSpPr/>
            <p:nvPr/>
          </p:nvSpPr>
          <p:spPr>
            <a:xfrm>
              <a:off x="1117587" y="3111696"/>
              <a:ext cx="1798152" cy="789281"/>
            </a:xfrm>
            <a:prstGeom prst="rect">
              <a:avLst/>
            </a:prstGeom>
            <a:solidFill>
              <a:srgbClr val="86F200">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24" name="Rectangle 23">
              <a:extLst>
                <a:ext uri="{FF2B5EF4-FFF2-40B4-BE49-F238E27FC236}">
                  <a16:creationId xmlns:a16="http://schemas.microsoft.com/office/drawing/2014/main" id="{4053935B-892A-1536-F0CA-32F947A7C59E}"/>
                </a:ext>
              </a:extLst>
            </p:cNvPr>
            <p:cNvSpPr/>
            <p:nvPr/>
          </p:nvSpPr>
          <p:spPr>
            <a:xfrm>
              <a:off x="1117587" y="3928598"/>
              <a:ext cx="1798152" cy="789281"/>
            </a:xfrm>
            <a:prstGeom prst="rect">
              <a:avLst/>
            </a:prstGeom>
            <a:solidFill>
              <a:srgbClr val="86F200">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25" name="Rectangle 24">
              <a:extLst>
                <a:ext uri="{FF2B5EF4-FFF2-40B4-BE49-F238E27FC236}">
                  <a16:creationId xmlns:a16="http://schemas.microsoft.com/office/drawing/2014/main" id="{F33B770C-A432-846B-959A-0E42645CBF24}"/>
                </a:ext>
              </a:extLst>
            </p:cNvPr>
            <p:cNvSpPr/>
            <p:nvPr/>
          </p:nvSpPr>
          <p:spPr>
            <a:xfrm>
              <a:off x="1012122" y="2135926"/>
              <a:ext cx="2009082" cy="2715279"/>
            </a:xfrm>
            <a:prstGeom prst="rect">
              <a:avLst/>
            </a:prstGeom>
            <a:noFill/>
            <a:ln w="19050" cap="flat" cmpd="sng" algn="ctr">
              <a:solidFill>
                <a:srgbClr val="86F2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grpSp>
      <p:grpSp>
        <p:nvGrpSpPr>
          <p:cNvPr id="26" name="Group 25">
            <a:extLst>
              <a:ext uri="{FF2B5EF4-FFF2-40B4-BE49-F238E27FC236}">
                <a16:creationId xmlns:a16="http://schemas.microsoft.com/office/drawing/2014/main" id="{F6B80BDB-F463-5C2F-E8B7-50B1944B74C9}"/>
              </a:ext>
            </a:extLst>
          </p:cNvPr>
          <p:cNvGrpSpPr/>
          <p:nvPr userDrawn="1"/>
        </p:nvGrpSpPr>
        <p:grpSpPr>
          <a:xfrm>
            <a:off x="5144755" y="1849359"/>
            <a:ext cx="2086984" cy="3661657"/>
            <a:chOff x="5300108" y="2140389"/>
            <a:chExt cx="2009082" cy="3524978"/>
          </a:xfrm>
        </p:grpSpPr>
        <p:sp>
          <p:nvSpPr>
            <p:cNvPr id="27" name="Rectangle 26">
              <a:extLst>
                <a:ext uri="{FF2B5EF4-FFF2-40B4-BE49-F238E27FC236}">
                  <a16:creationId xmlns:a16="http://schemas.microsoft.com/office/drawing/2014/main" id="{F14FDF66-984C-B359-3477-32EDDF55F23F}"/>
                </a:ext>
              </a:extLst>
            </p:cNvPr>
            <p:cNvSpPr/>
            <p:nvPr/>
          </p:nvSpPr>
          <p:spPr>
            <a:xfrm>
              <a:off x="5405573" y="2294794"/>
              <a:ext cx="1798152" cy="1073618"/>
            </a:xfrm>
            <a:prstGeom prst="rect">
              <a:avLst/>
            </a:prstGeom>
            <a:solidFill>
              <a:srgbClr val="FDD300">
                <a:lumMod val="40000"/>
                <a:lumOff val="60000"/>
              </a:srgbClr>
            </a:solidFill>
            <a:ln w="12700" cap="flat" cmpd="sng" algn="ctr">
              <a:noFill/>
              <a:prstDash val="solid"/>
              <a:miter lim="800000"/>
            </a:ln>
            <a:effectLst/>
          </p:spPr>
          <p:txBody>
            <a:bodyPr lIns="0" r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28" name="Rectangle 27">
              <a:extLst>
                <a:ext uri="{FF2B5EF4-FFF2-40B4-BE49-F238E27FC236}">
                  <a16:creationId xmlns:a16="http://schemas.microsoft.com/office/drawing/2014/main" id="{6712CC16-4814-086D-3C39-55855C953355}"/>
                </a:ext>
              </a:extLst>
            </p:cNvPr>
            <p:cNvSpPr/>
            <p:nvPr/>
          </p:nvSpPr>
          <p:spPr>
            <a:xfrm>
              <a:off x="5405571" y="3430357"/>
              <a:ext cx="1798152" cy="999990"/>
            </a:xfrm>
            <a:prstGeom prst="rect">
              <a:avLst/>
            </a:prstGeom>
            <a:solidFill>
              <a:srgbClr val="FDD300">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29" name="Rectangle 28">
              <a:extLst>
                <a:ext uri="{FF2B5EF4-FFF2-40B4-BE49-F238E27FC236}">
                  <a16:creationId xmlns:a16="http://schemas.microsoft.com/office/drawing/2014/main" id="{AE65FF02-C13C-327F-9D7B-541C8E32CD40}"/>
                </a:ext>
              </a:extLst>
            </p:cNvPr>
            <p:cNvSpPr/>
            <p:nvPr/>
          </p:nvSpPr>
          <p:spPr>
            <a:xfrm>
              <a:off x="5405572" y="4492292"/>
              <a:ext cx="1798152" cy="999990"/>
            </a:xfrm>
            <a:prstGeom prst="rect">
              <a:avLst/>
            </a:prstGeom>
            <a:solidFill>
              <a:srgbClr val="FDD300">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31" name="Rectangle 30">
              <a:extLst>
                <a:ext uri="{FF2B5EF4-FFF2-40B4-BE49-F238E27FC236}">
                  <a16:creationId xmlns:a16="http://schemas.microsoft.com/office/drawing/2014/main" id="{DEBB181A-7FCB-D3E1-06B4-E49B1210FF25}"/>
                </a:ext>
              </a:extLst>
            </p:cNvPr>
            <p:cNvSpPr/>
            <p:nvPr/>
          </p:nvSpPr>
          <p:spPr>
            <a:xfrm>
              <a:off x="5300108" y="2140389"/>
              <a:ext cx="2009082" cy="3524978"/>
            </a:xfrm>
            <a:prstGeom prst="rect">
              <a:avLst/>
            </a:prstGeom>
            <a:noFill/>
            <a:ln w="19050" cap="flat" cmpd="sng" algn="ctr">
              <a:solidFill>
                <a:srgbClr val="FDD3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grpSp>
      <p:grpSp>
        <p:nvGrpSpPr>
          <p:cNvPr id="32" name="Group 31">
            <a:extLst>
              <a:ext uri="{FF2B5EF4-FFF2-40B4-BE49-F238E27FC236}">
                <a16:creationId xmlns:a16="http://schemas.microsoft.com/office/drawing/2014/main" id="{3519E7F5-DAED-A6ED-2D76-C778124B78EF}"/>
              </a:ext>
            </a:extLst>
          </p:cNvPr>
          <p:cNvGrpSpPr/>
          <p:nvPr userDrawn="1"/>
        </p:nvGrpSpPr>
        <p:grpSpPr>
          <a:xfrm>
            <a:off x="2836648" y="1849359"/>
            <a:ext cx="2086984" cy="3661657"/>
            <a:chOff x="3156115" y="2135926"/>
            <a:chExt cx="2009082" cy="3524978"/>
          </a:xfrm>
        </p:grpSpPr>
        <p:sp>
          <p:nvSpPr>
            <p:cNvPr id="33" name="Rectangle 32">
              <a:extLst>
                <a:ext uri="{FF2B5EF4-FFF2-40B4-BE49-F238E27FC236}">
                  <a16:creationId xmlns:a16="http://schemas.microsoft.com/office/drawing/2014/main" id="{1D37CDEE-7464-814B-7F44-08B3D852EC44}"/>
                </a:ext>
              </a:extLst>
            </p:cNvPr>
            <p:cNvSpPr/>
            <p:nvPr/>
          </p:nvSpPr>
          <p:spPr>
            <a:xfrm>
              <a:off x="3270294" y="2262299"/>
              <a:ext cx="1798152" cy="1072020"/>
            </a:xfrm>
            <a:prstGeom prst="rect">
              <a:avLst/>
            </a:prstGeom>
            <a:solidFill>
              <a:srgbClr val="34F0FF">
                <a:lumMod val="40000"/>
                <a:lumOff val="60000"/>
              </a:srgbClr>
            </a:solidFill>
            <a:ln w="12700" cap="flat" cmpd="sng" algn="ctr">
              <a:noFill/>
              <a:prstDash val="solid"/>
              <a:miter lim="800000"/>
            </a:ln>
            <a:effectLst/>
          </p:spPr>
          <p:txBody>
            <a:bodyPr bIns="13716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34" name="Rectangle 33">
              <a:extLst>
                <a:ext uri="{FF2B5EF4-FFF2-40B4-BE49-F238E27FC236}">
                  <a16:creationId xmlns:a16="http://schemas.microsoft.com/office/drawing/2014/main" id="{B188684E-3E8E-F50E-C5FB-A5724F792910}"/>
                </a:ext>
              </a:extLst>
            </p:cNvPr>
            <p:cNvSpPr/>
            <p:nvPr/>
          </p:nvSpPr>
          <p:spPr>
            <a:xfrm>
              <a:off x="3261580" y="3425894"/>
              <a:ext cx="1798152" cy="1001422"/>
            </a:xfrm>
            <a:prstGeom prst="rect">
              <a:avLst/>
            </a:prstGeom>
            <a:solidFill>
              <a:srgbClr val="34F0FF">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35" name="Rectangle 34">
              <a:extLst>
                <a:ext uri="{FF2B5EF4-FFF2-40B4-BE49-F238E27FC236}">
                  <a16:creationId xmlns:a16="http://schemas.microsoft.com/office/drawing/2014/main" id="{82F9E615-D7C6-278F-11B0-E1106D674592}"/>
                </a:ext>
              </a:extLst>
            </p:cNvPr>
            <p:cNvSpPr/>
            <p:nvPr/>
          </p:nvSpPr>
          <p:spPr>
            <a:xfrm>
              <a:off x="3261580" y="4485250"/>
              <a:ext cx="1798152" cy="1002569"/>
            </a:xfrm>
            <a:prstGeom prst="rect">
              <a:avLst/>
            </a:prstGeom>
            <a:solidFill>
              <a:srgbClr val="34F0FF">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37" name="Rectangle 36">
              <a:extLst>
                <a:ext uri="{FF2B5EF4-FFF2-40B4-BE49-F238E27FC236}">
                  <a16:creationId xmlns:a16="http://schemas.microsoft.com/office/drawing/2014/main" id="{8A35D4CD-F0F6-A390-8432-5224BA470383}"/>
                </a:ext>
              </a:extLst>
            </p:cNvPr>
            <p:cNvSpPr/>
            <p:nvPr/>
          </p:nvSpPr>
          <p:spPr>
            <a:xfrm>
              <a:off x="3156115" y="2135926"/>
              <a:ext cx="2009082" cy="3524978"/>
            </a:xfrm>
            <a:prstGeom prst="rect">
              <a:avLst/>
            </a:prstGeom>
            <a:noFill/>
            <a:ln w="19050" cap="flat" cmpd="sng" algn="ctr">
              <a:solidFill>
                <a:srgbClr val="34F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grpSp>
      <p:grpSp>
        <p:nvGrpSpPr>
          <p:cNvPr id="38" name="Group 37">
            <a:extLst>
              <a:ext uri="{FF2B5EF4-FFF2-40B4-BE49-F238E27FC236}">
                <a16:creationId xmlns:a16="http://schemas.microsoft.com/office/drawing/2014/main" id="{A9CBBF39-D08B-7D32-43BD-772E9E29DC0B}"/>
              </a:ext>
            </a:extLst>
          </p:cNvPr>
          <p:cNvGrpSpPr/>
          <p:nvPr userDrawn="1"/>
        </p:nvGrpSpPr>
        <p:grpSpPr>
          <a:xfrm>
            <a:off x="7452862" y="1849360"/>
            <a:ext cx="2086984" cy="3661657"/>
            <a:chOff x="7444101" y="2135926"/>
            <a:chExt cx="2009082" cy="2715279"/>
          </a:xfrm>
        </p:grpSpPr>
        <p:sp>
          <p:nvSpPr>
            <p:cNvPr id="39" name="Rectangle 38">
              <a:extLst>
                <a:ext uri="{FF2B5EF4-FFF2-40B4-BE49-F238E27FC236}">
                  <a16:creationId xmlns:a16="http://schemas.microsoft.com/office/drawing/2014/main" id="{ECF22339-B3C4-87E1-EFA9-78337FA04391}"/>
                </a:ext>
              </a:extLst>
            </p:cNvPr>
            <p:cNvSpPr/>
            <p:nvPr/>
          </p:nvSpPr>
          <p:spPr>
            <a:xfrm>
              <a:off x="7549566" y="2296695"/>
              <a:ext cx="1798152" cy="789281"/>
            </a:xfrm>
            <a:prstGeom prst="rect">
              <a:avLst/>
            </a:prstGeom>
            <a:solidFill>
              <a:srgbClr val="3EFAC5">
                <a:lumMod val="40000"/>
                <a:lumOff val="60000"/>
              </a:srgbClr>
            </a:solidFill>
            <a:ln w="12700" cap="flat" cmpd="sng" algn="ctr">
              <a:noFill/>
              <a:prstDash val="solid"/>
              <a:miter lim="800000"/>
            </a:ln>
            <a:effectLst/>
          </p:spPr>
          <p:txBody>
            <a:bodyPr bIns="13716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2BED5871-304C-B454-4120-2652E8E20928}"/>
                </a:ext>
              </a:extLst>
            </p:cNvPr>
            <p:cNvSpPr/>
            <p:nvPr/>
          </p:nvSpPr>
          <p:spPr>
            <a:xfrm>
              <a:off x="7549566" y="3113597"/>
              <a:ext cx="1798152" cy="789281"/>
            </a:xfrm>
            <a:prstGeom prst="rect">
              <a:avLst/>
            </a:prstGeom>
            <a:solidFill>
              <a:srgbClr val="3EFAC5">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41" name="Rectangle 40">
              <a:extLst>
                <a:ext uri="{FF2B5EF4-FFF2-40B4-BE49-F238E27FC236}">
                  <a16:creationId xmlns:a16="http://schemas.microsoft.com/office/drawing/2014/main" id="{B9C2B4CE-33AC-902E-6CD5-3865DC38B238}"/>
                </a:ext>
              </a:extLst>
            </p:cNvPr>
            <p:cNvSpPr/>
            <p:nvPr/>
          </p:nvSpPr>
          <p:spPr>
            <a:xfrm>
              <a:off x="7549566" y="3930499"/>
              <a:ext cx="1798152" cy="789281"/>
            </a:xfrm>
            <a:prstGeom prst="rect">
              <a:avLst/>
            </a:prstGeom>
            <a:solidFill>
              <a:srgbClr val="3EFAC5">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42" name="Rectangle 41">
              <a:extLst>
                <a:ext uri="{FF2B5EF4-FFF2-40B4-BE49-F238E27FC236}">
                  <a16:creationId xmlns:a16="http://schemas.microsoft.com/office/drawing/2014/main" id="{E1148261-779B-D6AD-43B0-8ECE8454602D}"/>
                </a:ext>
              </a:extLst>
            </p:cNvPr>
            <p:cNvSpPr/>
            <p:nvPr/>
          </p:nvSpPr>
          <p:spPr>
            <a:xfrm>
              <a:off x="7444101" y="2135926"/>
              <a:ext cx="2009082" cy="2715279"/>
            </a:xfrm>
            <a:prstGeom prst="rect">
              <a:avLst/>
            </a:prstGeom>
            <a:noFill/>
            <a:ln w="19050" cap="flat" cmpd="sng" algn="ctr">
              <a:solidFill>
                <a:srgbClr val="3EFAC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grpSp>
      <p:grpSp>
        <p:nvGrpSpPr>
          <p:cNvPr id="43" name="Group 42">
            <a:extLst>
              <a:ext uri="{FF2B5EF4-FFF2-40B4-BE49-F238E27FC236}">
                <a16:creationId xmlns:a16="http://schemas.microsoft.com/office/drawing/2014/main" id="{837C5C9C-248C-6136-DF83-A16100FC246B}"/>
              </a:ext>
            </a:extLst>
          </p:cNvPr>
          <p:cNvGrpSpPr/>
          <p:nvPr userDrawn="1"/>
        </p:nvGrpSpPr>
        <p:grpSpPr>
          <a:xfrm>
            <a:off x="9760970" y="1849359"/>
            <a:ext cx="2086984" cy="3661657"/>
            <a:chOff x="9588094" y="2132560"/>
            <a:chExt cx="2009082" cy="3524978"/>
          </a:xfrm>
        </p:grpSpPr>
        <p:sp>
          <p:nvSpPr>
            <p:cNvPr id="44" name="Rectangle 43">
              <a:extLst>
                <a:ext uri="{FF2B5EF4-FFF2-40B4-BE49-F238E27FC236}">
                  <a16:creationId xmlns:a16="http://schemas.microsoft.com/office/drawing/2014/main" id="{A472D0EF-60AE-992C-050B-66A9A7667376}"/>
                </a:ext>
              </a:extLst>
            </p:cNvPr>
            <p:cNvSpPr/>
            <p:nvPr/>
          </p:nvSpPr>
          <p:spPr>
            <a:xfrm>
              <a:off x="9693559" y="2294794"/>
              <a:ext cx="1798152" cy="1065789"/>
            </a:xfrm>
            <a:prstGeom prst="rect">
              <a:avLst/>
            </a:prstGeom>
            <a:solidFill>
              <a:srgbClr val="787878">
                <a:lumMod val="40000"/>
                <a:lumOff val="60000"/>
              </a:srgbClr>
            </a:solidFill>
            <a:ln w="12700" cap="flat" cmpd="sng" algn="ctr">
              <a:noFill/>
              <a:prstDash val="solid"/>
              <a:miter lim="800000"/>
            </a:ln>
            <a:effectLst/>
          </p:spPr>
          <p:txBody>
            <a:bodyPr bIns="13716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45" name="Rectangle 44">
              <a:extLst>
                <a:ext uri="{FF2B5EF4-FFF2-40B4-BE49-F238E27FC236}">
                  <a16:creationId xmlns:a16="http://schemas.microsoft.com/office/drawing/2014/main" id="{D32F65B6-40C8-43F3-CD20-244D493CB05D}"/>
                </a:ext>
              </a:extLst>
            </p:cNvPr>
            <p:cNvSpPr/>
            <p:nvPr/>
          </p:nvSpPr>
          <p:spPr>
            <a:xfrm>
              <a:off x="9693559" y="3399306"/>
              <a:ext cx="1798152" cy="1023213"/>
            </a:xfrm>
            <a:prstGeom prst="rect">
              <a:avLst/>
            </a:prstGeom>
            <a:solidFill>
              <a:srgbClr val="787878">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46" name="Rectangle 45">
              <a:extLst>
                <a:ext uri="{FF2B5EF4-FFF2-40B4-BE49-F238E27FC236}">
                  <a16:creationId xmlns:a16="http://schemas.microsoft.com/office/drawing/2014/main" id="{2B960D9E-5647-630A-3B6C-C12772B97A4A}"/>
                </a:ext>
              </a:extLst>
            </p:cNvPr>
            <p:cNvSpPr/>
            <p:nvPr/>
          </p:nvSpPr>
          <p:spPr>
            <a:xfrm>
              <a:off x="9693559" y="4481884"/>
              <a:ext cx="1798152" cy="1002569"/>
            </a:xfrm>
            <a:prstGeom prst="rect">
              <a:avLst/>
            </a:prstGeom>
            <a:solidFill>
              <a:srgbClr val="787878">
                <a:lumMod val="40000"/>
                <a:lumOff val="6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a:ln>
                  <a:noFill/>
                </a:ln>
                <a:solidFill>
                  <a:srgbClr val="000000"/>
                </a:solidFill>
                <a:effectLst/>
                <a:uLnTx/>
                <a:uFillTx/>
                <a:latin typeface="Open Sans"/>
                <a:ea typeface="+mn-ea"/>
                <a:cs typeface="+mn-cs"/>
              </a:endParaRPr>
            </a:p>
          </p:txBody>
        </p:sp>
        <p:sp>
          <p:nvSpPr>
            <p:cNvPr id="48" name="Rectangle 47">
              <a:extLst>
                <a:ext uri="{FF2B5EF4-FFF2-40B4-BE49-F238E27FC236}">
                  <a16:creationId xmlns:a16="http://schemas.microsoft.com/office/drawing/2014/main" id="{2AC62367-92E0-6C86-B379-7BB46C1630C5}"/>
                </a:ext>
              </a:extLst>
            </p:cNvPr>
            <p:cNvSpPr/>
            <p:nvPr/>
          </p:nvSpPr>
          <p:spPr>
            <a:xfrm>
              <a:off x="9588094" y="2132560"/>
              <a:ext cx="2009082" cy="3524978"/>
            </a:xfrm>
            <a:prstGeom prst="rect">
              <a:avLst/>
            </a:prstGeom>
            <a:noFill/>
            <a:ln w="19050" cap="flat" cmpd="sng" algn="ctr">
              <a:solidFill>
                <a:srgbClr val="78787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grpSp>
      <p:sp>
        <p:nvSpPr>
          <p:cNvPr id="3" name="Metric 1A">
            <a:extLst>
              <a:ext uri="{FF2B5EF4-FFF2-40B4-BE49-F238E27FC236}">
                <a16:creationId xmlns:a16="http://schemas.microsoft.com/office/drawing/2014/main" id="{8F6B8995-69F6-0BF2-C068-10A75AABA1BF}"/>
              </a:ext>
            </a:extLst>
          </p:cNvPr>
          <p:cNvSpPr>
            <a:spLocks noGrp="1"/>
          </p:cNvSpPr>
          <p:nvPr>
            <p:ph type="body" sz="quarter" idx="38" hasCustomPrompt="1"/>
          </p:nvPr>
        </p:nvSpPr>
        <p:spPr>
          <a:xfrm>
            <a:off x="656200" y="3243016"/>
            <a:ext cx="1849770" cy="444057"/>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1A</a:t>
            </a:r>
          </a:p>
        </p:txBody>
      </p:sp>
      <p:sp>
        <p:nvSpPr>
          <p:cNvPr id="4" name="Text 1A">
            <a:extLst>
              <a:ext uri="{FF2B5EF4-FFF2-40B4-BE49-F238E27FC236}">
                <a16:creationId xmlns:a16="http://schemas.microsoft.com/office/drawing/2014/main" id="{AF0AC153-C135-7D47-F313-9FF9CFB6D06E}"/>
              </a:ext>
            </a:extLst>
          </p:cNvPr>
          <p:cNvSpPr>
            <a:spLocks noGrp="1"/>
          </p:cNvSpPr>
          <p:nvPr>
            <p:ph type="body" sz="quarter" idx="39" hasCustomPrompt="1"/>
          </p:nvPr>
        </p:nvSpPr>
        <p:spPr>
          <a:xfrm>
            <a:off x="656200" y="3815955"/>
            <a:ext cx="1849770" cy="355764"/>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1A</a:t>
            </a:r>
          </a:p>
        </p:txBody>
      </p:sp>
      <p:sp>
        <p:nvSpPr>
          <p:cNvPr id="7" name="Metric 1B">
            <a:extLst>
              <a:ext uri="{FF2B5EF4-FFF2-40B4-BE49-F238E27FC236}">
                <a16:creationId xmlns:a16="http://schemas.microsoft.com/office/drawing/2014/main" id="{E216D637-38E4-072C-E6D7-B62229A0FC21}"/>
              </a:ext>
            </a:extLst>
          </p:cNvPr>
          <p:cNvSpPr>
            <a:spLocks noGrp="1"/>
          </p:cNvSpPr>
          <p:nvPr>
            <p:ph type="body" sz="quarter" idx="40" hasCustomPrompt="1"/>
          </p:nvPr>
        </p:nvSpPr>
        <p:spPr>
          <a:xfrm>
            <a:off x="647148" y="4347977"/>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1B</a:t>
            </a:r>
          </a:p>
        </p:txBody>
      </p:sp>
      <p:sp>
        <p:nvSpPr>
          <p:cNvPr id="8" name="Text 1B">
            <a:extLst>
              <a:ext uri="{FF2B5EF4-FFF2-40B4-BE49-F238E27FC236}">
                <a16:creationId xmlns:a16="http://schemas.microsoft.com/office/drawing/2014/main" id="{F4C299EE-7217-B125-C42A-CDA91C01F0F7}"/>
              </a:ext>
            </a:extLst>
          </p:cNvPr>
          <p:cNvSpPr>
            <a:spLocks noGrp="1"/>
          </p:cNvSpPr>
          <p:nvPr>
            <p:ph type="body" sz="quarter" idx="41" hasCustomPrompt="1"/>
          </p:nvPr>
        </p:nvSpPr>
        <p:spPr>
          <a:xfrm>
            <a:off x="647148" y="4966264"/>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1B</a:t>
            </a:r>
          </a:p>
        </p:txBody>
      </p:sp>
      <p:sp>
        <p:nvSpPr>
          <p:cNvPr id="9" name="Category 1">
            <a:extLst>
              <a:ext uri="{FF2B5EF4-FFF2-40B4-BE49-F238E27FC236}">
                <a16:creationId xmlns:a16="http://schemas.microsoft.com/office/drawing/2014/main" id="{F60DCFEC-EC38-3ECE-406E-0D29A990AED4}"/>
              </a:ext>
            </a:extLst>
          </p:cNvPr>
          <p:cNvSpPr>
            <a:spLocks noGrp="1"/>
          </p:cNvSpPr>
          <p:nvPr>
            <p:ph type="body" sz="quarter" idx="42" hasCustomPrompt="1"/>
          </p:nvPr>
        </p:nvSpPr>
        <p:spPr>
          <a:xfrm>
            <a:off x="638093" y="2654559"/>
            <a:ext cx="1849770" cy="245228"/>
          </a:xfrm>
          <a:prstGeom prst="rect">
            <a:avLst/>
          </a:prstGeom>
        </p:spPr>
        <p:txBody>
          <a:bodyPr anchor="ctr"/>
          <a:lstStyle>
            <a:lvl1pPr algn="ctr">
              <a:defRPr kumimoji="0" lang="en-US" sz="12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Category 1</a:t>
            </a:r>
          </a:p>
        </p:txBody>
      </p:sp>
      <p:sp>
        <p:nvSpPr>
          <p:cNvPr id="10" name="Metric 2A">
            <a:extLst>
              <a:ext uri="{FF2B5EF4-FFF2-40B4-BE49-F238E27FC236}">
                <a16:creationId xmlns:a16="http://schemas.microsoft.com/office/drawing/2014/main" id="{5B0C6F8B-1CCA-F6C3-83CA-25503F159730}"/>
              </a:ext>
            </a:extLst>
          </p:cNvPr>
          <p:cNvSpPr>
            <a:spLocks noGrp="1"/>
          </p:cNvSpPr>
          <p:nvPr>
            <p:ph type="body" sz="quarter" idx="43" hasCustomPrompt="1"/>
          </p:nvPr>
        </p:nvSpPr>
        <p:spPr>
          <a:xfrm>
            <a:off x="2955254" y="3250325"/>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2A</a:t>
            </a:r>
          </a:p>
        </p:txBody>
      </p:sp>
      <p:sp>
        <p:nvSpPr>
          <p:cNvPr id="11" name="Text 2A">
            <a:extLst>
              <a:ext uri="{FF2B5EF4-FFF2-40B4-BE49-F238E27FC236}">
                <a16:creationId xmlns:a16="http://schemas.microsoft.com/office/drawing/2014/main" id="{D53B14FF-B4F9-B977-0289-DCC7DB5998F0}"/>
              </a:ext>
            </a:extLst>
          </p:cNvPr>
          <p:cNvSpPr>
            <a:spLocks noGrp="1"/>
          </p:cNvSpPr>
          <p:nvPr>
            <p:ph type="body" sz="quarter" idx="44" hasCustomPrompt="1"/>
          </p:nvPr>
        </p:nvSpPr>
        <p:spPr>
          <a:xfrm>
            <a:off x="2955254" y="3841821"/>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2A</a:t>
            </a:r>
          </a:p>
        </p:txBody>
      </p:sp>
      <p:sp>
        <p:nvSpPr>
          <p:cNvPr id="12" name="Metric 2B">
            <a:extLst>
              <a:ext uri="{FF2B5EF4-FFF2-40B4-BE49-F238E27FC236}">
                <a16:creationId xmlns:a16="http://schemas.microsoft.com/office/drawing/2014/main" id="{C16194C3-9DB2-12B3-9214-ABA467D51102}"/>
              </a:ext>
            </a:extLst>
          </p:cNvPr>
          <p:cNvSpPr>
            <a:spLocks noGrp="1"/>
          </p:cNvSpPr>
          <p:nvPr>
            <p:ph type="body" sz="quarter" idx="45" hasCustomPrompt="1"/>
          </p:nvPr>
        </p:nvSpPr>
        <p:spPr>
          <a:xfrm>
            <a:off x="2946202" y="4347977"/>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2B</a:t>
            </a:r>
          </a:p>
        </p:txBody>
      </p:sp>
      <p:sp>
        <p:nvSpPr>
          <p:cNvPr id="13" name="Text 2B">
            <a:extLst>
              <a:ext uri="{FF2B5EF4-FFF2-40B4-BE49-F238E27FC236}">
                <a16:creationId xmlns:a16="http://schemas.microsoft.com/office/drawing/2014/main" id="{A8D09243-27AD-1A03-D0E1-BD98803CA2C6}"/>
              </a:ext>
            </a:extLst>
          </p:cNvPr>
          <p:cNvSpPr>
            <a:spLocks noGrp="1"/>
          </p:cNvSpPr>
          <p:nvPr>
            <p:ph type="body" sz="quarter" idx="46" hasCustomPrompt="1"/>
          </p:nvPr>
        </p:nvSpPr>
        <p:spPr>
          <a:xfrm>
            <a:off x="2946202" y="4966264"/>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2B</a:t>
            </a:r>
          </a:p>
        </p:txBody>
      </p:sp>
      <p:sp>
        <p:nvSpPr>
          <p:cNvPr id="14" name="Category 2">
            <a:extLst>
              <a:ext uri="{FF2B5EF4-FFF2-40B4-BE49-F238E27FC236}">
                <a16:creationId xmlns:a16="http://schemas.microsoft.com/office/drawing/2014/main" id="{A2A21288-EF99-398B-DC6F-DF0C4D646A69}"/>
              </a:ext>
            </a:extLst>
          </p:cNvPr>
          <p:cNvSpPr>
            <a:spLocks noGrp="1"/>
          </p:cNvSpPr>
          <p:nvPr>
            <p:ph type="body" sz="quarter" idx="47" hasCustomPrompt="1"/>
          </p:nvPr>
        </p:nvSpPr>
        <p:spPr>
          <a:xfrm>
            <a:off x="2955254" y="2654559"/>
            <a:ext cx="1849770" cy="245228"/>
          </a:xfrm>
          <a:prstGeom prst="rect">
            <a:avLst/>
          </a:prstGeom>
        </p:spPr>
        <p:txBody>
          <a:bodyPr anchor="ctr"/>
          <a:lstStyle>
            <a:lvl1pPr algn="ctr">
              <a:defRPr kumimoji="0" lang="en-US" sz="12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Category 2</a:t>
            </a:r>
          </a:p>
        </p:txBody>
      </p:sp>
      <p:sp>
        <p:nvSpPr>
          <p:cNvPr id="22" name="Metric 3A">
            <a:extLst>
              <a:ext uri="{FF2B5EF4-FFF2-40B4-BE49-F238E27FC236}">
                <a16:creationId xmlns:a16="http://schemas.microsoft.com/office/drawing/2014/main" id="{84FED65B-BE0F-744E-F875-FD608D11A2D6}"/>
              </a:ext>
            </a:extLst>
          </p:cNvPr>
          <p:cNvSpPr>
            <a:spLocks noGrp="1"/>
          </p:cNvSpPr>
          <p:nvPr>
            <p:ph type="body" sz="quarter" idx="48" hasCustomPrompt="1"/>
          </p:nvPr>
        </p:nvSpPr>
        <p:spPr>
          <a:xfrm>
            <a:off x="5281465" y="3239302"/>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3A</a:t>
            </a:r>
          </a:p>
        </p:txBody>
      </p:sp>
      <p:sp>
        <p:nvSpPr>
          <p:cNvPr id="49" name="Text 3A">
            <a:extLst>
              <a:ext uri="{FF2B5EF4-FFF2-40B4-BE49-F238E27FC236}">
                <a16:creationId xmlns:a16="http://schemas.microsoft.com/office/drawing/2014/main" id="{263FEC41-E216-80B4-181E-3DF84B8FB060}"/>
              </a:ext>
            </a:extLst>
          </p:cNvPr>
          <p:cNvSpPr>
            <a:spLocks noGrp="1"/>
          </p:cNvSpPr>
          <p:nvPr>
            <p:ph type="body" sz="quarter" idx="49" hasCustomPrompt="1"/>
          </p:nvPr>
        </p:nvSpPr>
        <p:spPr>
          <a:xfrm>
            <a:off x="5272412" y="3841821"/>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3A</a:t>
            </a:r>
          </a:p>
        </p:txBody>
      </p:sp>
      <p:sp>
        <p:nvSpPr>
          <p:cNvPr id="50" name="Metric 3B">
            <a:extLst>
              <a:ext uri="{FF2B5EF4-FFF2-40B4-BE49-F238E27FC236}">
                <a16:creationId xmlns:a16="http://schemas.microsoft.com/office/drawing/2014/main" id="{BB41F10B-5482-2528-D3A9-4C1E35464DBE}"/>
              </a:ext>
            </a:extLst>
          </p:cNvPr>
          <p:cNvSpPr>
            <a:spLocks noGrp="1"/>
          </p:cNvSpPr>
          <p:nvPr>
            <p:ph type="body" sz="quarter" idx="50" hasCustomPrompt="1"/>
          </p:nvPr>
        </p:nvSpPr>
        <p:spPr>
          <a:xfrm>
            <a:off x="5263360" y="4354660"/>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3B</a:t>
            </a:r>
          </a:p>
        </p:txBody>
      </p:sp>
      <p:sp>
        <p:nvSpPr>
          <p:cNvPr id="51" name="Text 3B">
            <a:extLst>
              <a:ext uri="{FF2B5EF4-FFF2-40B4-BE49-F238E27FC236}">
                <a16:creationId xmlns:a16="http://schemas.microsoft.com/office/drawing/2014/main" id="{38D4C118-185A-9F1A-D8EC-ADFE6E31C809}"/>
              </a:ext>
            </a:extLst>
          </p:cNvPr>
          <p:cNvSpPr>
            <a:spLocks noGrp="1"/>
          </p:cNvSpPr>
          <p:nvPr>
            <p:ph type="body" sz="quarter" idx="51" hasCustomPrompt="1"/>
          </p:nvPr>
        </p:nvSpPr>
        <p:spPr>
          <a:xfrm>
            <a:off x="5263360" y="4966264"/>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3B</a:t>
            </a:r>
          </a:p>
        </p:txBody>
      </p:sp>
      <p:sp>
        <p:nvSpPr>
          <p:cNvPr id="52" name="Category 3">
            <a:extLst>
              <a:ext uri="{FF2B5EF4-FFF2-40B4-BE49-F238E27FC236}">
                <a16:creationId xmlns:a16="http://schemas.microsoft.com/office/drawing/2014/main" id="{9121E333-D808-8851-71D6-2BD60E5B7B3A}"/>
              </a:ext>
            </a:extLst>
          </p:cNvPr>
          <p:cNvSpPr>
            <a:spLocks noGrp="1"/>
          </p:cNvSpPr>
          <p:nvPr>
            <p:ph type="body" sz="quarter" idx="52" hasCustomPrompt="1"/>
          </p:nvPr>
        </p:nvSpPr>
        <p:spPr>
          <a:xfrm>
            <a:off x="5254307" y="2654559"/>
            <a:ext cx="1849770" cy="245228"/>
          </a:xfrm>
          <a:prstGeom prst="rect">
            <a:avLst/>
          </a:prstGeom>
        </p:spPr>
        <p:txBody>
          <a:bodyPr anchor="ctr"/>
          <a:lstStyle>
            <a:lvl1pPr algn="ctr">
              <a:defRPr kumimoji="0" lang="en-US" sz="12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Category 3</a:t>
            </a:r>
          </a:p>
        </p:txBody>
      </p:sp>
      <p:sp>
        <p:nvSpPr>
          <p:cNvPr id="53" name="Metric 4A">
            <a:extLst>
              <a:ext uri="{FF2B5EF4-FFF2-40B4-BE49-F238E27FC236}">
                <a16:creationId xmlns:a16="http://schemas.microsoft.com/office/drawing/2014/main" id="{BDA85A21-EAB4-BB74-464E-1B950EFA3517}"/>
              </a:ext>
            </a:extLst>
          </p:cNvPr>
          <p:cNvSpPr>
            <a:spLocks noGrp="1"/>
          </p:cNvSpPr>
          <p:nvPr>
            <p:ph type="body" sz="quarter" idx="53" hasCustomPrompt="1"/>
          </p:nvPr>
        </p:nvSpPr>
        <p:spPr>
          <a:xfrm>
            <a:off x="7547079" y="3227749"/>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4A</a:t>
            </a:r>
          </a:p>
        </p:txBody>
      </p:sp>
      <p:sp>
        <p:nvSpPr>
          <p:cNvPr id="54" name="Text 4A">
            <a:extLst>
              <a:ext uri="{FF2B5EF4-FFF2-40B4-BE49-F238E27FC236}">
                <a16:creationId xmlns:a16="http://schemas.microsoft.com/office/drawing/2014/main" id="{6C74F4A8-0BB5-01B8-1B92-6623AB08FEBA}"/>
              </a:ext>
            </a:extLst>
          </p:cNvPr>
          <p:cNvSpPr>
            <a:spLocks noGrp="1"/>
          </p:cNvSpPr>
          <p:nvPr>
            <p:ph type="body" sz="quarter" idx="54" hasCustomPrompt="1"/>
          </p:nvPr>
        </p:nvSpPr>
        <p:spPr>
          <a:xfrm>
            <a:off x="7562416" y="3841821"/>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4A</a:t>
            </a:r>
          </a:p>
        </p:txBody>
      </p:sp>
      <p:sp>
        <p:nvSpPr>
          <p:cNvPr id="55" name="Metric 4B">
            <a:extLst>
              <a:ext uri="{FF2B5EF4-FFF2-40B4-BE49-F238E27FC236}">
                <a16:creationId xmlns:a16="http://schemas.microsoft.com/office/drawing/2014/main" id="{C567BF74-9B44-7912-1940-9B28BC3D1CF2}"/>
              </a:ext>
            </a:extLst>
          </p:cNvPr>
          <p:cNvSpPr>
            <a:spLocks noGrp="1"/>
          </p:cNvSpPr>
          <p:nvPr>
            <p:ph type="body" sz="quarter" idx="55" hasCustomPrompt="1"/>
          </p:nvPr>
        </p:nvSpPr>
        <p:spPr>
          <a:xfrm>
            <a:off x="7571095" y="4354660"/>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4B</a:t>
            </a:r>
          </a:p>
        </p:txBody>
      </p:sp>
      <p:sp>
        <p:nvSpPr>
          <p:cNvPr id="56" name="Text 4B">
            <a:extLst>
              <a:ext uri="{FF2B5EF4-FFF2-40B4-BE49-F238E27FC236}">
                <a16:creationId xmlns:a16="http://schemas.microsoft.com/office/drawing/2014/main" id="{66134D5C-87D6-59E3-9B60-CA68D0B50873}"/>
              </a:ext>
            </a:extLst>
          </p:cNvPr>
          <p:cNvSpPr>
            <a:spLocks noGrp="1"/>
          </p:cNvSpPr>
          <p:nvPr>
            <p:ph type="body" sz="quarter" idx="56" hasCustomPrompt="1"/>
          </p:nvPr>
        </p:nvSpPr>
        <p:spPr>
          <a:xfrm>
            <a:off x="7553364" y="4966264"/>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4B</a:t>
            </a:r>
          </a:p>
        </p:txBody>
      </p:sp>
      <p:sp>
        <p:nvSpPr>
          <p:cNvPr id="57" name="Category 4">
            <a:extLst>
              <a:ext uri="{FF2B5EF4-FFF2-40B4-BE49-F238E27FC236}">
                <a16:creationId xmlns:a16="http://schemas.microsoft.com/office/drawing/2014/main" id="{97C445E9-D57D-A06F-FB88-D9563068FAD4}"/>
              </a:ext>
            </a:extLst>
          </p:cNvPr>
          <p:cNvSpPr>
            <a:spLocks noGrp="1"/>
          </p:cNvSpPr>
          <p:nvPr>
            <p:ph type="body" sz="quarter" idx="57" hasCustomPrompt="1"/>
          </p:nvPr>
        </p:nvSpPr>
        <p:spPr>
          <a:xfrm>
            <a:off x="7562416" y="2654559"/>
            <a:ext cx="1849770" cy="245228"/>
          </a:xfrm>
          <a:prstGeom prst="rect">
            <a:avLst/>
          </a:prstGeom>
        </p:spPr>
        <p:txBody>
          <a:bodyPr anchor="ctr"/>
          <a:lstStyle>
            <a:lvl1pPr algn="ctr">
              <a:defRPr kumimoji="0" lang="en-US" sz="12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Category 4</a:t>
            </a:r>
          </a:p>
        </p:txBody>
      </p:sp>
      <p:sp>
        <p:nvSpPr>
          <p:cNvPr id="85" name="Metric 5A">
            <a:extLst>
              <a:ext uri="{FF2B5EF4-FFF2-40B4-BE49-F238E27FC236}">
                <a16:creationId xmlns:a16="http://schemas.microsoft.com/office/drawing/2014/main" id="{0F838669-964D-6207-C7C9-74E9EF983AB9}"/>
              </a:ext>
            </a:extLst>
          </p:cNvPr>
          <p:cNvSpPr>
            <a:spLocks noGrp="1"/>
          </p:cNvSpPr>
          <p:nvPr>
            <p:ph type="body" sz="quarter" idx="58" hasCustomPrompt="1"/>
          </p:nvPr>
        </p:nvSpPr>
        <p:spPr>
          <a:xfrm>
            <a:off x="9879577" y="3223534"/>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5A</a:t>
            </a:r>
          </a:p>
        </p:txBody>
      </p:sp>
      <p:sp>
        <p:nvSpPr>
          <p:cNvPr id="86" name="Text 5A">
            <a:extLst>
              <a:ext uri="{FF2B5EF4-FFF2-40B4-BE49-F238E27FC236}">
                <a16:creationId xmlns:a16="http://schemas.microsoft.com/office/drawing/2014/main" id="{BA3217C2-402B-6565-7AEF-FD8E30C32780}"/>
              </a:ext>
            </a:extLst>
          </p:cNvPr>
          <p:cNvSpPr>
            <a:spLocks noGrp="1"/>
          </p:cNvSpPr>
          <p:nvPr>
            <p:ph type="body" sz="quarter" idx="59" hasCustomPrompt="1"/>
          </p:nvPr>
        </p:nvSpPr>
        <p:spPr>
          <a:xfrm>
            <a:off x="9888629" y="3841821"/>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5A</a:t>
            </a:r>
          </a:p>
        </p:txBody>
      </p:sp>
      <p:sp>
        <p:nvSpPr>
          <p:cNvPr id="87" name="Metric 5B">
            <a:extLst>
              <a:ext uri="{FF2B5EF4-FFF2-40B4-BE49-F238E27FC236}">
                <a16:creationId xmlns:a16="http://schemas.microsoft.com/office/drawing/2014/main" id="{865498DB-7FA8-B1CA-4F9D-F5CF68129D83}"/>
              </a:ext>
            </a:extLst>
          </p:cNvPr>
          <p:cNvSpPr>
            <a:spLocks noGrp="1"/>
          </p:cNvSpPr>
          <p:nvPr>
            <p:ph type="body" sz="quarter" idx="60" hasCustomPrompt="1"/>
          </p:nvPr>
        </p:nvSpPr>
        <p:spPr>
          <a:xfrm>
            <a:off x="9888629" y="4347977"/>
            <a:ext cx="1849770" cy="438491"/>
          </a:xfrm>
          <a:prstGeom prst="rect">
            <a:avLst/>
          </a:prstGeom>
        </p:spPr>
        <p:txBody>
          <a:bodyPr anchor="ctr"/>
          <a:lstStyle>
            <a:lvl1pPr algn="ctr">
              <a:defRPr kumimoji="0" lang="en-US" sz="1600" b="1" i="0" u="none" strike="noStrike" kern="0" cap="none" spc="0" normalizeH="0" baseline="0" dirty="0">
                <a:ln>
                  <a:noFill/>
                </a:ln>
                <a:solidFill>
                  <a:srgbClr val="000000"/>
                </a:solidFill>
                <a:effectLst/>
                <a:uLnTx/>
                <a:uFillTx/>
                <a:latin typeface="Open Sans"/>
                <a:ea typeface="+mn-ea"/>
                <a:cs typeface="+mn-cs"/>
              </a:defRPr>
            </a:lvl1pPr>
          </a:lstStyle>
          <a:p>
            <a:pPr lvl="0"/>
            <a:r>
              <a:rPr lang="en-US"/>
              <a:t>Metric 5B</a:t>
            </a:r>
          </a:p>
        </p:txBody>
      </p:sp>
      <p:sp>
        <p:nvSpPr>
          <p:cNvPr id="88" name="Text 5B">
            <a:extLst>
              <a:ext uri="{FF2B5EF4-FFF2-40B4-BE49-F238E27FC236}">
                <a16:creationId xmlns:a16="http://schemas.microsoft.com/office/drawing/2014/main" id="{A39AE0AB-4D0E-F8E4-D221-FEBDCBD9F08E}"/>
              </a:ext>
            </a:extLst>
          </p:cNvPr>
          <p:cNvSpPr>
            <a:spLocks noGrp="1"/>
          </p:cNvSpPr>
          <p:nvPr>
            <p:ph type="body" sz="quarter" idx="61" hasCustomPrompt="1"/>
          </p:nvPr>
        </p:nvSpPr>
        <p:spPr>
          <a:xfrm>
            <a:off x="9879577" y="4966264"/>
            <a:ext cx="1849770" cy="245228"/>
          </a:xfrm>
          <a:prstGeom prst="rect">
            <a:avLst/>
          </a:prstGeom>
        </p:spPr>
        <p:txBody>
          <a:bodyPr anchor="ctr"/>
          <a:lstStyle>
            <a:lvl1pPr algn="ctr">
              <a:defRPr kumimoji="0" lang="en-US" sz="8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Text 5B</a:t>
            </a:r>
          </a:p>
        </p:txBody>
      </p:sp>
      <p:sp>
        <p:nvSpPr>
          <p:cNvPr id="89" name="Category 5">
            <a:extLst>
              <a:ext uri="{FF2B5EF4-FFF2-40B4-BE49-F238E27FC236}">
                <a16:creationId xmlns:a16="http://schemas.microsoft.com/office/drawing/2014/main" id="{F1A8F5A8-0AF1-577A-BE48-BA7D4E641529}"/>
              </a:ext>
            </a:extLst>
          </p:cNvPr>
          <p:cNvSpPr>
            <a:spLocks noGrp="1"/>
          </p:cNvSpPr>
          <p:nvPr>
            <p:ph type="body" sz="quarter" idx="62" hasCustomPrompt="1"/>
          </p:nvPr>
        </p:nvSpPr>
        <p:spPr>
          <a:xfrm>
            <a:off x="9873595" y="2649622"/>
            <a:ext cx="1849770" cy="245228"/>
          </a:xfrm>
          <a:prstGeom prst="rect">
            <a:avLst/>
          </a:prstGeom>
        </p:spPr>
        <p:txBody>
          <a:bodyPr anchor="ctr"/>
          <a:lstStyle>
            <a:lvl1pPr algn="ctr">
              <a:defRPr kumimoji="0" lang="en-US" sz="1200" b="1" i="0" u="none" strike="noStrike" kern="0" cap="none" spc="0" normalizeH="0" baseline="0" dirty="0">
                <a:ln>
                  <a:noFill/>
                </a:ln>
                <a:solidFill>
                  <a:srgbClr val="000000"/>
                </a:solidFill>
                <a:effectLst/>
                <a:uLnTx/>
                <a:uFillTx/>
                <a:latin typeface="Open Sans"/>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Category 5</a:t>
            </a:r>
          </a:p>
        </p:txBody>
      </p:sp>
      <p:sp>
        <p:nvSpPr>
          <p:cNvPr id="15" name="ai generated label">
            <a:extLst>
              <a:ext uri="{FF2B5EF4-FFF2-40B4-BE49-F238E27FC236}">
                <a16:creationId xmlns:a16="http://schemas.microsoft.com/office/drawing/2014/main" id="{75425E16-1DFB-B3B1-A083-2C5CBA892B4C}"/>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19" name="Slide Title">
            <a:extLst>
              <a:ext uri="{FF2B5EF4-FFF2-40B4-BE49-F238E27FC236}">
                <a16:creationId xmlns:a16="http://schemas.microsoft.com/office/drawing/2014/main" id="{A5C4F5E4-FBD8-4125-9DD8-AA2325D93FD5}"/>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
        <p:nvSpPr>
          <p:cNvPr id="5" name="Slide Subtitle">
            <a:extLst>
              <a:ext uri="{FF2B5EF4-FFF2-40B4-BE49-F238E27FC236}">
                <a16:creationId xmlns:a16="http://schemas.microsoft.com/office/drawing/2014/main" id="{C99BCC72-3680-CF58-2EA0-8BD99673452A}"/>
              </a:ext>
            </a:extLst>
          </p:cNvPr>
          <p:cNvSpPr>
            <a:spLocks noGrp="1"/>
          </p:cNvSpPr>
          <p:nvPr>
            <p:ph type="body" sz="quarter" idx="63"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
        <p:nvSpPr>
          <p:cNvPr id="18" name="Picture Placeholder 13">
            <a:extLst>
              <a:ext uri="{FF2B5EF4-FFF2-40B4-BE49-F238E27FC236}">
                <a16:creationId xmlns:a16="http://schemas.microsoft.com/office/drawing/2014/main" id="{A5456466-156E-0A0D-E217-9B918E3BC075}"/>
              </a:ext>
            </a:extLst>
          </p:cNvPr>
          <p:cNvSpPr>
            <a:spLocks noGrp="1" noChangeAspect="1"/>
          </p:cNvSpPr>
          <p:nvPr>
            <p:ph type="pic" sz="quarter" idx="64" hasCustomPrompt="1"/>
          </p:nvPr>
        </p:nvSpPr>
        <p:spPr>
          <a:xfrm>
            <a:off x="1298195" y="1909150"/>
            <a:ext cx="547674" cy="547674"/>
          </a:xfrm>
          <a:prstGeom prst="rect">
            <a:avLst/>
          </a:prstGeom>
        </p:spPr>
        <p:txBody>
          <a:bodyPr/>
          <a:lstStyle>
            <a:lvl1pPr marL="0" indent="0">
              <a:buNone/>
              <a:defRPr sz="800"/>
            </a:lvl1pPr>
          </a:lstStyle>
          <a:p>
            <a:r>
              <a:rPr lang="en-US"/>
              <a:t>{{ </a:t>
            </a:r>
            <a:r>
              <a:rPr lang="en-US" err="1"/>
              <a:t>white_circle</a:t>
            </a:r>
            <a:r>
              <a:rPr lang="en-US"/>
              <a:t> }}</a:t>
            </a:r>
          </a:p>
        </p:txBody>
      </p:sp>
      <p:sp>
        <p:nvSpPr>
          <p:cNvPr id="20" name="Picture Placeholder 13">
            <a:extLst>
              <a:ext uri="{FF2B5EF4-FFF2-40B4-BE49-F238E27FC236}">
                <a16:creationId xmlns:a16="http://schemas.microsoft.com/office/drawing/2014/main" id="{CCC123C4-0315-A5D2-AEAA-66ACEBDEB94B}"/>
              </a:ext>
            </a:extLst>
          </p:cNvPr>
          <p:cNvSpPr>
            <a:spLocks noGrp="1" noChangeAspect="1"/>
          </p:cNvSpPr>
          <p:nvPr>
            <p:ph type="pic" sz="quarter" idx="65" hasCustomPrompt="1"/>
          </p:nvPr>
        </p:nvSpPr>
        <p:spPr>
          <a:xfrm>
            <a:off x="3653621" y="1920452"/>
            <a:ext cx="547674" cy="547674"/>
          </a:xfrm>
          <a:prstGeom prst="rect">
            <a:avLst/>
          </a:prstGeom>
        </p:spPr>
        <p:txBody>
          <a:bodyPr/>
          <a:lstStyle>
            <a:lvl1pPr marL="0" indent="0">
              <a:buNone/>
              <a:defRPr sz="800"/>
            </a:lvl1pPr>
          </a:lstStyle>
          <a:p>
            <a:r>
              <a:rPr lang="en-US"/>
              <a:t>{{ </a:t>
            </a:r>
            <a:r>
              <a:rPr lang="en-US" err="1"/>
              <a:t>white_circle</a:t>
            </a:r>
            <a:r>
              <a:rPr lang="en-US"/>
              <a:t> }}</a:t>
            </a:r>
          </a:p>
        </p:txBody>
      </p:sp>
      <p:sp>
        <p:nvSpPr>
          <p:cNvPr id="30" name="Picture Placeholder 13">
            <a:extLst>
              <a:ext uri="{FF2B5EF4-FFF2-40B4-BE49-F238E27FC236}">
                <a16:creationId xmlns:a16="http://schemas.microsoft.com/office/drawing/2014/main" id="{A1D2BEF8-5602-7846-186C-FABAD31135EF}"/>
              </a:ext>
            </a:extLst>
          </p:cNvPr>
          <p:cNvSpPr>
            <a:spLocks noGrp="1" noChangeAspect="1"/>
          </p:cNvSpPr>
          <p:nvPr>
            <p:ph type="pic" sz="quarter" idx="67" hasCustomPrompt="1"/>
          </p:nvPr>
        </p:nvSpPr>
        <p:spPr>
          <a:xfrm>
            <a:off x="8222517" y="1900462"/>
            <a:ext cx="547674" cy="547674"/>
          </a:xfrm>
          <a:prstGeom prst="rect">
            <a:avLst/>
          </a:prstGeom>
        </p:spPr>
        <p:txBody>
          <a:bodyPr/>
          <a:lstStyle>
            <a:lvl1pPr marL="0" indent="0">
              <a:buNone/>
              <a:defRPr sz="800"/>
            </a:lvl1pPr>
          </a:lstStyle>
          <a:p>
            <a:r>
              <a:rPr lang="en-US"/>
              <a:t>{{ </a:t>
            </a:r>
            <a:r>
              <a:rPr lang="en-US" err="1"/>
              <a:t>white_circle</a:t>
            </a:r>
            <a:r>
              <a:rPr lang="en-US"/>
              <a:t> }}</a:t>
            </a:r>
          </a:p>
        </p:txBody>
      </p:sp>
      <p:sp>
        <p:nvSpPr>
          <p:cNvPr id="36" name="Picture Placeholder 13">
            <a:extLst>
              <a:ext uri="{FF2B5EF4-FFF2-40B4-BE49-F238E27FC236}">
                <a16:creationId xmlns:a16="http://schemas.microsoft.com/office/drawing/2014/main" id="{FE3FFF36-81D6-3C78-FEBC-03EB726A2743}"/>
              </a:ext>
            </a:extLst>
          </p:cNvPr>
          <p:cNvSpPr>
            <a:spLocks noGrp="1" noChangeAspect="1"/>
          </p:cNvSpPr>
          <p:nvPr>
            <p:ph type="pic" sz="quarter" idx="68" hasCustomPrompt="1"/>
          </p:nvPr>
        </p:nvSpPr>
        <p:spPr>
          <a:xfrm>
            <a:off x="5914407" y="1908636"/>
            <a:ext cx="547674" cy="547674"/>
          </a:xfrm>
          <a:prstGeom prst="rect">
            <a:avLst/>
          </a:prstGeom>
        </p:spPr>
        <p:txBody>
          <a:bodyPr/>
          <a:lstStyle>
            <a:lvl1pPr marL="0" indent="0">
              <a:buNone/>
              <a:defRPr sz="800"/>
            </a:lvl1pPr>
          </a:lstStyle>
          <a:p>
            <a:r>
              <a:rPr lang="en-US"/>
              <a:t>{{ </a:t>
            </a:r>
            <a:r>
              <a:rPr lang="en-US" err="1"/>
              <a:t>white_circle</a:t>
            </a:r>
            <a:r>
              <a:rPr lang="en-US"/>
              <a:t> }}</a:t>
            </a:r>
          </a:p>
        </p:txBody>
      </p:sp>
      <p:sp>
        <p:nvSpPr>
          <p:cNvPr id="47" name="Picture Placeholder 13">
            <a:extLst>
              <a:ext uri="{FF2B5EF4-FFF2-40B4-BE49-F238E27FC236}">
                <a16:creationId xmlns:a16="http://schemas.microsoft.com/office/drawing/2014/main" id="{AC454928-A6DA-DAA1-01D3-6D8B18BF06B5}"/>
              </a:ext>
            </a:extLst>
          </p:cNvPr>
          <p:cNvSpPr>
            <a:spLocks noGrp="1" noChangeAspect="1"/>
          </p:cNvSpPr>
          <p:nvPr>
            <p:ph type="pic" sz="quarter" idx="69" hasCustomPrompt="1"/>
          </p:nvPr>
        </p:nvSpPr>
        <p:spPr>
          <a:xfrm>
            <a:off x="10530624" y="1909149"/>
            <a:ext cx="547674" cy="547674"/>
          </a:xfrm>
          <a:prstGeom prst="rect">
            <a:avLst/>
          </a:prstGeom>
        </p:spPr>
        <p:txBody>
          <a:bodyPr/>
          <a:lstStyle>
            <a:lvl1pPr marL="0" indent="0">
              <a:buNone/>
              <a:defRPr sz="800"/>
            </a:lvl1pPr>
          </a:lstStyle>
          <a:p>
            <a:r>
              <a:rPr lang="en-US"/>
              <a:t>{{ </a:t>
            </a:r>
            <a:r>
              <a:rPr lang="en-US" err="1"/>
              <a:t>white_circle</a:t>
            </a:r>
            <a:r>
              <a:rPr lang="en-US"/>
              <a:t> }}</a:t>
            </a:r>
          </a:p>
        </p:txBody>
      </p:sp>
      <p:sp>
        <p:nvSpPr>
          <p:cNvPr id="65" name="Category 1 Icon">
            <a:extLst>
              <a:ext uri="{FF2B5EF4-FFF2-40B4-BE49-F238E27FC236}">
                <a16:creationId xmlns:a16="http://schemas.microsoft.com/office/drawing/2014/main" id="{991B0D0E-886C-F45D-11BA-A359A432A831}"/>
              </a:ext>
            </a:extLst>
          </p:cNvPr>
          <p:cNvSpPr>
            <a:spLocks noGrp="1"/>
          </p:cNvSpPr>
          <p:nvPr>
            <p:ph type="pic" sz="quarter" idx="33" hasCustomPrompt="1"/>
          </p:nvPr>
        </p:nvSpPr>
        <p:spPr>
          <a:xfrm>
            <a:off x="1298195" y="1909149"/>
            <a:ext cx="547674" cy="547161"/>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Category 1 Icon</a:t>
            </a:r>
          </a:p>
        </p:txBody>
      </p:sp>
      <p:sp>
        <p:nvSpPr>
          <p:cNvPr id="67" name="Category 3 Icon">
            <a:extLst>
              <a:ext uri="{FF2B5EF4-FFF2-40B4-BE49-F238E27FC236}">
                <a16:creationId xmlns:a16="http://schemas.microsoft.com/office/drawing/2014/main" id="{0D6BF74D-73F6-1E8E-6298-A283E314D212}"/>
              </a:ext>
            </a:extLst>
          </p:cNvPr>
          <p:cNvSpPr>
            <a:spLocks noGrp="1"/>
          </p:cNvSpPr>
          <p:nvPr>
            <p:ph type="pic" sz="quarter" idx="35" hasCustomPrompt="1"/>
          </p:nvPr>
        </p:nvSpPr>
        <p:spPr>
          <a:xfrm>
            <a:off x="5914407" y="1909149"/>
            <a:ext cx="547674" cy="547161"/>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Category 3 Icon</a:t>
            </a:r>
          </a:p>
        </p:txBody>
      </p:sp>
      <p:sp>
        <p:nvSpPr>
          <p:cNvPr id="68" name="Category 4 Icon">
            <a:extLst>
              <a:ext uri="{FF2B5EF4-FFF2-40B4-BE49-F238E27FC236}">
                <a16:creationId xmlns:a16="http://schemas.microsoft.com/office/drawing/2014/main" id="{D1F506AF-C82A-59F5-AFC8-BB1B26DE259B}"/>
              </a:ext>
            </a:extLst>
          </p:cNvPr>
          <p:cNvSpPr>
            <a:spLocks noGrp="1"/>
          </p:cNvSpPr>
          <p:nvPr>
            <p:ph type="pic" sz="quarter" idx="36" hasCustomPrompt="1"/>
          </p:nvPr>
        </p:nvSpPr>
        <p:spPr>
          <a:xfrm>
            <a:off x="8213464" y="1900162"/>
            <a:ext cx="547674" cy="547161"/>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Category 4 Icon</a:t>
            </a:r>
          </a:p>
        </p:txBody>
      </p:sp>
      <p:sp>
        <p:nvSpPr>
          <p:cNvPr id="69" name="Category 5 Icon">
            <a:extLst>
              <a:ext uri="{FF2B5EF4-FFF2-40B4-BE49-F238E27FC236}">
                <a16:creationId xmlns:a16="http://schemas.microsoft.com/office/drawing/2014/main" id="{1751AFDB-4B8A-ADC3-B848-682B789D2A2C}"/>
              </a:ext>
            </a:extLst>
          </p:cNvPr>
          <p:cNvSpPr>
            <a:spLocks noGrp="1"/>
          </p:cNvSpPr>
          <p:nvPr>
            <p:ph type="pic" sz="quarter" idx="37" hasCustomPrompt="1"/>
          </p:nvPr>
        </p:nvSpPr>
        <p:spPr>
          <a:xfrm>
            <a:off x="10524643" y="1909149"/>
            <a:ext cx="547674" cy="547161"/>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Category 5 Icon</a:t>
            </a:r>
          </a:p>
        </p:txBody>
      </p:sp>
      <p:sp>
        <p:nvSpPr>
          <p:cNvPr id="66" name="Category 2 Icon">
            <a:extLst>
              <a:ext uri="{FF2B5EF4-FFF2-40B4-BE49-F238E27FC236}">
                <a16:creationId xmlns:a16="http://schemas.microsoft.com/office/drawing/2014/main" id="{A20C22F0-23B1-7E29-FDD7-2C80DECDD7F3}"/>
              </a:ext>
            </a:extLst>
          </p:cNvPr>
          <p:cNvSpPr>
            <a:spLocks noGrp="1"/>
          </p:cNvSpPr>
          <p:nvPr>
            <p:ph type="pic" sz="quarter" idx="34" hasCustomPrompt="1"/>
          </p:nvPr>
        </p:nvSpPr>
        <p:spPr>
          <a:xfrm>
            <a:off x="3653621" y="1905282"/>
            <a:ext cx="547674" cy="558845"/>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Category 2 Icon</a:t>
            </a:r>
          </a:p>
        </p:txBody>
      </p:sp>
    </p:spTree>
    <p:extLst>
      <p:ext uri="{BB962C8B-B14F-4D97-AF65-F5344CB8AC3E}">
        <p14:creationId xmlns:p14="http://schemas.microsoft.com/office/powerpoint/2010/main" val="60497541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Creative headline 2">
    <p:spTree>
      <p:nvGrpSpPr>
        <p:cNvPr id="1" name=""/>
        <p:cNvGrpSpPr/>
        <p:nvPr/>
      </p:nvGrpSpPr>
      <p:grpSpPr>
        <a:xfrm>
          <a:off x="0" y="0"/>
          <a:ext cx="0" cy="0"/>
          <a:chOff x="0" y="0"/>
          <a:chExt cx="0" cy="0"/>
        </a:xfrm>
      </p:grpSpPr>
      <p:graphicFrame>
        <p:nvGraphicFramePr>
          <p:cNvPr id="64" name="Chart Placeholder 19">
            <a:extLst>
              <a:ext uri="{FF2B5EF4-FFF2-40B4-BE49-F238E27FC236}">
                <a16:creationId xmlns:a16="http://schemas.microsoft.com/office/drawing/2014/main" id="{37C620C3-718E-E21E-464A-B43A98E93FC3}"/>
              </a:ext>
            </a:extLst>
          </p:cNvPr>
          <p:cNvGraphicFramePr>
            <a:graphicFrameLocks/>
          </p:cNvGraphicFramePr>
          <p:nvPr userDrawn="1">
            <p:extLst>
              <p:ext uri="{D42A27DB-BD31-4B8C-83A1-F6EECF244321}">
                <p14:modId xmlns:p14="http://schemas.microsoft.com/office/powerpoint/2010/main" val="1097319349"/>
              </p:ext>
            </p:extLst>
          </p:nvPr>
        </p:nvGraphicFramePr>
        <p:xfrm>
          <a:off x="3023414" y="1274683"/>
          <a:ext cx="6190837" cy="5877163"/>
        </p:xfrm>
        <a:graphic>
          <a:graphicData uri="http://schemas.openxmlformats.org/drawingml/2006/chart">
            <c:chart xmlns:c="http://schemas.openxmlformats.org/drawingml/2006/chart" xmlns:r="http://schemas.openxmlformats.org/officeDocument/2006/relationships" r:id="rId2"/>
          </a:graphicData>
        </a:graphic>
      </p:graphicFrame>
      <p:sp>
        <p:nvSpPr>
          <p:cNvPr id="24" name="Oval 23">
            <a:extLst>
              <a:ext uri="{FF2B5EF4-FFF2-40B4-BE49-F238E27FC236}">
                <a16:creationId xmlns:a16="http://schemas.microsoft.com/office/drawing/2014/main" id="{E1873920-67B8-5985-2E3B-43A75DDF0546}"/>
              </a:ext>
            </a:extLst>
          </p:cNvPr>
          <p:cNvSpPr/>
          <p:nvPr userDrawn="1"/>
        </p:nvSpPr>
        <p:spPr bwMode="gray">
          <a:xfrm>
            <a:off x="5338205" y="3036721"/>
            <a:ext cx="1647799" cy="1701786"/>
          </a:xfrm>
          <a:prstGeom prst="ellipse">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ea typeface="+mn-ea"/>
              <a:cs typeface="+mn-cs"/>
            </a:endParaRPr>
          </a:p>
        </p:txBody>
      </p:sp>
      <p:cxnSp>
        <p:nvCxnSpPr>
          <p:cNvPr id="38" name="Straight Connector 37">
            <a:extLst>
              <a:ext uri="{FF2B5EF4-FFF2-40B4-BE49-F238E27FC236}">
                <a16:creationId xmlns:a16="http://schemas.microsoft.com/office/drawing/2014/main" id="{A7F26463-BF34-5450-588E-A60D1A7573F3}"/>
              </a:ext>
            </a:extLst>
          </p:cNvPr>
          <p:cNvCxnSpPr>
            <a:cxnSpLocks/>
          </p:cNvCxnSpPr>
          <p:nvPr userDrawn="1"/>
        </p:nvCxnSpPr>
        <p:spPr>
          <a:xfrm flipH="1" flipV="1">
            <a:off x="3918030" y="2128898"/>
            <a:ext cx="1138824" cy="657960"/>
          </a:xfrm>
          <a:prstGeom prst="line">
            <a:avLst/>
          </a:prstGeom>
          <a:ln w="38100">
            <a:solidFill>
              <a:srgbClr val="C4D6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E528833-A516-879E-95DF-FD1553DD59E5}"/>
              </a:ext>
            </a:extLst>
          </p:cNvPr>
          <p:cNvCxnSpPr>
            <a:cxnSpLocks/>
          </p:cNvCxnSpPr>
          <p:nvPr userDrawn="1"/>
        </p:nvCxnSpPr>
        <p:spPr>
          <a:xfrm flipH="1">
            <a:off x="3862594" y="4323532"/>
            <a:ext cx="739330" cy="455139"/>
          </a:xfrm>
          <a:prstGeom prst="line">
            <a:avLst/>
          </a:prstGeom>
          <a:ln w="38100">
            <a:solidFill>
              <a:srgbClr val="6FC2B4"/>
            </a:solidFill>
          </a:ln>
        </p:spPr>
        <p:style>
          <a:lnRef idx="1">
            <a:schemeClr val="accent2"/>
          </a:lnRef>
          <a:fillRef idx="0">
            <a:schemeClr val="accent2"/>
          </a:fillRef>
          <a:effectRef idx="0">
            <a:schemeClr val="accent2"/>
          </a:effectRef>
          <a:fontRef idx="minor">
            <a:schemeClr val="tx1"/>
          </a:fontRef>
        </p:style>
      </p:cxnSp>
      <p:cxnSp>
        <p:nvCxnSpPr>
          <p:cNvPr id="40" name="Straight Connector 39">
            <a:extLst>
              <a:ext uri="{FF2B5EF4-FFF2-40B4-BE49-F238E27FC236}">
                <a16:creationId xmlns:a16="http://schemas.microsoft.com/office/drawing/2014/main" id="{3EA33FF3-9618-F5DF-EA59-1A39C01666F0}"/>
              </a:ext>
            </a:extLst>
          </p:cNvPr>
          <p:cNvCxnSpPr>
            <a:cxnSpLocks/>
          </p:cNvCxnSpPr>
          <p:nvPr userDrawn="1"/>
        </p:nvCxnSpPr>
        <p:spPr>
          <a:xfrm flipH="1" flipV="1">
            <a:off x="949888" y="4775923"/>
            <a:ext cx="2924044" cy="2748"/>
          </a:xfrm>
          <a:prstGeom prst="line">
            <a:avLst/>
          </a:prstGeom>
          <a:ln w="38100">
            <a:solidFill>
              <a:srgbClr val="6FC2B4"/>
            </a:solidFill>
          </a:ln>
        </p:spPr>
        <p:style>
          <a:lnRef idx="1">
            <a:schemeClr val="accent2"/>
          </a:lnRef>
          <a:fillRef idx="0">
            <a:schemeClr val="accent2"/>
          </a:fillRef>
          <a:effectRef idx="0">
            <a:schemeClr val="accent2"/>
          </a:effectRef>
          <a:fontRef idx="minor">
            <a:schemeClr val="tx1"/>
          </a:fontRef>
        </p:style>
      </p:cxnSp>
      <p:cxnSp>
        <p:nvCxnSpPr>
          <p:cNvPr id="41" name="Straight Connector 40">
            <a:extLst>
              <a:ext uri="{FF2B5EF4-FFF2-40B4-BE49-F238E27FC236}">
                <a16:creationId xmlns:a16="http://schemas.microsoft.com/office/drawing/2014/main" id="{EC2E471D-E99F-3E9B-6C53-9E240EC823F9}"/>
              </a:ext>
            </a:extLst>
          </p:cNvPr>
          <p:cNvCxnSpPr>
            <a:cxnSpLocks/>
          </p:cNvCxnSpPr>
          <p:nvPr userDrawn="1"/>
        </p:nvCxnSpPr>
        <p:spPr>
          <a:xfrm flipH="1" flipV="1">
            <a:off x="961068" y="2128898"/>
            <a:ext cx="2965340" cy="1"/>
          </a:xfrm>
          <a:prstGeom prst="line">
            <a:avLst/>
          </a:prstGeom>
          <a:ln w="38100">
            <a:solidFill>
              <a:srgbClr val="C4D6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82040F0-CC8D-3B77-79DE-538C8CAF1F91}"/>
              </a:ext>
            </a:extLst>
          </p:cNvPr>
          <p:cNvCxnSpPr>
            <a:cxnSpLocks/>
          </p:cNvCxnSpPr>
          <p:nvPr userDrawn="1"/>
        </p:nvCxnSpPr>
        <p:spPr>
          <a:xfrm flipH="1">
            <a:off x="7554359" y="2124447"/>
            <a:ext cx="1098351" cy="743952"/>
          </a:xfrm>
          <a:prstGeom prst="line">
            <a:avLst/>
          </a:prstGeom>
          <a:ln w="38100">
            <a:solidFill>
              <a:schemeClr val="accent3"/>
            </a:solidFill>
          </a:ln>
        </p:spPr>
        <p:style>
          <a:lnRef idx="1">
            <a:schemeClr val="accent2"/>
          </a:lnRef>
          <a:fillRef idx="0">
            <a:schemeClr val="accent2"/>
          </a:fillRef>
          <a:effectRef idx="0">
            <a:schemeClr val="accent2"/>
          </a:effectRef>
          <a:fontRef idx="minor">
            <a:schemeClr val="tx1"/>
          </a:fontRef>
        </p:style>
      </p:cxnSp>
      <p:cxnSp>
        <p:nvCxnSpPr>
          <p:cNvPr id="43" name="Straight Connector 42">
            <a:extLst>
              <a:ext uri="{FF2B5EF4-FFF2-40B4-BE49-F238E27FC236}">
                <a16:creationId xmlns:a16="http://schemas.microsoft.com/office/drawing/2014/main" id="{D76C5888-14D9-003D-9056-2EBABDE5A3F5}"/>
              </a:ext>
            </a:extLst>
          </p:cNvPr>
          <p:cNvCxnSpPr>
            <a:cxnSpLocks/>
          </p:cNvCxnSpPr>
          <p:nvPr userDrawn="1"/>
        </p:nvCxnSpPr>
        <p:spPr>
          <a:xfrm flipH="1" flipV="1">
            <a:off x="7789728" y="4227853"/>
            <a:ext cx="867969" cy="567802"/>
          </a:xfrm>
          <a:prstGeom prst="line">
            <a:avLst/>
          </a:prstGeom>
          <a:ln w="381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44" name="Straight Connector 43">
            <a:extLst>
              <a:ext uri="{FF2B5EF4-FFF2-40B4-BE49-F238E27FC236}">
                <a16:creationId xmlns:a16="http://schemas.microsoft.com/office/drawing/2014/main" id="{95095135-8388-B507-26B0-E46BD679562B}"/>
              </a:ext>
            </a:extLst>
          </p:cNvPr>
          <p:cNvCxnSpPr>
            <a:cxnSpLocks/>
          </p:cNvCxnSpPr>
          <p:nvPr userDrawn="1"/>
        </p:nvCxnSpPr>
        <p:spPr>
          <a:xfrm flipH="1">
            <a:off x="8643562" y="2114766"/>
            <a:ext cx="2753315" cy="13334"/>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959EF9A-341A-A8B0-7852-1BF4B79C3F88}"/>
              </a:ext>
            </a:extLst>
          </p:cNvPr>
          <p:cNvCxnSpPr>
            <a:cxnSpLocks/>
          </p:cNvCxnSpPr>
          <p:nvPr userDrawn="1"/>
        </p:nvCxnSpPr>
        <p:spPr>
          <a:xfrm flipH="1" flipV="1">
            <a:off x="8652709" y="4795655"/>
            <a:ext cx="2581648" cy="1"/>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683A28DB-59FF-CF23-2D1C-4F67683761FF}"/>
              </a:ext>
            </a:extLst>
          </p:cNvPr>
          <p:cNvSpPr/>
          <p:nvPr userDrawn="1"/>
        </p:nvSpPr>
        <p:spPr bwMode="gray">
          <a:xfrm>
            <a:off x="5428561" y="3093633"/>
            <a:ext cx="1741370" cy="1683754"/>
          </a:xfrm>
          <a:prstGeom prst="ellipse">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ea typeface="+mn-ea"/>
              <a:cs typeface="+mn-cs"/>
            </a:endParaRPr>
          </a:p>
        </p:txBody>
      </p:sp>
      <p:sp>
        <p:nvSpPr>
          <p:cNvPr id="65" name="Idea 1">
            <a:extLst>
              <a:ext uri="{FF2B5EF4-FFF2-40B4-BE49-F238E27FC236}">
                <a16:creationId xmlns:a16="http://schemas.microsoft.com/office/drawing/2014/main" id="{0B13D061-18DE-1443-DE1B-74CE46517FC5}"/>
              </a:ext>
            </a:extLst>
          </p:cNvPr>
          <p:cNvSpPr>
            <a:spLocks noGrp="1"/>
          </p:cNvSpPr>
          <p:nvPr>
            <p:ph type="body" sz="quarter" idx="22" hasCustomPrompt="1"/>
          </p:nvPr>
        </p:nvSpPr>
        <p:spPr>
          <a:xfrm>
            <a:off x="1001576" y="1681828"/>
            <a:ext cx="1976159" cy="347472"/>
          </a:xfrm>
          <a:prstGeom prst="rect">
            <a:avLst/>
          </a:prstGeom>
        </p:spPr>
        <p:txBody>
          <a:bodyPr anchor="ctr">
            <a:normAutofit/>
          </a:bodyPr>
          <a:lstStyle>
            <a:lvl1pPr marL="0" indent="0" algn="l">
              <a:lnSpc>
                <a:spcPct val="100000"/>
              </a:lnSpc>
              <a:buNone/>
              <a:defRPr kumimoji="0" lang="en-US" sz="1600" b="1" i="0" u="none" strike="noStrike" kern="1200" cap="none" spc="0" normalizeH="0" baseline="0" dirty="0">
                <a:ln>
                  <a:noFill/>
                </a:ln>
                <a:solidFill>
                  <a:srgbClr val="000000"/>
                </a:solidFill>
                <a:effectLst/>
                <a:uLnTx/>
                <a:uFillTx/>
                <a:latin typeface="+mn-lt"/>
                <a:ea typeface="Open Sans" panose="020B0606030504020204" pitchFamily="34" charset="0"/>
                <a:cs typeface="Open Sans" panose="020B0606030504020204" pitchFamily="34" charset="0"/>
              </a:defRPr>
            </a:lvl1pPr>
            <a:lvl5pPr marL="1828800" indent="0">
              <a:buNone/>
              <a:defRPr/>
            </a:lvl5pPr>
          </a:lstStyle>
          <a:p>
            <a:pPr lvl="0"/>
            <a:r>
              <a:rPr lang="en-US"/>
              <a:t>Idea 1</a:t>
            </a:r>
          </a:p>
        </p:txBody>
      </p:sp>
      <p:sp>
        <p:nvSpPr>
          <p:cNvPr id="66" name="Idea 3">
            <a:extLst>
              <a:ext uri="{FF2B5EF4-FFF2-40B4-BE49-F238E27FC236}">
                <a16:creationId xmlns:a16="http://schemas.microsoft.com/office/drawing/2014/main" id="{0F4E6226-6963-605E-3E02-E07CDE21EC6F}"/>
              </a:ext>
            </a:extLst>
          </p:cNvPr>
          <p:cNvSpPr>
            <a:spLocks noGrp="1"/>
          </p:cNvSpPr>
          <p:nvPr>
            <p:ph type="body" sz="quarter" idx="23" hasCustomPrompt="1"/>
          </p:nvPr>
        </p:nvSpPr>
        <p:spPr>
          <a:xfrm>
            <a:off x="8897068" y="1681828"/>
            <a:ext cx="1976159" cy="347472"/>
          </a:xfrm>
          <a:prstGeom prst="rect">
            <a:avLst/>
          </a:prstGeom>
        </p:spPr>
        <p:txBody>
          <a:bodyPr anchor="ctr">
            <a:normAutofit/>
          </a:bodyPr>
          <a:lstStyle>
            <a:lvl1pPr marL="0" indent="0" algn="l">
              <a:lnSpc>
                <a:spcPct val="100000"/>
              </a:lnSpc>
              <a:buNone/>
              <a:defRPr kumimoji="0" lang="en-US" sz="1600" b="1" i="0" u="none" strike="noStrike" kern="1200" cap="none" spc="0" normalizeH="0" baseline="0" dirty="0">
                <a:ln>
                  <a:noFill/>
                </a:ln>
                <a:solidFill>
                  <a:srgbClr val="000000"/>
                </a:solidFill>
                <a:effectLst/>
                <a:uLnTx/>
                <a:uFillTx/>
                <a:latin typeface="+mn-lt"/>
                <a:ea typeface="Open Sans" panose="020B0606030504020204" pitchFamily="34" charset="0"/>
                <a:cs typeface="Open Sans" panose="020B0606030504020204" pitchFamily="34" charset="0"/>
              </a:defRPr>
            </a:lvl1pPr>
            <a:lvl5pPr marL="1828800" indent="0">
              <a:buNone/>
              <a:defRPr/>
            </a:lvl5pPr>
          </a:lstStyle>
          <a:p>
            <a:pPr lvl="0"/>
            <a:r>
              <a:rPr lang="en-US"/>
              <a:t>Idea 3</a:t>
            </a:r>
          </a:p>
        </p:txBody>
      </p:sp>
      <p:sp>
        <p:nvSpPr>
          <p:cNvPr id="67" name="Idea 2">
            <a:extLst>
              <a:ext uri="{FF2B5EF4-FFF2-40B4-BE49-F238E27FC236}">
                <a16:creationId xmlns:a16="http://schemas.microsoft.com/office/drawing/2014/main" id="{0C9731CD-B34F-82DA-31C1-3E8F1F917385}"/>
              </a:ext>
            </a:extLst>
          </p:cNvPr>
          <p:cNvSpPr>
            <a:spLocks noGrp="1"/>
          </p:cNvSpPr>
          <p:nvPr>
            <p:ph type="body" sz="quarter" idx="24" hasCustomPrompt="1"/>
          </p:nvPr>
        </p:nvSpPr>
        <p:spPr>
          <a:xfrm>
            <a:off x="1001576" y="4281658"/>
            <a:ext cx="1976159" cy="347472"/>
          </a:xfrm>
          <a:prstGeom prst="rect">
            <a:avLst/>
          </a:prstGeom>
        </p:spPr>
        <p:txBody>
          <a:bodyPr anchor="ctr">
            <a:normAutofit/>
          </a:bodyPr>
          <a:lstStyle>
            <a:lvl1pPr marL="0" indent="0" algn="l">
              <a:lnSpc>
                <a:spcPct val="100000"/>
              </a:lnSpc>
              <a:buNone/>
              <a:defRPr kumimoji="0" lang="en-US" sz="1600" b="1" i="0" u="none" strike="noStrike" kern="1200" cap="none" spc="0" normalizeH="0" baseline="0" dirty="0">
                <a:ln>
                  <a:noFill/>
                </a:ln>
                <a:solidFill>
                  <a:srgbClr val="000000"/>
                </a:solidFill>
                <a:effectLst/>
                <a:uLnTx/>
                <a:uFillTx/>
                <a:latin typeface="+mn-lt"/>
                <a:ea typeface="Open Sans" panose="020B0606030504020204" pitchFamily="34" charset="0"/>
                <a:cs typeface="Open Sans" panose="020B0606030504020204" pitchFamily="34" charset="0"/>
              </a:defRPr>
            </a:lvl1pPr>
            <a:lvl5pPr marL="1828800" indent="0">
              <a:buNone/>
              <a:defRPr/>
            </a:lvl5pPr>
          </a:lstStyle>
          <a:p>
            <a:pPr lvl="0"/>
            <a:r>
              <a:rPr lang="en-US"/>
              <a:t>Idea 2</a:t>
            </a:r>
          </a:p>
        </p:txBody>
      </p:sp>
      <p:sp>
        <p:nvSpPr>
          <p:cNvPr id="68" name="Idea 4">
            <a:extLst>
              <a:ext uri="{FF2B5EF4-FFF2-40B4-BE49-F238E27FC236}">
                <a16:creationId xmlns:a16="http://schemas.microsoft.com/office/drawing/2014/main" id="{6D051BDC-CA68-8BF1-4A0D-382935B3D4CE}"/>
              </a:ext>
            </a:extLst>
          </p:cNvPr>
          <p:cNvSpPr>
            <a:spLocks noGrp="1"/>
          </p:cNvSpPr>
          <p:nvPr>
            <p:ph type="body" sz="quarter" idx="25" hasCustomPrompt="1"/>
          </p:nvPr>
        </p:nvSpPr>
        <p:spPr>
          <a:xfrm>
            <a:off x="8897068" y="4281658"/>
            <a:ext cx="1976159" cy="347472"/>
          </a:xfrm>
          <a:prstGeom prst="rect">
            <a:avLst/>
          </a:prstGeom>
        </p:spPr>
        <p:txBody>
          <a:bodyPr anchor="ctr">
            <a:normAutofit/>
          </a:bodyPr>
          <a:lstStyle>
            <a:lvl1pPr marL="0" indent="0" algn="l">
              <a:lnSpc>
                <a:spcPct val="100000"/>
              </a:lnSpc>
              <a:buNone/>
              <a:defRPr kumimoji="0" lang="en-US" sz="1600" b="1" i="0" u="none" strike="noStrike" kern="1200" cap="none" spc="0" normalizeH="0" baseline="0" dirty="0">
                <a:ln>
                  <a:noFill/>
                </a:ln>
                <a:solidFill>
                  <a:srgbClr val="000000"/>
                </a:solidFill>
                <a:effectLst/>
                <a:uLnTx/>
                <a:uFillTx/>
                <a:latin typeface="+mn-lt"/>
                <a:ea typeface="Open Sans" panose="020B0606030504020204" pitchFamily="34" charset="0"/>
                <a:cs typeface="Open Sans" panose="020B0606030504020204" pitchFamily="34" charset="0"/>
              </a:defRPr>
            </a:lvl1pPr>
            <a:lvl5pPr marL="1828800" indent="0">
              <a:buNone/>
              <a:defRPr/>
            </a:lvl5pPr>
          </a:lstStyle>
          <a:p>
            <a:pPr lvl="0"/>
            <a:r>
              <a:rPr lang="en-US"/>
              <a:t>Idea 4</a:t>
            </a:r>
          </a:p>
        </p:txBody>
      </p:sp>
      <p:sp>
        <p:nvSpPr>
          <p:cNvPr id="69" name="Idea 1 Text">
            <a:extLst>
              <a:ext uri="{FF2B5EF4-FFF2-40B4-BE49-F238E27FC236}">
                <a16:creationId xmlns:a16="http://schemas.microsoft.com/office/drawing/2014/main" id="{CCB3B32E-73D9-FCB1-7949-BDCA6268F0A5}"/>
              </a:ext>
            </a:extLst>
          </p:cNvPr>
          <p:cNvSpPr>
            <a:spLocks noGrp="1"/>
          </p:cNvSpPr>
          <p:nvPr>
            <p:ph type="body" sz="quarter" idx="21" hasCustomPrompt="1"/>
          </p:nvPr>
        </p:nvSpPr>
        <p:spPr>
          <a:xfrm>
            <a:off x="775136" y="2257124"/>
            <a:ext cx="3107635" cy="1671281"/>
          </a:xfrm>
          <a:prstGeom prst="rect">
            <a:avLst/>
          </a:prstGeom>
        </p:spPr>
        <p:txBody>
          <a:bodyPr>
            <a:normAutofit/>
          </a:bodyPr>
          <a:lstStyle>
            <a:lvl1pPr marL="171450" indent="-171450" algn="l">
              <a:lnSpc>
                <a:spcPct val="100000"/>
              </a:lnSpc>
              <a:buFont typeface="Arial" panose="020B0604020202020204" pitchFamily="34" charset="0"/>
              <a:buChar char="•"/>
              <a:defRPr kumimoji="0" lang="en-US" sz="1050" b="0" i="0" u="none" strike="noStrike" kern="1200" cap="none" spc="0" normalizeH="0" baseline="0" dirty="0">
                <a:ln>
                  <a:noFill/>
                </a:ln>
                <a:solidFill>
                  <a:srgbClr val="000000"/>
                </a:solidFill>
                <a:effectLst/>
                <a:uLnTx/>
                <a:uFillTx/>
                <a:latin typeface="+mn-lt"/>
                <a:ea typeface="+mn-ea"/>
                <a:cs typeface="Open Sans"/>
              </a:defRPr>
            </a:lvl1pPr>
            <a:lvl5pPr marL="1828800" indent="0">
              <a:buNone/>
              <a:defRPr/>
            </a:lvl5pPr>
          </a:lstStyle>
          <a:p>
            <a:pPr marL="171450" marR="0" lvl="0" indent="-171450" algn="l" defTabSz="1219170" rtl="0" eaLnBrk="1" fontAlgn="auto" latinLnBrk="0" hangingPunct="1">
              <a:lnSpc>
                <a:spcPct val="106000"/>
              </a:lnSpc>
              <a:spcBef>
                <a:spcPts val="0"/>
              </a:spcBef>
              <a:spcAft>
                <a:spcPts val="600"/>
              </a:spcAft>
              <a:buClrTx/>
              <a:buSzPct val="100000"/>
              <a:tabLst/>
              <a:defRPr/>
            </a:pPr>
            <a:r>
              <a:rPr lang="en-US"/>
              <a:t>Idea 1 Text</a:t>
            </a:r>
          </a:p>
        </p:txBody>
      </p:sp>
      <p:sp>
        <p:nvSpPr>
          <p:cNvPr id="70" name="Idea 2 Text">
            <a:extLst>
              <a:ext uri="{FF2B5EF4-FFF2-40B4-BE49-F238E27FC236}">
                <a16:creationId xmlns:a16="http://schemas.microsoft.com/office/drawing/2014/main" id="{E6D67368-F490-536B-9232-7BDA20032A0E}"/>
              </a:ext>
            </a:extLst>
          </p:cNvPr>
          <p:cNvSpPr>
            <a:spLocks noGrp="1"/>
          </p:cNvSpPr>
          <p:nvPr>
            <p:ph type="body" sz="quarter" idx="26" hasCustomPrompt="1"/>
          </p:nvPr>
        </p:nvSpPr>
        <p:spPr>
          <a:xfrm>
            <a:off x="775136" y="4936300"/>
            <a:ext cx="3107635" cy="1671281"/>
          </a:xfrm>
          <a:prstGeom prst="rect">
            <a:avLst/>
          </a:prstGeom>
        </p:spPr>
        <p:txBody>
          <a:bodyPr>
            <a:normAutofit/>
          </a:bodyPr>
          <a:lstStyle>
            <a:lvl1pPr marL="171450" indent="-171450" algn="l">
              <a:lnSpc>
                <a:spcPct val="100000"/>
              </a:lnSpc>
              <a:buFont typeface="Arial" panose="020B0604020202020204" pitchFamily="34" charset="0"/>
              <a:buChar char="•"/>
              <a:defRPr kumimoji="0" lang="en-US" sz="1050" b="0" i="0" u="none" strike="noStrike" kern="1200" cap="none" spc="0" normalizeH="0" baseline="0" dirty="0">
                <a:ln>
                  <a:noFill/>
                </a:ln>
                <a:solidFill>
                  <a:srgbClr val="000000"/>
                </a:solidFill>
                <a:effectLst/>
                <a:uLnTx/>
                <a:uFillTx/>
                <a:latin typeface="+mn-lt"/>
                <a:ea typeface="+mn-ea"/>
                <a:cs typeface="Open Sans"/>
              </a:defRPr>
            </a:lvl1pPr>
            <a:lvl5pPr marL="1828800" indent="0">
              <a:buNone/>
              <a:defRPr/>
            </a:lvl5pPr>
          </a:lstStyle>
          <a:p>
            <a:pPr marL="171450" marR="0" lvl="0" indent="-171450" algn="l" defTabSz="1219170" rtl="0" eaLnBrk="1" fontAlgn="auto" latinLnBrk="0" hangingPunct="1">
              <a:lnSpc>
                <a:spcPct val="106000"/>
              </a:lnSpc>
              <a:spcBef>
                <a:spcPts val="0"/>
              </a:spcBef>
              <a:spcAft>
                <a:spcPts val="600"/>
              </a:spcAft>
              <a:buClrTx/>
              <a:buSzPct val="100000"/>
              <a:tabLst/>
              <a:defRPr/>
            </a:pPr>
            <a:r>
              <a:rPr lang="en-US"/>
              <a:t>Idea 2 Text</a:t>
            </a:r>
          </a:p>
        </p:txBody>
      </p:sp>
      <p:sp>
        <p:nvSpPr>
          <p:cNvPr id="71" name="Idea 3 Text">
            <a:extLst>
              <a:ext uri="{FF2B5EF4-FFF2-40B4-BE49-F238E27FC236}">
                <a16:creationId xmlns:a16="http://schemas.microsoft.com/office/drawing/2014/main" id="{A395787D-E696-E267-377B-AD8028CF9151}"/>
              </a:ext>
            </a:extLst>
          </p:cNvPr>
          <p:cNvSpPr>
            <a:spLocks noGrp="1"/>
          </p:cNvSpPr>
          <p:nvPr>
            <p:ph type="body" sz="quarter" idx="27" hasCustomPrompt="1"/>
          </p:nvPr>
        </p:nvSpPr>
        <p:spPr>
          <a:xfrm>
            <a:off x="8777379" y="2257124"/>
            <a:ext cx="3107635" cy="1671281"/>
          </a:xfrm>
          <a:prstGeom prst="rect">
            <a:avLst/>
          </a:prstGeom>
        </p:spPr>
        <p:txBody>
          <a:bodyPr>
            <a:normAutofit/>
          </a:bodyPr>
          <a:lstStyle>
            <a:lvl1pPr marL="171450" indent="-171450" algn="l">
              <a:lnSpc>
                <a:spcPct val="100000"/>
              </a:lnSpc>
              <a:buFont typeface="Arial" panose="020B0604020202020204" pitchFamily="34" charset="0"/>
              <a:buChar char="•"/>
              <a:defRPr kumimoji="0" lang="en-US" sz="1050" b="0" i="0" u="none" strike="noStrike" kern="1200" cap="none" spc="0" normalizeH="0" baseline="0" dirty="0">
                <a:ln>
                  <a:noFill/>
                </a:ln>
                <a:solidFill>
                  <a:srgbClr val="000000"/>
                </a:solidFill>
                <a:effectLst/>
                <a:uLnTx/>
                <a:uFillTx/>
                <a:latin typeface="+mn-lt"/>
                <a:ea typeface="+mn-ea"/>
                <a:cs typeface="Open Sans"/>
              </a:defRPr>
            </a:lvl1pPr>
            <a:lvl5pPr marL="1828800" indent="0">
              <a:buNone/>
              <a:defRPr/>
            </a:lvl5pPr>
          </a:lstStyle>
          <a:p>
            <a:pPr marL="171450" marR="0" lvl="0" indent="-171450" algn="l" defTabSz="1219170" rtl="0" eaLnBrk="1" fontAlgn="auto" latinLnBrk="0" hangingPunct="1">
              <a:lnSpc>
                <a:spcPct val="106000"/>
              </a:lnSpc>
              <a:spcBef>
                <a:spcPts val="0"/>
              </a:spcBef>
              <a:spcAft>
                <a:spcPts val="600"/>
              </a:spcAft>
              <a:buClrTx/>
              <a:buSzPct val="100000"/>
              <a:tabLst/>
              <a:defRPr/>
            </a:pPr>
            <a:r>
              <a:rPr lang="en-US"/>
              <a:t>Idea 3 Text</a:t>
            </a:r>
          </a:p>
        </p:txBody>
      </p:sp>
      <p:sp>
        <p:nvSpPr>
          <p:cNvPr id="72" name="Idea 4 Text">
            <a:extLst>
              <a:ext uri="{FF2B5EF4-FFF2-40B4-BE49-F238E27FC236}">
                <a16:creationId xmlns:a16="http://schemas.microsoft.com/office/drawing/2014/main" id="{E11589CD-092B-0E1C-CB3F-5F4D8E495154}"/>
              </a:ext>
            </a:extLst>
          </p:cNvPr>
          <p:cNvSpPr>
            <a:spLocks noGrp="1"/>
          </p:cNvSpPr>
          <p:nvPr>
            <p:ph type="body" sz="quarter" idx="28" hasCustomPrompt="1"/>
          </p:nvPr>
        </p:nvSpPr>
        <p:spPr>
          <a:xfrm>
            <a:off x="8777379" y="4936300"/>
            <a:ext cx="3107635" cy="1671281"/>
          </a:xfrm>
          <a:prstGeom prst="rect">
            <a:avLst/>
          </a:prstGeom>
        </p:spPr>
        <p:txBody>
          <a:bodyPr>
            <a:normAutofit/>
          </a:bodyPr>
          <a:lstStyle>
            <a:lvl1pPr marL="171450" indent="-171450" algn="l">
              <a:lnSpc>
                <a:spcPct val="100000"/>
              </a:lnSpc>
              <a:buFont typeface="Arial" panose="020B0604020202020204" pitchFamily="34" charset="0"/>
              <a:buChar char="•"/>
              <a:defRPr kumimoji="0" lang="en-US" sz="1050" b="0" i="0" u="none" strike="noStrike" kern="1200" cap="none" spc="0" normalizeH="0" baseline="0" dirty="0">
                <a:ln>
                  <a:noFill/>
                </a:ln>
                <a:solidFill>
                  <a:srgbClr val="000000"/>
                </a:solidFill>
                <a:effectLst/>
                <a:uLnTx/>
                <a:uFillTx/>
                <a:latin typeface="+mn-lt"/>
                <a:ea typeface="+mn-ea"/>
                <a:cs typeface="Open Sans"/>
              </a:defRPr>
            </a:lvl1pPr>
            <a:lvl5pPr marL="1828800" indent="0">
              <a:buNone/>
              <a:defRPr/>
            </a:lvl5pPr>
          </a:lstStyle>
          <a:p>
            <a:pPr marL="171450" marR="0" lvl="0" indent="-171450" algn="l" defTabSz="1219170" rtl="0" eaLnBrk="1" fontAlgn="auto" latinLnBrk="0" hangingPunct="1">
              <a:lnSpc>
                <a:spcPct val="106000"/>
              </a:lnSpc>
              <a:spcBef>
                <a:spcPts val="0"/>
              </a:spcBef>
              <a:spcAft>
                <a:spcPts val="600"/>
              </a:spcAft>
              <a:buClrTx/>
              <a:buSzPct val="100000"/>
              <a:tabLst/>
              <a:defRPr/>
            </a:pPr>
            <a:r>
              <a:rPr lang="en-US"/>
              <a:t>Idea 4 Text</a:t>
            </a:r>
          </a:p>
        </p:txBody>
      </p:sp>
      <p:sp>
        <p:nvSpPr>
          <p:cNvPr id="74" name="Text Placeholder 73">
            <a:extLst>
              <a:ext uri="{FF2B5EF4-FFF2-40B4-BE49-F238E27FC236}">
                <a16:creationId xmlns:a16="http://schemas.microsoft.com/office/drawing/2014/main" id="{ACBCFFB1-4C17-5A43-5AD2-20D82B961160}"/>
              </a:ext>
            </a:extLst>
          </p:cNvPr>
          <p:cNvSpPr>
            <a:spLocks noGrp="1"/>
          </p:cNvSpPr>
          <p:nvPr>
            <p:ph type="body" sz="quarter" idx="29" hasCustomPrompt="1"/>
          </p:nvPr>
        </p:nvSpPr>
        <p:spPr>
          <a:xfrm>
            <a:off x="5397500" y="5067300"/>
            <a:ext cx="1541391" cy="226993"/>
          </a:xfrm>
          <a:prstGeom prst="rect">
            <a:avLst/>
          </a:prstGeom>
        </p:spPr>
        <p:txBody>
          <a:bodyPr anchor="ctr"/>
          <a:lstStyle>
            <a:lvl1pPr algn="ctr">
              <a:defRPr kumimoji="0" lang="en-US" sz="1600" b="1" i="0" u="none" strike="noStrike" kern="0" cap="none" spc="0" normalizeH="0" baseline="0" dirty="0">
                <a:ln>
                  <a:noFill/>
                </a:ln>
                <a:solidFill>
                  <a:prstClr val="black"/>
                </a:solidFill>
                <a:effectLst/>
                <a:uLnTx/>
                <a:uFillTx/>
                <a:latin typeface="+mn-lt"/>
                <a:ea typeface="+mn-ea"/>
                <a:cs typeface="+mn-cs"/>
              </a:defRPr>
            </a:lvl1p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lang="en-US"/>
              <a:t>Focus Area</a:t>
            </a:r>
          </a:p>
        </p:txBody>
      </p:sp>
      <p:sp>
        <p:nvSpPr>
          <p:cNvPr id="79" name="T1">
            <a:extLst>
              <a:ext uri="{FF2B5EF4-FFF2-40B4-BE49-F238E27FC236}">
                <a16:creationId xmlns:a16="http://schemas.microsoft.com/office/drawing/2014/main" id="{391CBB6C-1E85-79AF-0DF6-41C3942252DD}"/>
              </a:ext>
            </a:extLst>
          </p:cNvPr>
          <p:cNvSpPr>
            <a:spLocks noGrp="1"/>
          </p:cNvSpPr>
          <p:nvPr>
            <p:ph type="pic" sz="quarter" idx="34" hasCustomPrompt="1"/>
          </p:nvPr>
        </p:nvSpPr>
        <p:spPr>
          <a:xfrm>
            <a:off x="4924075" y="2369425"/>
            <a:ext cx="659094" cy="56463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T1</a:t>
            </a:r>
          </a:p>
        </p:txBody>
      </p:sp>
      <p:sp>
        <p:nvSpPr>
          <p:cNvPr id="80" name="T3">
            <a:extLst>
              <a:ext uri="{FF2B5EF4-FFF2-40B4-BE49-F238E27FC236}">
                <a16:creationId xmlns:a16="http://schemas.microsoft.com/office/drawing/2014/main" id="{6448AC86-8DA5-1399-AE3B-50D0E3F53D38}"/>
              </a:ext>
            </a:extLst>
          </p:cNvPr>
          <p:cNvSpPr>
            <a:spLocks noGrp="1"/>
          </p:cNvSpPr>
          <p:nvPr>
            <p:ph type="pic" sz="quarter" idx="35" hasCustomPrompt="1"/>
          </p:nvPr>
        </p:nvSpPr>
        <p:spPr>
          <a:xfrm>
            <a:off x="4601924" y="4027768"/>
            <a:ext cx="659094" cy="56463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T2</a:t>
            </a:r>
          </a:p>
          <a:p>
            <a:endParaRPr lang="en-US"/>
          </a:p>
        </p:txBody>
      </p:sp>
      <p:sp>
        <p:nvSpPr>
          <p:cNvPr id="81" name="T3">
            <a:extLst>
              <a:ext uri="{FF2B5EF4-FFF2-40B4-BE49-F238E27FC236}">
                <a16:creationId xmlns:a16="http://schemas.microsoft.com/office/drawing/2014/main" id="{6EB0E453-4756-D935-4102-FAAE8AC68556}"/>
              </a:ext>
            </a:extLst>
          </p:cNvPr>
          <p:cNvSpPr>
            <a:spLocks noGrp="1"/>
          </p:cNvSpPr>
          <p:nvPr>
            <p:ph type="pic" sz="quarter" idx="36" hasCustomPrompt="1"/>
          </p:nvPr>
        </p:nvSpPr>
        <p:spPr>
          <a:xfrm>
            <a:off x="6835587" y="2369425"/>
            <a:ext cx="659094" cy="56463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T3</a:t>
            </a:r>
          </a:p>
          <a:p>
            <a:endParaRPr lang="en-US"/>
          </a:p>
        </p:txBody>
      </p:sp>
      <p:sp>
        <p:nvSpPr>
          <p:cNvPr id="82" name="T4">
            <a:extLst>
              <a:ext uri="{FF2B5EF4-FFF2-40B4-BE49-F238E27FC236}">
                <a16:creationId xmlns:a16="http://schemas.microsoft.com/office/drawing/2014/main" id="{CEEF32F0-ADBE-3C46-B62D-20D94203B517}"/>
              </a:ext>
            </a:extLst>
          </p:cNvPr>
          <p:cNvSpPr>
            <a:spLocks noGrp="1"/>
          </p:cNvSpPr>
          <p:nvPr>
            <p:ph type="pic" sz="quarter" idx="37" hasCustomPrompt="1"/>
          </p:nvPr>
        </p:nvSpPr>
        <p:spPr>
          <a:xfrm>
            <a:off x="7130634" y="4027768"/>
            <a:ext cx="659094" cy="564633"/>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T4</a:t>
            </a:r>
          </a:p>
          <a:p>
            <a:endParaRPr lang="en-US"/>
          </a:p>
        </p:txBody>
      </p:sp>
      <p:sp>
        <p:nvSpPr>
          <p:cNvPr id="3" name="ai generated label">
            <a:extLst>
              <a:ext uri="{FF2B5EF4-FFF2-40B4-BE49-F238E27FC236}">
                <a16:creationId xmlns:a16="http://schemas.microsoft.com/office/drawing/2014/main" id="{18E4AA5C-7902-7B9D-60BD-F759CD3D7E6D}"/>
              </a:ext>
            </a:extLst>
          </p:cNvPr>
          <p:cNvSpPr>
            <a:spLocks noGrp="1"/>
          </p:cNvSpPr>
          <p:nvPr>
            <p:ph type="body" sz="quarter" idx="38"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7" name="Slide Title">
            <a:extLst>
              <a:ext uri="{FF2B5EF4-FFF2-40B4-BE49-F238E27FC236}">
                <a16:creationId xmlns:a16="http://schemas.microsoft.com/office/drawing/2014/main" id="{14AB62D2-26C7-E6D2-A372-3DB20EC7C59D}"/>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
        <p:nvSpPr>
          <p:cNvPr id="5" name="Slide Subtitle">
            <a:extLst>
              <a:ext uri="{FF2B5EF4-FFF2-40B4-BE49-F238E27FC236}">
                <a16:creationId xmlns:a16="http://schemas.microsoft.com/office/drawing/2014/main" id="{82EF8012-C4DB-B39B-3B1C-89CF7AC1620D}"/>
              </a:ext>
            </a:extLst>
          </p:cNvPr>
          <p:cNvSpPr>
            <a:spLocks noGrp="1"/>
          </p:cNvSpPr>
          <p:nvPr>
            <p:ph type="body" sz="quarter" idx="41"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
        <p:nvSpPr>
          <p:cNvPr id="6" name="Content Placeholder 5">
            <a:extLst>
              <a:ext uri="{FF2B5EF4-FFF2-40B4-BE49-F238E27FC236}">
                <a16:creationId xmlns:a16="http://schemas.microsoft.com/office/drawing/2014/main" id="{912026CB-34C3-5EDA-95AB-1436F6543AEE}"/>
              </a:ext>
            </a:extLst>
          </p:cNvPr>
          <p:cNvSpPr>
            <a:spLocks noGrp="1"/>
          </p:cNvSpPr>
          <p:nvPr>
            <p:ph sz="quarter" idx="42" hasCustomPrompt="1"/>
          </p:nvPr>
        </p:nvSpPr>
        <p:spPr>
          <a:xfrm>
            <a:off x="4757351" y="2960902"/>
            <a:ext cx="1001242" cy="184666"/>
          </a:xfrm>
          <a:prstGeom prst="rect">
            <a:avLst/>
          </a:prstGeom>
        </p:spPr>
        <p:txBody>
          <a:bodyPr/>
          <a:lstStyle>
            <a:lvl1pPr algn="ctr">
              <a:spcBef>
                <a:spcPts val="200"/>
              </a:spcBef>
              <a:buSzPct val="100000"/>
              <a:defRPr b="1">
                <a:solidFill>
                  <a:schemeClr val="bg1"/>
                </a:solidFill>
              </a:defRPr>
            </a:lvl1pPr>
          </a:lstStyle>
          <a:p>
            <a:pPr algn="ctr">
              <a:spcBef>
                <a:spcPts val="200"/>
              </a:spcBef>
              <a:buSzPct val="100000"/>
            </a:pPr>
            <a:r>
              <a:rPr lang="en-US" sz="1200"/>
              <a:t>I1 Descriptor</a:t>
            </a:r>
          </a:p>
        </p:txBody>
      </p:sp>
      <p:sp>
        <p:nvSpPr>
          <p:cNvPr id="12" name="Content Placeholder 5">
            <a:extLst>
              <a:ext uri="{FF2B5EF4-FFF2-40B4-BE49-F238E27FC236}">
                <a16:creationId xmlns:a16="http://schemas.microsoft.com/office/drawing/2014/main" id="{1B75F593-39A1-8F1E-0016-7B808FFFDDF1}"/>
              </a:ext>
            </a:extLst>
          </p:cNvPr>
          <p:cNvSpPr>
            <a:spLocks noGrp="1"/>
          </p:cNvSpPr>
          <p:nvPr>
            <p:ph sz="quarter" idx="43" hasCustomPrompt="1"/>
          </p:nvPr>
        </p:nvSpPr>
        <p:spPr>
          <a:xfrm>
            <a:off x="4423454" y="4629659"/>
            <a:ext cx="1001242" cy="184666"/>
          </a:xfrm>
          <a:prstGeom prst="rect">
            <a:avLst/>
          </a:prstGeom>
        </p:spPr>
        <p:txBody>
          <a:bodyPr/>
          <a:lstStyle>
            <a:lvl1pPr algn="ctr">
              <a:spcBef>
                <a:spcPts val="200"/>
              </a:spcBef>
              <a:buSzPct val="100000"/>
              <a:defRPr b="1">
                <a:solidFill>
                  <a:schemeClr val="bg1"/>
                </a:solidFill>
              </a:defRPr>
            </a:lvl1pPr>
          </a:lstStyle>
          <a:p>
            <a:pPr algn="ctr">
              <a:spcBef>
                <a:spcPts val="200"/>
              </a:spcBef>
              <a:buSzPct val="100000"/>
            </a:pPr>
            <a:r>
              <a:rPr lang="en-US" sz="1200"/>
              <a:t>I2 Descriptor</a:t>
            </a:r>
          </a:p>
        </p:txBody>
      </p:sp>
      <p:sp>
        <p:nvSpPr>
          <p:cNvPr id="13" name="Content Placeholder 5">
            <a:extLst>
              <a:ext uri="{FF2B5EF4-FFF2-40B4-BE49-F238E27FC236}">
                <a16:creationId xmlns:a16="http://schemas.microsoft.com/office/drawing/2014/main" id="{482CFFD8-1AC8-90B9-225B-1ACDBA5EDC6F}"/>
              </a:ext>
            </a:extLst>
          </p:cNvPr>
          <p:cNvSpPr>
            <a:spLocks noGrp="1"/>
          </p:cNvSpPr>
          <p:nvPr>
            <p:ph sz="quarter" idx="44" hasCustomPrompt="1"/>
          </p:nvPr>
        </p:nvSpPr>
        <p:spPr>
          <a:xfrm>
            <a:off x="6655073" y="2960902"/>
            <a:ext cx="1001242" cy="184666"/>
          </a:xfrm>
          <a:prstGeom prst="rect">
            <a:avLst/>
          </a:prstGeom>
        </p:spPr>
        <p:txBody>
          <a:bodyPr/>
          <a:lstStyle>
            <a:lvl1pPr algn="ctr">
              <a:spcBef>
                <a:spcPts val="200"/>
              </a:spcBef>
              <a:buSzPct val="100000"/>
              <a:defRPr b="1">
                <a:solidFill>
                  <a:schemeClr val="bg1"/>
                </a:solidFill>
              </a:defRPr>
            </a:lvl1pPr>
          </a:lstStyle>
          <a:p>
            <a:pPr algn="ctr">
              <a:spcBef>
                <a:spcPts val="200"/>
              </a:spcBef>
              <a:buSzPct val="100000"/>
            </a:pPr>
            <a:r>
              <a:rPr lang="en-US" sz="1200"/>
              <a:t>I3 Descriptor</a:t>
            </a:r>
          </a:p>
        </p:txBody>
      </p:sp>
      <p:sp>
        <p:nvSpPr>
          <p:cNvPr id="14" name="Content Placeholder 5">
            <a:extLst>
              <a:ext uri="{FF2B5EF4-FFF2-40B4-BE49-F238E27FC236}">
                <a16:creationId xmlns:a16="http://schemas.microsoft.com/office/drawing/2014/main" id="{91ABB98D-78E3-4817-5250-CBF8458D2D4D}"/>
              </a:ext>
            </a:extLst>
          </p:cNvPr>
          <p:cNvSpPr>
            <a:spLocks noGrp="1"/>
          </p:cNvSpPr>
          <p:nvPr>
            <p:ph sz="quarter" idx="45" hasCustomPrompt="1"/>
          </p:nvPr>
        </p:nvSpPr>
        <p:spPr>
          <a:xfrm>
            <a:off x="6947587" y="4629659"/>
            <a:ext cx="1001242" cy="184666"/>
          </a:xfrm>
          <a:prstGeom prst="rect">
            <a:avLst/>
          </a:prstGeom>
        </p:spPr>
        <p:txBody>
          <a:bodyPr/>
          <a:lstStyle>
            <a:lvl1pPr algn="ctr">
              <a:spcBef>
                <a:spcPts val="200"/>
              </a:spcBef>
              <a:buSzPct val="100000"/>
              <a:defRPr b="1">
                <a:solidFill>
                  <a:schemeClr val="bg1"/>
                </a:solidFill>
              </a:defRPr>
            </a:lvl1pPr>
          </a:lstStyle>
          <a:p>
            <a:pPr algn="ctr">
              <a:spcBef>
                <a:spcPts val="200"/>
              </a:spcBef>
              <a:buSzPct val="100000"/>
            </a:pPr>
            <a:r>
              <a:rPr lang="en-US" sz="1200"/>
              <a:t>I4 Descriptor</a:t>
            </a:r>
          </a:p>
        </p:txBody>
      </p:sp>
      <p:cxnSp>
        <p:nvCxnSpPr>
          <p:cNvPr id="34" name="Straight Connector 33">
            <a:extLst>
              <a:ext uri="{FF2B5EF4-FFF2-40B4-BE49-F238E27FC236}">
                <a16:creationId xmlns:a16="http://schemas.microsoft.com/office/drawing/2014/main" id="{5C923BD5-725F-7C75-F2FA-E5D22EEF499E}"/>
              </a:ext>
            </a:extLst>
          </p:cNvPr>
          <p:cNvCxnSpPr>
            <a:cxnSpLocks/>
          </p:cNvCxnSpPr>
          <p:nvPr userDrawn="1"/>
        </p:nvCxnSpPr>
        <p:spPr>
          <a:xfrm flipH="1">
            <a:off x="3862594" y="4350427"/>
            <a:ext cx="739330" cy="455139"/>
          </a:xfrm>
          <a:prstGeom prst="line">
            <a:avLst/>
          </a:prstGeom>
          <a:ln w="38100">
            <a:solidFill>
              <a:srgbClr val="6FC2B4"/>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63854848"/>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Creative headline 2">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FEC7523-F348-DA21-4381-0D858B6E8ACB}"/>
              </a:ext>
            </a:extLst>
          </p:cNvPr>
          <p:cNvCxnSpPr>
            <a:cxnSpLocks/>
          </p:cNvCxnSpPr>
          <p:nvPr userDrawn="1"/>
        </p:nvCxnSpPr>
        <p:spPr>
          <a:xfrm>
            <a:off x="828423" y="1639112"/>
            <a:ext cx="526757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DBCB450-7B81-EBFC-E59A-A9ADECB7307E}"/>
              </a:ext>
            </a:extLst>
          </p:cNvPr>
          <p:cNvCxnSpPr>
            <a:cxnSpLocks/>
          </p:cNvCxnSpPr>
          <p:nvPr userDrawn="1"/>
        </p:nvCxnSpPr>
        <p:spPr>
          <a:xfrm>
            <a:off x="6300335" y="1639113"/>
            <a:ext cx="521302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A4A93A8-8307-9374-5F2D-58BFB7CEA776}"/>
              </a:ext>
            </a:extLst>
          </p:cNvPr>
          <p:cNvSpPr/>
          <p:nvPr/>
        </p:nvSpPr>
        <p:spPr>
          <a:xfrm>
            <a:off x="828423" y="3363698"/>
            <a:ext cx="5213022" cy="3010487"/>
          </a:xfrm>
          <a:prstGeom prst="rect">
            <a:avLst/>
          </a:prstGeom>
          <a:gradFill flip="none" rotWithShape="1">
            <a:gsLst>
              <a:gs pos="0">
                <a:srgbClr val="FAFAFA"/>
              </a:gs>
              <a:gs pos="100000">
                <a:schemeClr val="bg1">
                  <a:lumMod val="95000"/>
                </a:schemeClr>
              </a:gs>
            </a:gsLst>
            <a:lin ang="5400000" scaled="1"/>
            <a:tileRect/>
          </a:gra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cxnSp>
        <p:nvCxnSpPr>
          <p:cNvPr id="12" name="Straight Connector 11">
            <a:extLst>
              <a:ext uri="{FF2B5EF4-FFF2-40B4-BE49-F238E27FC236}">
                <a16:creationId xmlns:a16="http://schemas.microsoft.com/office/drawing/2014/main" id="{36C938F3-08E7-75E9-479C-E1BBD581F87F}"/>
              </a:ext>
            </a:extLst>
          </p:cNvPr>
          <p:cNvCxnSpPr>
            <a:cxnSpLocks/>
          </p:cNvCxnSpPr>
          <p:nvPr userDrawn="1"/>
        </p:nvCxnSpPr>
        <p:spPr>
          <a:xfrm>
            <a:off x="828423" y="3363699"/>
            <a:ext cx="521302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D978D5F-3BD2-AA13-3D14-669BD112E76D}"/>
              </a:ext>
            </a:extLst>
          </p:cNvPr>
          <p:cNvSpPr/>
          <p:nvPr userDrawn="1"/>
        </p:nvSpPr>
        <p:spPr>
          <a:xfrm>
            <a:off x="6300335" y="3363698"/>
            <a:ext cx="5213022" cy="3010523"/>
          </a:xfrm>
          <a:prstGeom prst="rect">
            <a:avLst/>
          </a:prstGeom>
          <a:gradFill flip="none" rotWithShape="1">
            <a:gsLst>
              <a:gs pos="0">
                <a:srgbClr val="FAFAFA"/>
              </a:gs>
              <a:gs pos="100000">
                <a:schemeClr val="bg1">
                  <a:lumMod val="95000"/>
                </a:schemeClr>
              </a:gs>
            </a:gsLst>
            <a:lin ang="5400000" scaled="1"/>
            <a:tileRect/>
          </a:gra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cxnSp>
        <p:nvCxnSpPr>
          <p:cNvPr id="19" name="Straight Connector 18">
            <a:extLst>
              <a:ext uri="{FF2B5EF4-FFF2-40B4-BE49-F238E27FC236}">
                <a16:creationId xmlns:a16="http://schemas.microsoft.com/office/drawing/2014/main" id="{84BDF8BC-23F8-28BD-2102-69232686E682}"/>
              </a:ext>
            </a:extLst>
          </p:cNvPr>
          <p:cNvCxnSpPr>
            <a:cxnSpLocks/>
          </p:cNvCxnSpPr>
          <p:nvPr userDrawn="1"/>
        </p:nvCxnSpPr>
        <p:spPr>
          <a:xfrm>
            <a:off x="6300335" y="3363699"/>
            <a:ext cx="521302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16">
            <a:extLst>
              <a:ext uri="{FF2B5EF4-FFF2-40B4-BE49-F238E27FC236}">
                <a16:creationId xmlns:a16="http://schemas.microsoft.com/office/drawing/2014/main" id="{44E7CE03-CDAA-B1B4-F803-0D5299EBE0A8}"/>
              </a:ext>
            </a:extLst>
          </p:cNvPr>
          <p:cNvSpPr>
            <a:spLocks noGrp="1"/>
          </p:cNvSpPr>
          <p:nvPr>
            <p:ph type="body" sz="quarter" idx="14" hasCustomPrompt="1"/>
          </p:nvPr>
        </p:nvSpPr>
        <p:spPr>
          <a:xfrm>
            <a:off x="2395602" y="1915599"/>
            <a:ext cx="3539881" cy="746407"/>
          </a:xfrm>
          <a:prstGeom prst="rect">
            <a:avLst/>
          </a:prstGeom>
        </p:spPr>
        <p:txBody>
          <a:bodyPr/>
          <a:lstStyle>
            <a:lvl1pPr>
              <a:defRPr lang="en-US" sz="2000" kern="1200" dirty="0" smtClean="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a:defRPr kumimoji="0" lang="en-US" sz="1200" b="1" u="none" strike="noStrike" kern="1200" cap="none" spc="0" normalizeH="0" baseline="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defRPr>
            </a:lvl2pPr>
          </a:lstStyle>
          <a:p>
            <a:pPr lvl="0"/>
            <a:r>
              <a:rPr lang="en-US"/>
              <a:t>Bio Name 1 </a:t>
            </a:r>
          </a:p>
        </p:txBody>
      </p:sp>
      <p:sp>
        <p:nvSpPr>
          <p:cNvPr id="23" name="Text Placeholder 16">
            <a:extLst>
              <a:ext uri="{FF2B5EF4-FFF2-40B4-BE49-F238E27FC236}">
                <a16:creationId xmlns:a16="http://schemas.microsoft.com/office/drawing/2014/main" id="{EFED7968-D3A4-6D48-FFA5-A11957AAAF10}"/>
              </a:ext>
            </a:extLst>
          </p:cNvPr>
          <p:cNvSpPr>
            <a:spLocks noGrp="1"/>
          </p:cNvSpPr>
          <p:nvPr>
            <p:ph type="body" sz="quarter" idx="15" hasCustomPrompt="1"/>
          </p:nvPr>
        </p:nvSpPr>
        <p:spPr>
          <a:xfrm>
            <a:off x="2395602" y="2767308"/>
            <a:ext cx="3539881" cy="245544"/>
          </a:xfrm>
          <a:prstGeom prst="rect">
            <a:avLst/>
          </a:prstGeom>
        </p:spPr>
        <p:txBody>
          <a:bodyPr/>
          <a:lstStyle>
            <a:lvl1pPr>
              <a:defRPr kumimoji="0" lang="en-US" sz="1200" b="1" u="none" strike="noStrike" kern="1200" cap="none" spc="0" normalizeH="0" baseline="0" dirty="0" smtClean="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defRPr>
            </a:lvl1pPr>
            <a:lvl2pPr>
              <a:defRPr kumimoji="0" lang="en-US" sz="1200" b="1" u="none" strike="noStrike" kern="1200" cap="none" spc="0" normalizeH="0" baseline="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defRPr>
            </a:lvl2pPr>
          </a:lstStyle>
          <a:p>
            <a:pPr lvl="0"/>
            <a:r>
              <a:rPr lang="en-US"/>
              <a:t>Role 1</a:t>
            </a:r>
          </a:p>
        </p:txBody>
      </p:sp>
      <p:sp>
        <p:nvSpPr>
          <p:cNvPr id="24" name="Text Placeholder 16">
            <a:extLst>
              <a:ext uri="{FF2B5EF4-FFF2-40B4-BE49-F238E27FC236}">
                <a16:creationId xmlns:a16="http://schemas.microsoft.com/office/drawing/2014/main" id="{69AD3B2F-5263-088C-22C7-23DAEF320BF7}"/>
              </a:ext>
            </a:extLst>
          </p:cNvPr>
          <p:cNvSpPr>
            <a:spLocks noGrp="1"/>
          </p:cNvSpPr>
          <p:nvPr>
            <p:ph type="body" sz="quarter" idx="16" hasCustomPrompt="1"/>
          </p:nvPr>
        </p:nvSpPr>
        <p:spPr>
          <a:xfrm>
            <a:off x="1334583" y="3631645"/>
            <a:ext cx="3645843" cy="245544"/>
          </a:xfrm>
          <a:prstGeom prst="rect">
            <a:avLst/>
          </a:prstGeom>
        </p:spPr>
        <p:txBody>
          <a:bodyPr/>
          <a:lstStyle>
            <a:lvl1pPr>
              <a:defRPr kumimoji="0" lang="en-US" sz="1200" u="none" strike="noStrike" kern="1200" cap="none" spc="0" normalizeH="0" baseline="0" dirty="0" smtClean="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defRPr>
            </a:lvl1pPr>
            <a:lvl2pPr>
              <a:defRPr kumimoji="0" lang="en-US" sz="900" b="1" i="0" u="none" strike="noStrike" kern="1200" cap="none" spc="100" normalizeH="0" baseline="0" dirty="0" smtClean="0">
                <a:ln>
                  <a:noFill/>
                </a:ln>
                <a:solidFill>
                  <a:srgbClr val="FFFFFF">
                    <a:lumMod val="65000"/>
                  </a:srgbClr>
                </a:solidFill>
                <a:effectLst/>
                <a:uLnTx/>
                <a:uFillTx/>
                <a:latin typeface="Open Sans"/>
                <a:ea typeface="Open Sans Light" panose="020B0306030504020204" pitchFamily="34" charset="0"/>
                <a:cs typeface="Open Sans Light" panose="020B0306030504020204" pitchFamily="34" charset="0"/>
              </a:defRPr>
            </a:lvl2pPr>
          </a:lstStyle>
          <a:p>
            <a:pPr marL="0" marR="0" lvl="1" indent="0" algn="l" defTabSz="914400" rtl="0" eaLnBrk="0" fontAlgn="auto" latinLnBrk="0" hangingPunct="0">
              <a:lnSpc>
                <a:spcPct val="90000"/>
              </a:lnSpc>
              <a:spcBef>
                <a:spcPts val="300"/>
              </a:spcBef>
              <a:spcAft>
                <a:spcPts val="0"/>
              </a:spcAft>
              <a:buClrTx/>
              <a:buSzPct val="100000"/>
              <a:buFontTx/>
              <a:buNone/>
              <a:tabLst>
                <a:tab pos="1544187" algn="l"/>
              </a:tabLst>
              <a:defRPr/>
            </a:pPr>
            <a:r>
              <a:rPr lang="en-US"/>
              <a:t>EXPERIENCE 1</a:t>
            </a:r>
          </a:p>
        </p:txBody>
      </p:sp>
      <p:sp>
        <p:nvSpPr>
          <p:cNvPr id="25" name="Text Placeholder 16">
            <a:extLst>
              <a:ext uri="{FF2B5EF4-FFF2-40B4-BE49-F238E27FC236}">
                <a16:creationId xmlns:a16="http://schemas.microsoft.com/office/drawing/2014/main" id="{BBF9DD16-6B44-D120-16D6-4C4721D21C9A}"/>
              </a:ext>
            </a:extLst>
          </p:cNvPr>
          <p:cNvSpPr>
            <a:spLocks noGrp="1"/>
          </p:cNvSpPr>
          <p:nvPr>
            <p:ph type="body" sz="quarter" idx="17" hasCustomPrompt="1"/>
          </p:nvPr>
        </p:nvSpPr>
        <p:spPr>
          <a:xfrm>
            <a:off x="7973476" y="1915599"/>
            <a:ext cx="3539881" cy="746407"/>
          </a:xfrm>
          <a:prstGeom prst="rect">
            <a:avLst/>
          </a:prstGeom>
        </p:spPr>
        <p:txBody>
          <a:bodyPr/>
          <a:lstStyle>
            <a:lvl1pPr>
              <a:defRPr lang="en-US" sz="2000" kern="1200" dirty="0" smtClean="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a:defRPr kumimoji="0" lang="en-US" sz="1200" b="1" u="none" strike="noStrike" kern="1200" cap="none" spc="0" normalizeH="0" baseline="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defRPr>
            </a:lvl2pPr>
          </a:lstStyle>
          <a:p>
            <a:pPr lvl="0"/>
            <a:r>
              <a:rPr lang="en-US"/>
              <a:t>Bio Name 2 </a:t>
            </a:r>
          </a:p>
        </p:txBody>
      </p:sp>
      <p:sp>
        <p:nvSpPr>
          <p:cNvPr id="26" name="Text Placeholder 16">
            <a:extLst>
              <a:ext uri="{FF2B5EF4-FFF2-40B4-BE49-F238E27FC236}">
                <a16:creationId xmlns:a16="http://schemas.microsoft.com/office/drawing/2014/main" id="{038DFC84-05F0-DE8C-79CB-59A6F3DD6FA8}"/>
              </a:ext>
            </a:extLst>
          </p:cNvPr>
          <p:cNvSpPr>
            <a:spLocks noGrp="1"/>
          </p:cNvSpPr>
          <p:nvPr>
            <p:ph type="body" sz="quarter" idx="18" hasCustomPrompt="1"/>
          </p:nvPr>
        </p:nvSpPr>
        <p:spPr>
          <a:xfrm>
            <a:off x="7973476" y="2767308"/>
            <a:ext cx="3539881" cy="245544"/>
          </a:xfrm>
          <a:prstGeom prst="rect">
            <a:avLst/>
          </a:prstGeom>
        </p:spPr>
        <p:txBody>
          <a:bodyPr/>
          <a:lstStyle>
            <a:lvl1pPr>
              <a:defRPr kumimoji="0" lang="en-US" sz="1200" b="1" u="none" strike="noStrike" kern="1200" cap="none" spc="0" normalizeH="0" baseline="0" dirty="0" smtClean="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defRPr>
            </a:lvl1pPr>
            <a:lvl2pPr>
              <a:defRPr kumimoji="0" lang="en-US" sz="1200" b="1" u="none" strike="noStrike" kern="1200" cap="none" spc="0" normalizeH="0" baseline="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defRPr>
            </a:lvl2pPr>
          </a:lstStyle>
          <a:p>
            <a:pPr lvl="0"/>
            <a:r>
              <a:rPr lang="en-US"/>
              <a:t>Role 2</a:t>
            </a:r>
          </a:p>
        </p:txBody>
      </p:sp>
      <p:sp>
        <p:nvSpPr>
          <p:cNvPr id="29" name="Text Placeholder 16">
            <a:extLst>
              <a:ext uri="{FF2B5EF4-FFF2-40B4-BE49-F238E27FC236}">
                <a16:creationId xmlns:a16="http://schemas.microsoft.com/office/drawing/2014/main" id="{6746C193-7BE3-9937-3EC9-83BD0590717A}"/>
              </a:ext>
            </a:extLst>
          </p:cNvPr>
          <p:cNvSpPr>
            <a:spLocks noGrp="1"/>
          </p:cNvSpPr>
          <p:nvPr>
            <p:ph type="body" sz="quarter" idx="19" hasCustomPrompt="1"/>
          </p:nvPr>
        </p:nvSpPr>
        <p:spPr>
          <a:xfrm>
            <a:off x="6627553" y="3631645"/>
            <a:ext cx="3645843" cy="245544"/>
          </a:xfrm>
          <a:prstGeom prst="rect">
            <a:avLst/>
          </a:prstGeom>
        </p:spPr>
        <p:txBody>
          <a:bodyPr/>
          <a:lstStyle>
            <a:lvl1pPr>
              <a:defRPr kumimoji="0" lang="en-US" sz="1200" u="none" strike="noStrike" kern="1200" cap="none" spc="0" normalizeH="0" baseline="0" dirty="0" smtClean="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defRPr>
            </a:lvl1pPr>
            <a:lvl2pPr>
              <a:defRPr kumimoji="0" lang="en-US" sz="900" b="1" i="0" u="none" strike="noStrike" kern="1200" cap="none" spc="100" normalizeH="0" baseline="0" dirty="0" smtClean="0">
                <a:ln>
                  <a:noFill/>
                </a:ln>
                <a:solidFill>
                  <a:srgbClr val="FFFFFF">
                    <a:lumMod val="65000"/>
                  </a:srgbClr>
                </a:solidFill>
                <a:effectLst/>
                <a:uLnTx/>
                <a:uFillTx/>
                <a:latin typeface="Open Sans"/>
                <a:ea typeface="Open Sans Light" panose="020B0306030504020204" pitchFamily="34" charset="0"/>
                <a:cs typeface="Open Sans Light" panose="020B0306030504020204" pitchFamily="34" charset="0"/>
              </a:defRPr>
            </a:lvl2pPr>
          </a:lstStyle>
          <a:p>
            <a:pPr marL="0" marR="0" lvl="1" indent="0" algn="l" defTabSz="914400" rtl="0" eaLnBrk="0" fontAlgn="auto" latinLnBrk="0" hangingPunct="0">
              <a:lnSpc>
                <a:spcPct val="90000"/>
              </a:lnSpc>
              <a:spcBef>
                <a:spcPts val="300"/>
              </a:spcBef>
              <a:spcAft>
                <a:spcPts val="0"/>
              </a:spcAft>
              <a:buClrTx/>
              <a:buSzPct val="100000"/>
              <a:buFontTx/>
              <a:buNone/>
              <a:tabLst>
                <a:tab pos="1544187" algn="l"/>
              </a:tabLst>
              <a:defRPr/>
            </a:pPr>
            <a:r>
              <a:rPr lang="en-US"/>
              <a:t>EXPERIENCE 2</a:t>
            </a:r>
          </a:p>
        </p:txBody>
      </p:sp>
      <p:sp>
        <p:nvSpPr>
          <p:cNvPr id="31" name="Text Placeholder 30">
            <a:extLst>
              <a:ext uri="{FF2B5EF4-FFF2-40B4-BE49-F238E27FC236}">
                <a16:creationId xmlns:a16="http://schemas.microsoft.com/office/drawing/2014/main" id="{60105581-FF3E-6C5B-E691-04E9C9C83AD4}"/>
              </a:ext>
            </a:extLst>
          </p:cNvPr>
          <p:cNvSpPr>
            <a:spLocks noGrp="1"/>
          </p:cNvSpPr>
          <p:nvPr>
            <p:ph type="body" sz="quarter" idx="20" hasCustomPrompt="1"/>
          </p:nvPr>
        </p:nvSpPr>
        <p:spPr>
          <a:xfrm>
            <a:off x="1352540" y="4013181"/>
            <a:ext cx="4282716" cy="2159914"/>
          </a:xfrm>
          <a:prstGeom prst="rect">
            <a:avLst/>
          </a:prstGeom>
        </p:spPr>
        <p:txBody>
          <a:bodyPr/>
          <a:lstStyle>
            <a:lvl1pPr>
              <a:spcAft>
                <a:spcPts val="600"/>
              </a:spcAft>
              <a:defRPr kumimoji="0" lang="en-US" sz="1200" b="0" i="0" u="none" strike="noStrike" kern="1200" cap="none" spc="0" normalizeH="0" baseline="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Bio 1 Text </a:t>
            </a:r>
          </a:p>
        </p:txBody>
      </p:sp>
      <p:sp>
        <p:nvSpPr>
          <p:cNvPr id="32" name="Text Placeholder 30">
            <a:extLst>
              <a:ext uri="{FF2B5EF4-FFF2-40B4-BE49-F238E27FC236}">
                <a16:creationId xmlns:a16="http://schemas.microsoft.com/office/drawing/2014/main" id="{BBFE56E9-9F22-BF1F-049C-C6B4EF3EEF51}"/>
              </a:ext>
            </a:extLst>
          </p:cNvPr>
          <p:cNvSpPr>
            <a:spLocks noGrp="1"/>
          </p:cNvSpPr>
          <p:nvPr>
            <p:ph type="body" sz="quarter" idx="21" hasCustomPrompt="1"/>
          </p:nvPr>
        </p:nvSpPr>
        <p:spPr>
          <a:xfrm>
            <a:off x="6627553" y="4013181"/>
            <a:ext cx="4282716" cy="2159914"/>
          </a:xfrm>
          <a:prstGeom prst="rect">
            <a:avLst/>
          </a:prstGeom>
        </p:spPr>
        <p:txBody>
          <a:bodyPr/>
          <a:lstStyle>
            <a:lvl1pPr>
              <a:spcAft>
                <a:spcPts val="600"/>
              </a:spcAft>
              <a:defRPr kumimoji="0" lang="en-US" sz="1200" b="0" i="0" u="none" strike="noStrike" kern="1200" cap="none" spc="0" normalizeH="0" baseline="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Bio 1 Text </a:t>
            </a:r>
          </a:p>
        </p:txBody>
      </p:sp>
      <p:sp>
        <p:nvSpPr>
          <p:cNvPr id="34" name="Picture Placeholder 33">
            <a:extLst>
              <a:ext uri="{FF2B5EF4-FFF2-40B4-BE49-F238E27FC236}">
                <a16:creationId xmlns:a16="http://schemas.microsoft.com/office/drawing/2014/main" id="{90D64994-1E41-93EC-CD69-2DBC24DFE4C0}"/>
              </a:ext>
            </a:extLst>
          </p:cNvPr>
          <p:cNvSpPr>
            <a:spLocks noGrp="1"/>
          </p:cNvSpPr>
          <p:nvPr>
            <p:ph type="pic" sz="quarter" idx="22" hasCustomPrompt="1"/>
          </p:nvPr>
        </p:nvSpPr>
        <p:spPr>
          <a:xfrm>
            <a:off x="828423" y="1907058"/>
            <a:ext cx="1280160" cy="1280160"/>
          </a:xfrm>
          <a:prstGeom prst="rect">
            <a:avLst/>
          </a:prstGeom>
        </p:spPr>
        <p:txBody>
          <a:bodyPr/>
          <a:lstStyle>
            <a:lvl1pPr>
              <a:defRPr/>
            </a:lvl1pPr>
          </a:lstStyle>
          <a:p>
            <a:r>
              <a:rPr lang="en-US" sz="1200"/>
              <a:t>{{ </a:t>
            </a:r>
            <a:r>
              <a:rPr lang="en-US" sz="1200" err="1"/>
              <a:t>dynamic_image_placeholder</a:t>
            </a:r>
            <a:r>
              <a:rPr lang="en-US" sz="1200"/>
              <a:t> }}</a:t>
            </a:r>
            <a:endParaRPr lang="en-US"/>
          </a:p>
        </p:txBody>
      </p:sp>
      <p:sp>
        <p:nvSpPr>
          <p:cNvPr id="37" name="Picture Placeholder 33">
            <a:extLst>
              <a:ext uri="{FF2B5EF4-FFF2-40B4-BE49-F238E27FC236}">
                <a16:creationId xmlns:a16="http://schemas.microsoft.com/office/drawing/2014/main" id="{AE551ED1-C85E-EDB8-E905-ACB23E149323}"/>
              </a:ext>
            </a:extLst>
          </p:cNvPr>
          <p:cNvSpPr>
            <a:spLocks noGrp="1"/>
          </p:cNvSpPr>
          <p:nvPr>
            <p:ph type="pic" sz="quarter" idx="23" hasCustomPrompt="1"/>
          </p:nvPr>
        </p:nvSpPr>
        <p:spPr>
          <a:xfrm>
            <a:off x="6314399" y="1915599"/>
            <a:ext cx="1280160" cy="1280160"/>
          </a:xfrm>
          <a:prstGeom prst="rect">
            <a:avLst/>
          </a:prstGeom>
        </p:spPr>
        <p:txBody>
          <a:bodyPr/>
          <a:lstStyle>
            <a:lvl1pPr>
              <a:defRPr/>
            </a:lvl1pPr>
          </a:lstStyle>
          <a:p>
            <a:r>
              <a:rPr lang="en-US" sz="1200"/>
              <a:t>{{ </a:t>
            </a:r>
            <a:r>
              <a:rPr lang="en-US" sz="1200" err="1"/>
              <a:t>dynamic_image_placeholder</a:t>
            </a:r>
            <a:r>
              <a:rPr lang="en-US" sz="1200"/>
              <a:t> }}</a:t>
            </a:r>
            <a:endParaRPr lang="en-US"/>
          </a:p>
        </p:txBody>
      </p:sp>
      <p:sp>
        <p:nvSpPr>
          <p:cNvPr id="7" name="ai generated label">
            <a:extLst>
              <a:ext uri="{FF2B5EF4-FFF2-40B4-BE49-F238E27FC236}">
                <a16:creationId xmlns:a16="http://schemas.microsoft.com/office/drawing/2014/main" id="{668B58F3-382C-AF1A-E2F7-E6185DC5EE1D}"/>
              </a:ext>
            </a:extLst>
          </p:cNvPr>
          <p:cNvSpPr>
            <a:spLocks noGrp="1"/>
          </p:cNvSpPr>
          <p:nvPr>
            <p:ph type="body" sz="quarter" idx="25"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14" name="Slide Title">
            <a:extLst>
              <a:ext uri="{FF2B5EF4-FFF2-40B4-BE49-F238E27FC236}">
                <a16:creationId xmlns:a16="http://schemas.microsoft.com/office/drawing/2014/main" id="{D14304FE-D639-298B-437A-C3BCA3D24902}"/>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
        <p:nvSpPr>
          <p:cNvPr id="5" name="Slide Subtitle">
            <a:extLst>
              <a:ext uri="{FF2B5EF4-FFF2-40B4-BE49-F238E27FC236}">
                <a16:creationId xmlns:a16="http://schemas.microsoft.com/office/drawing/2014/main" id="{3E5F2DCB-3345-7ADD-AAAF-2CC171A15D7C}"/>
              </a:ext>
            </a:extLst>
          </p:cNvPr>
          <p:cNvSpPr>
            <a:spLocks noGrp="1"/>
          </p:cNvSpPr>
          <p:nvPr>
            <p:ph type="body" sz="quarter" idx="41"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Tree>
    <p:extLst>
      <p:ext uri="{BB962C8B-B14F-4D97-AF65-F5344CB8AC3E}">
        <p14:creationId xmlns:p14="http://schemas.microsoft.com/office/powerpoint/2010/main" val="425985295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reative headline 2">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ED263CAA-DF9B-1332-564F-444B0615DEE5}"/>
              </a:ext>
            </a:extLst>
          </p:cNvPr>
          <p:cNvSpPr/>
          <p:nvPr userDrawn="1"/>
        </p:nvSpPr>
        <p:spPr>
          <a:xfrm>
            <a:off x="914400" y="2369043"/>
            <a:ext cx="4410688" cy="3657600"/>
          </a:xfrm>
          <a:prstGeom prst="rect">
            <a:avLst/>
          </a:prstGeom>
          <a:solidFill>
            <a:schemeClr val="bg1">
              <a:lumMod val="95000"/>
            </a:schemeClr>
          </a:solidFill>
        </p:spPr>
        <p:txBody>
          <a:bodyPr wrap="square" lIns="274320" tIns="182880" rIns="274320" bIns="18288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chemeClr val="accent1"/>
              </a:solidFill>
              <a:effectLst/>
              <a:uLnTx/>
              <a:uFillTx/>
              <a:ea typeface="+mn-ea"/>
              <a:cs typeface="Calibri" panose="020F0502020204030204" pitchFamily="34" charset="0"/>
            </a:endParaRPr>
          </a:p>
        </p:txBody>
      </p:sp>
      <p:sp>
        <p:nvSpPr>
          <p:cNvPr id="56" name="Rectangle 55">
            <a:extLst>
              <a:ext uri="{FF2B5EF4-FFF2-40B4-BE49-F238E27FC236}">
                <a16:creationId xmlns:a16="http://schemas.microsoft.com/office/drawing/2014/main" id="{3BC65E8A-7425-8896-C16F-C73A6D0C0A28}"/>
              </a:ext>
            </a:extLst>
          </p:cNvPr>
          <p:cNvSpPr/>
          <p:nvPr userDrawn="1"/>
        </p:nvSpPr>
        <p:spPr>
          <a:xfrm>
            <a:off x="7095512" y="2369043"/>
            <a:ext cx="4410688" cy="3657600"/>
          </a:xfrm>
          <a:prstGeom prst="rect">
            <a:avLst/>
          </a:prstGeom>
          <a:solidFill>
            <a:schemeClr val="bg1">
              <a:lumMod val="95000"/>
            </a:schemeClr>
          </a:solidFill>
        </p:spPr>
        <p:txBody>
          <a:bodyPr wrap="square" lIns="274320" tIns="182880" rIns="274320" bIns="18288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chemeClr val="accent1"/>
              </a:solidFill>
              <a:effectLst/>
              <a:uLnTx/>
              <a:uFillTx/>
              <a:ea typeface="+mn-ea"/>
              <a:cs typeface="Calibri" panose="020F0502020204030204" pitchFamily="34" charset="0"/>
            </a:endParaRPr>
          </a:p>
        </p:txBody>
      </p:sp>
      <p:sp>
        <p:nvSpPr>
          <p:cNvPr id="69" name="Key idea 1">
            <a:extLst>
              <a:ext uri="{FF2B5EF4-FFF2-40B4-BE49-F238E27FC236}">
                <a16:creationId xmlns:a16="http://schemas.microsoft.com/office/drawing/2014/main" id="{CECF1BCD-AF78-46D0-1EFF-60706FBC0157}"/>
              </a:ext>
            </a:extLst>
          </p:cNvPr>
          <p:cNvSpPr>
            <a:spLocks noGrp="1"/>
          </p:cNvSpPr>
          <p:nvPr>
            <p:ph type="body" sz="quarter" idx="17" hasCustomPrompt="1"/>
          </p:nvPr>
        </p:nvSpPr>
        <p:spPr>
          <a:xfrm>
            <a:off x="1188539" y="2694954"/>
            <a:ext cx="3768626" cy="1624619"/>
          </a:xfrm>
          <a:prstGeom prst="rect">
            <a:avLst/>
          </a:prstGeom>
        </p:spPr>
        <p:txBody>
          <a:bodyPr/>
          <a:lstStyle>
            <a:lvl1pPr>
              <a:defRPr sz="1800" b="1"/>
            </a:lvl1pPr>
          </a:lstStyle>
          <a:p>
            <a:pPr lvl="0"/>
            <a:r>
              <a:rPr lang="en-US"/>
              <a:t>Key idea 1</a:t>
            </a:r>
          </a:p>
        </p:txBody>
      </p:sp>
      <p:sp>
        <p:nvSpPr>
          <p:cNvPr id="70" name="Supporting idea 1">
            <a:extLst>
              <a:ext uri="{FF2B5EF4-FFF2-40B4-BE49-F238E27FC236}">
                <a16:creationId xmlns:a16="http://schemas.microsoft.com/office/drawing/2014/main" id="{81107654-0702-9DD1-258A-7B752DD6FFD1}"/>
              </a:ext>
            </a:extLst>
          </p:cNvPr>
          <p:cNvSpPr>
            <a:spLocks noGrp="1"/>
          </p:cNvSpPr>
          <p:nvPr>
            <p:ph type="body" sz="quarter" idx="18" hasCustomPrompt="1"/>
          </p:nvPr>
        </p:nvSpPr>
        <p:spPr>
          <a:xfrm>
            <a:off x="1188539" y="4619916"/>
            <a:ext cx="3768626" cy="1106384"/>
          </a:xfrm>
          <a:prstGeom prst="rect">
            <a:avLst/>
          </a:prstGeom>
        </p:spPr>
        <p:txBody>
          <a:bodyPr/>
          <a:lstStyle>
            <a:lvl1pPr>
              <a:defRPr sz="1800" b="0" i="1"/>
            </a:lvl1pPr>
          </a:lstStyle>
          <a:p>
            <a:pPr lvl="0"/>
            <a:r>
              <a:rPr lang="en-US"/>
              <a:t>Supporting idea 1</a:t>
            </a:r>
          </a:p>
        </p:txBody>
      </p:sp>
      <p:sp>
        <p:nvSpPr>
          <p:cNvPr id="75" name="Key idea 2">
            <a:extLst>
              <a:ext uri="{FF2B5EF4-FFF2-40B4-BE49-F238E27FC236}">
                <a16:creationId xmlns:a16="http://schemas.microsoft.com/office/drawing/2014/main" id="{40C61542-44E4-FD97-2C61-934782C017F8}"/>
              </a:ext>
            </a:extLst>
          </p:cNvPr>
          <p:cNvSpPr>
            <a:spLocks noGrp="1"/>
          </p:cNvSpPr>
          <p:nvPr>
            <p:ph type="body" sz="quarter" idx="19" hasCustomPrompt="1"/>
          </p:nvPr>
        </p:nvSpPr>
        <p:spPr>
          <a:xfrm>
            <a:off x="7454524" y="2694954"/>
            <a:ext cx="3768626" cy="1624619"/>
          </a:xfrm>
          <a:prstGeom prst="rect">
            <a:avLst/>
          </a:prstGeom>
        </p:spPr>
        <p:txBody>
          <a:bodyPr/>
          <a:lstStyle>
            <a:lvl1pPr>
              <a:defRPr sz="1800" b="1"/>
            </a:lvl1pPr>
          </a:lstStyle>
          <a:p>
            <a:pPr lvl="0"/>
            <a:r>
              <a:rPr lang="en-US"/>
              <a:t>Key idea 2</a:t>
            </a:r>
          </a:p>
        </p:txBody>
      </p:sp>
      <p:sp>
        <p:nvSpPr>
          <p:cNvPr id="76" name="Supporting idea 2">
            <a:extLst>
              <a:ext uri="{FF2B5EF4-FFF2-40B4-BE49-F238E27FC236}">
                <a16:creationId xmlns:a16="http://schemas.microsoft.com/office/drawing/2014/main" id="{A003C5D6-F402-4421-2C87-979EB746778B}"/>
              </a:ext>
            </a:extLst>
          </p:cNvPr>
          <p:cNvSpPr>
            <a:spLocks noGrp="1"/>
          </p:cNvSpPr>
          <p:nvPr>
            <p:ph type="body" sz="quarter" idx="20" hasCustomPrompt="1"/>
          </p:nvPr>
        </p:nvSpPr>
        <p:spPr>
          <a:xfrm>
            <a:off x="7454524" y="4619916"/>
            <a:ext cx="3768626" cy="1106384"/>
          </a:xfrm>
          <a:prstGeom prst="rect">
            <a:avLst/>
          </a:prstGeom>
        </p:spPr>
        <p:txBody>
          <a:bodyPr/>
          <a:lstStyle>
            <a:lvl1pPr>
              <a:defRPr sz="1800" b="0" i="1"/>
            </a:lvl1pPr>
          </a:lstStyle>
          <a:p>
            <a:pPr lvl="0"/>
            <a:r>
              <a:rPr lang="en-US"/>
              <a:t>Supporting idea 2</a:t>
            </a:r>
          </a:p>
        </p:txBody>
      </p:sp>
      <p:sp>
        <p:nvSpPr>
          <p:cNvPr id="3" name="ai generated label">
            <a:extLst>
              <a:ext uri="{FF2B5EF4-FFF2-40B4-BE49-F238E27FC236}">
                <a16:creationId xmlns:a16="http://schemas.microsoft.com/office/drawing/2014/main" id="{39466322-610D-5F2E-24F0-172572776299}"/>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7" name="Slide Title">
            <a:extLst>
              <a:ext uri="{FF2B5EF4-FFF2-40B4-BE49-F238E27FC236}">
                <a16:creationId xmlns:a16="http://schemas.microsoft.com/office/drawing/2014/main" id="{F1CCE6C5-FBB2-328B-5635-648F93434CAC}"/>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
        <p:nvSpPr>
          <p:cNvPr id="11" name="Isosceles Triangle 10">
            <a:extLst>
              <a:ext uri="{FF2B5EF4-FFF2-40B4-BE49-F238E27FC236}">
                <a16:creationId xmlns:a16="http://schemas.microsoft.com/office/drawing/2014/main" id="{00BAF109-A580-3A70-6A77-6F8444024BDB}"/>
              </a:ext>
            </a:extLst>
          </p:cNvPr>
          <p:cNvSpPr/>
          <p:nvPr userDrawn="1"/>
        </p:nvSpPr>
        <p:spPr bwMode="gray">
          <a:xfrm rot="5400000">
            <a:off x="4684378" y="3682476"/>
            <a:ext cx="2723950" cy="458639"/>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58" name="Group 57">
            <a:extLst>
              <a:ext uri="{FF2B5EF4-FFF2-40B4-BE49-F238E27FC236}">
                <a16:creationId xmlns:a16="http://schemas.microsoft.com/office/drawing/2014/main" id="{656C5B6A-D0A8-16D8-FDA7-D8DC1A7459F6}"/>
              </a:ext>
            </a:extLst>
          </p:cNvPr>
          <p:cNvGrpSpPr/>
          <p:nvPr userDrawn="1"/>
        </p:nvGrpSpPr>
        <p:grpSpPr>
          <a:xfrm>
            <a:off x="5601588" y="3625749"/>
            <a:ext cx="988824" cy="572094"/>
            <a:chOff x="5614266" y="4057353"/>
            <a:chExt cx="988824" cy="572094"/>
          </a:xfrm>
          <a:solidFill>
            <a:schemeClr val="accent1"/>
          </a:solidFill>
        </p:grpSpPr>
        <p:sp>
          <p:nvSpPr>
            <p:cNvPr id="59" name="Half Frame 58">
              <a:extLst>
                <a:ext uri="{FF2B5EF4-FFF2-40B4-BE49-F238E27FC236}">
                  <a16:creationId xmlns:a16="http://schemas.microsoft.com/office/drawing/2014/main" id="{F65E9A4A-E9AB-2DE7-4148-8F525F47B696}"/>
                </a:ext>
              </a:extLst>
            </p:cNvPr>
            <p:cNvSpPr/>
            <p:nvPr/>
          </p:nvSpPr>
          <p:spPr>
            <a:xfrm rot="8100000">
              <a:off x="6030996" y="4057353"/>
              <a:ext cx="572094" cy="572094"/>
            </a:xfrm>
            <a:prstGeom prst="halfFrame">
              <a:avLst>
                <a:gd name="adj1" fmla="val 17591"/>
                <a:gd name="adj2" fmla="val 1638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a:ea typeface="+mn-ea"/>
                <a:cs typeface="+mn-cs"/>
              </a:endParaRPr>
            </a:p>
          </p:txBody>
        </p:sp>
        <p:sp>
          <p:nvSpPr>
            <p:cNvPr id="60" name="Rectangle 59">
              <a:extLst>
                <a:ext uri="{FF2B5EF4-FFF2-40B4-BE49-F238E27FC236}">
                  <a16:creationId xmlns:a16="http://schemas.microsoft.com/office/drawing/2014/main" id="{6F4AF0D0-A7CE-102C-6754-E8CDE53F0063}"/>
                </a:ext>
              </a:extLst>
            </p:cNvPr>
            <p:cNvSpPr/>
            <p:nvPr/>
          </p:nvSpPr>
          <p:spPr>
            <a:xfrm>
              <a:off x="5614266" y="4292642"/>
              <a:ext cx="979933" cy="1067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grpSp>
      <p:sp>
        <p:nvSpPr>
          <p:cNvPr id="9" name="Text Placeholder 8">
            <a:extLst>
              <a:ext uri="{FF2B5EF4-FFF2-40B4-BE49-F238E27FC236}">
                <a16:creationId xmlns:a16="http://schemas.microsoft.com/office/drawing/2014/main" id="{66720364-BB4E-DF71-E055-F19D3A8351E1}"/>
              </a:ext>
            </a:extLst>
          </p:cNvPr>
          <p:cNvSpPr>
            <a:spLocks noGrp="1"/>
          </p:cNvSpPr>
          <p:nvPr>
            <p:ph type="body" sz="quarter" idx="25" hasCustomPrompt="1"/>
          </p:nvPr>
        </p:nvSpPr>
        <p:spPr>
          <a:xfrm>
            <a:off x="914400" y="1962811"/>
            <a:ext cx="3130062" cy="431800"/>
          </a:xfrm>
          <a:prstGeom prst="rect">
            <a:avLst/>
          </a:prstGeom>
          <a:solidFill>
            <a:srgbClr val="86BC25"/>
          </a:solidFill>
        </p:spPr>
        <p:txBody>
          <a:bodyPr anchor="ctr"/>
          <a:lstStyle>
            <a:lvl1pPr>
              <a:defRPr sz="1600" b="1">
                <a:solidFill>
                  <a:schemeClr val="bg1"/>
                </a:solidFill>
              </a:defRPr>
            </a:lvl1pPr>
          </a:lstStyle>
          <a:p>
            <a:pPr lvl="0"/>
            <a:r>
              <a:rPr lang="en-US"/>
              <a:t>LEFT SECTION TITLE</a:t>
            </a:r>
          </a:p>
        </p:txBody>
      </p:sp>
      <p:sp>
        <p:nvSpPr>
          <p:cNvPr id="10" name="Text Placeholder 8">
            <a:extLst>
              <a:ext uri="{FF2B5EF4-FFF2-40B4-BE49-F238E27FC236}">
                <a16:creationId xmlns:a16="http://schemas.microsoft.com/office/drawing/2014/main" id="{3D767320-FB4D-0107-29CA-A2500049A278}"/>
              </a:ext>
            </a:extLst>
          </p:cNvPr>
          <p:cNvSpPr>
            <a:spLocks noGrp="1"/>
          </p:cNvSpPr>
          <p:nvPr>
            <p:ph type="body" sz="quarter" idx="26" hasCustomPrompt="1"/>
          </p:nvPr>
        </p:nvSpPr>
        <p:spPr>
          <a:xfrm>
            <a:off x="7095512" y="1962811"/>
            <a:ext cx="3130062" cy="397010"/>
          </a:xfrm>
          <a:prstGeom prst="rect">
            <a:avLst/>
          </a:prstGeom>
          <a:solidFill>
            <a:srgbClr val="86BC25"/>
          </a:solidFill>
        </p:spPr>
        <p:txBody>
          <a:bodyPr anchor="ctr"/>
          <a:lstStyle>
            <a:lvl1pPr marL="0" marR="0" indent="0" algn="l" defTabSz="914400" rtl="0" eaLnBrk="1" fontAlgn="auto" latinLnBrk="0" hangingPunct="1">
              <a:lnSpc>
                <a:spcPct val="100000"/>
              </a:lnSpc>
              <a:spcBef>
                <a:spcPts val="0"/>
              </a:spcBef>
              <a:spcAft>
                <a:spcPts val="600"/>
              </a:spcAft>
              <a:buClrTx/>
              <a:buSzTx/>
              <a:buFontTx/>
              <a:buNone/>
              <a:tabLst/>
              <a:defRPr sz="1600" b="1">
                <a:solidFill>
                  <a:schemeClr val="bg1"/>
                </a:solidFill>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mn-lt"/>
                <a:ea typeface="+mn-ea"/>
                <a:cs typeface="Calibri" panose="020F0502020204030204" pitchFamily="34" charset="0"/>
              </a:rPr>
              <a:t>RIGHT SECTION TITLE</a:t>
            </a:r>
            <a:endParaRPr kumimoji="0" lang="en-US" sz="2100" b="0"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p:txBody>
      </p:sp>
      <p:sp>
        <p:nvSpPr>
          <p:cNvPr id="5" name="Slide Subtitle">
            <a:extLst>
              <a:ext uri="{FF2B5EF4-FFF2-40B4-BE49-F238E27FC236}">
                <a16:creationId xmlns:a16="http://schemas.microsoft.com/office/drawing/2014/main" id="{61304003-31E1-F1C6-BD7F-889426B3DFFE}"/>
              </a:ext>
            </a:extLst>
          </p:cNvPr>
          <p:cNvSpPr>
            <a:spLocks noGrp="1"/>
          </p:cNvSpPr>
          <p:nvPr>
            <p:ph type="body" sz="quarter" idx="41"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Tree>
    <p:extLst>
      <p:ext uri="{BB962C8B-B14F-4D97-AF65-F5344CB8AC3E}">
        <p14:creationId xmlns:p14="http://schemas.microsoft.com/office/powerpoint/2010/main" val="311078751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Creative headlin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B16543-290C-8C52-2B18-4327C4006BD8}"/>
              </a:ext>
            </a:extLst>
          </p:cNvPr>
          <p:cNvSpPr/>
          <p:nvPr userDrawn="1"/>
        </p:nvSpPr>
        <p:spPr>
          <a:xfrm>
            <a:off x="5505450" y="1926954"/>
            <a:ext cx="6198870" cy="4223403"/>
          </a:xfrm>
          <a:prstGeom prst="rect">
            <a:avLst/>
          </a:prstGeom>
          <a:solidFill>
            <a:schemeClr val="accent1">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8" name="Pentagon 2">
            <a:extLst>
              <a:ext uri="{FF2B5EF4-FFF2-40B4-BE49-F238E27FC236}">
                <a16:creationId xmlns:a16="http://schemas.microsoft.com/office/drawing/2014/main" id="{08B58D23-0259-9135-D75B-51EE121C8F87}"/>
              </a:ext>
            </a:extLst>
          </p:cNvPr>
          <p:cNvSpPr/>
          <p:nvPr userDrawn="1"/>
        </p:nvSpPr>
        <p:spPr>
          <a:xfrm>
            <a:off x="510203" y="1926953"/>
            <a:ext cx="5932171" cy="4223403"/>
          </a:xfrm>
          <a:custGeom>
            <a:avLst/>
            <a:gdLst>
              <a:gd name="connsiteX0" fmla="*/ 0 w 7905750"/>
              <a:gd name="connsiteY0" fmla="*/ 0 h 4425696"/>
              <a:gd name="connsiteX1" fmla="*/ 5692902 w 7905750"/>
              <a:gd name="connsiteY1" fmla="*/ 0 h 4425696"/>
              <a:gd name="connsiteX2" fmla="*/ 7905750 w 7905750"/>
              <a:gd name="connsiteY2" fmla="*/ 2212848 h 4425696"/>
              <a:gd name="connsiteX3" fmla="*/ 5692902 w 7905750"/>
              <a:gd name="connsiteY3" fmla="*/ 4425696 h 4425696"/>
              <a:gd name="connsiteX4" fmla="*/ 0 w 7905750"/>
              <a:gd name="connsiteY4" fmla="*/ 4425696 h 4425696"/>
              <a:gd name="connsiteX5" fmla="*/ 0 w 7905750"/>
              <a:gd name="connsiteY5" fmla="*/ 0 h 4425696"/>
              <a:gd name="connsiteX0" fmla="*/ 0 w 6534150"/>
              <a:gd name="connsiteY0" fmla="*/ 0 h 4425696"/>
              <a:gd name="connsiteX1" fmla="*/ 5692902 w 6534150"/>
              <a:gd name="connsiteY1" fmla="*/ 0 h 4425696"/>
              <a:gd name="connsiteX2" fmla="*/ 6534150 w 6534150"/>
              <a:gd name="connsiteY2" fmla="*/ 2212848 h 4425696"/>
              <a:gd name="connsiteX3" fmla="*/ 5692902 w 6534150"/>
              <a:gd name="connsiteY3" fmla="*/ 4425696 h 4425696"/>
              <a:gd name="connsiteX4" fmla="*/ 0 w 6534150"/>
              <a:gd name="connsiteY4" fmla="*/ 4425696 h 4425696"/>
              <a:gd name="connsiteX5" fmla="*/ 0 w 6534150"/>
              <a:gd name="connsiteY5"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4150" h="4425696">
                <a:moveTo>
                  <a:pt x="0" y="0"/>
                </a:moveTo>
                <a:lnTo>
                  <a:pt x="5692902" y="0"/>
                </a:lnTo>
                <a:lnTo>
                  <a:pt x="6534150" y="2212848"/>
                </a:lnTo>
                <a:lnTo>
                  <a:pt x="5692902" y="4425696"/>
                </a:lnTo>
                <a:lnTo>
                  <a:pt x="0" y="4425696"/>
                </a:lnTo>
                <a:lnTo>
                  <a:pt x="0" y="0"/>
                </a:lnTo>
                <a:close/>
              </a:path>
            </a:pathLst>
          </a:custGeom>
          <a:solidFill>
            <a:schemeClr val="bg1">
              <a:lumMod val="9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a:ea typeface="+mn-ea"/>
              <a:cs typeface="+mn-cs"/>
            </a:endParaRPr>
          </a:p>
        </p:txBody>
      </p:sp>
      <p:sp>
        <p:nvSpPr>
          <p:cNvPr id="30" name="Point 1L">
            <a:extLst>
              <a:ext uri="{FF2B5EF4-FFF2-40B4-BE49-F238E27FC236}">
                <a16:creationId xmlns:a16="http://schemas.microsoft.com/office/drawing/2014/main" id="{7CC50CAF-BC01-D011-31C8-F78C0A65B4A3}"/>
              </a:ext>
            </a:extLst>
          </p:cNvPr>
          <p:cNvSpPr>
            <a:spLocks noGrp="1"/>
          </p:cNvSpPr>
          <p:nvPr>
            <p:ph type="body" sz="quarter" idx="14" hasCustomPrompt="1"/>
          </p:nvPr>
        </p:nvSpPr>
        <p:spPr>
          <a:xfrm>
            <a:off x="823246" y="2998791"/>
            <a:ext cx="4572000" cy="25538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Point 1L</a:t>
            </a:r>
          </a:p>
        </p:txBody>
      </p:sp>
      <p:sp>
        <p:nvSpPr>
          <p:cNvPr id="31" name="Point 3L">
            <a:extLst>
              <a:ext uri="{FF2B5EF4-FFF2-40B4-BE49-F238E27FC236}">
                <a16:creationId xmlns:a16="http://schemas.microsoft.com/office/drawing/2014/main" id="{8A88B9A1-477E-AA2C-0C63-A4B06117BD03}"/>
              </a:ext>
            </a:extLst>
          </p:cNvPr>
          <p:cNvSpPr>
            <a:spLocks noGrp="1"/>
          </p:cNvSpPr>
          <p:nvPr>
            <p:ph type="body" sz="quarter" idx="15" hasCustomPrompt="1"/>
          </p:nvPr>
        </p:nvSpPr>
        <p:spPr>
          <a:xfrm>
            <a:off x="823246" y="5090819"/>
            <a:ext cx="4572000" cy="25538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Point 3L</a:t>
            </a:r>
          </a:p>
        </p:txBody>
      </p:sp>
      <p:sp>
        <p:nvSpPr>
          <p:cNvPr id="32" name="Point 2L">
            <a:extLst>
              <a:ext uri="{FF2B5EF4-FFF2-40B4-BE49-F238E27FC236}">
                <a16:creationId xmlns:a16="http://schemas.microsoft.com/office/drawing/2014/main" id="{6A097B02-FD1F-686F-53AF-B9DD2CFC7A13}"/>
              </a:ext>
            </a:extLst>
          </p:cNvPr>
          <p:cNvSpPr>
            <a:spLocks noGrp="1"/>
          </p:cNvSpPr>
          <p:nvPr>
            <p:ph type="body" sz="quarter" idx="16" hasCustomPrompt="1"/>
          </p:nvPr>
        </p:nvSpPr>
        <p:spPr>
          <a:xfrm>
            <a:off x="823246" y="4038655"/>
            <a:ext cx="4572000" cy="25538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Point 2L</a:t>
            </a:r>
          </a:p>
        </p:txBody>
      </p:sp>
      <p:sp>
        <p:nvSpPr>
          <p:cNvPr id="33" name="Point 1R">
            <a:extLst>
              <a:ext uri="{FF2B5EF4-FFF2-40B4-BE49-F238E27FC236}">
                <a16:creationId xmlns:a16="http://schemas.microsoft.com/office/drawing/2014/main" id="{EE301232-4617-F885-6952-74E59099F700}"/>
              </a:ext>
            </a:extLst>
          </p:cNvPr>
          <p:cNvSpPr>
            <a:spLocks noGrp="1"/>
          </p:cNvSpPr>
          <p:nvPr>
            <p:ph type="body" sz="quarter" idx="17" hasCustomPrompt="1"/>
          </p:nvPr>
        </p:nvSpPr>
        <p:spPr>
          <a:xfrm>
            <a:off x="6796754" y="2998791"/>
            <a:ext cx="4572000" cy="25538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Point 1R</a:t>
            </a:r>
          </a:p>
        </p:txBody>
      </p:sp>
      <p:sp>
        <p:nvSpPr>
          <p:cNvPr id="34" name="Point 3R">
            <a:extLst>
              <a:ext uri="{FF2B5EF4-FFF2-40B4-BE49-F238E27FC236}">
                <a16:creationId xmlns:a16="http://schemas.microsoft.com/office/drawing/2014/main" id="{F6BFF290-120B-D84B-9B8A-DB3F27878D73}"/>
              </a:ext>
            </a:extLst>
          </p:cNvPr>
          <p:cNvSpPr>
            <a:spLocks noGrp="1"/>
          </p:cNvSpPr>
          <p:nvPr>
            <p:ph type="body" sz="quarter" idx="18" hasCustomPrompt="1"/>
          </p:nvPr>
        </p:nvSpPr>
        <p:spPr>
          <a:xfrm>
            <a:off x="6796754" y="5090819"/>
            <a:ext cx="4572000" cy="25538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Point 3R</a:t>
            </a:r>
          </a:p>
        </p:txBody>
      </p:sp>
      <p:sp>
        <p:nvSpPr>
          <p:cNvPr id="35" name="Point 2R">
            <a:extLst>
              <a:ext uri="{FF2B5EF4-FFF2-40B4-BE49-F238E27FC236}">
                <a16:creationId xmlns:a16="http://schemas.microsoft.com/office/drawing/2014/main" id="{C1B9FD69-FEBF-29D3-031F-5352FBF4DD9B}"/>
              </a:ext>
            </a:extLst>
          </p:cNvPr>
          <p:cNvSpPr>
            <a:spLocks noGrp="1"/>
          </p:cNvSpPr>
          <p:nvPr>
            <p:ph type="body" sz="quarter" idx="19" hasCustomPrompt="1"/>
          </p:nvPr>
        </p:nvSpPr>
        <p:spPr>
          <a:xfrm>
            <a:off x="6796754" y="4038655"/>
            <a:ext cx="4572000" cy="255382"/>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Point 2R</a:t>
            </a:r>
          </a:p>
        </p:txBody>
      </p:sp>
      <p:sp>
        <p:nvSpPr>
          <p:cNvPr id="39" name="LEFT SECTION TITLE">
            <a:extLst>
              <a:ext uri="{FF2B5EF4-FFF2-40B4-BE49-F238E27FC236}">
                <a16:creationId xmlns:a16="http://schemas.microsoft.com/office/drawing/2014/main" id="{C25C49DE-634D-37B2-5A5E-6208705CDCEC}"/>
              </a:ext>
            </a:extLst>
          </p:cNvPr>
          <p:cNvSpPr>
            <a:spLocks noGrp="1"/>
          </p:cNvSpPr>
          <p:nvPr>
            <p:ph type="body" sz="quarter" idx="21" hasCustomPrompt="1"/>
          </p:nvPr>
        </p:nvSpPr>
        <p:spPr>
          <a:xfrm>
            <a:off x="2247169" y="2195811"/>
            <a:ext cx="2566558" cy="445179"/>
          </a:xfrm>
          <a:prstGeom prst="rect">
            <a:avLst/>
          </a:prstGeom>
        </p:spPr>
        <p:txBody>
          <a:bodyPr anchor="ctr"/>
          <a:lstStyle>
            <a:lvl1pPr>
              <a:defRPr sz="1800" b="1"/>
            </a:lvl1pPr>
          </a:lstStyle>
          <a:p>
            <a:pPr lvl="0"/>
            <a:r>
              <a:rPr lang="en-US"/>
              <a:t>LEFT SECTION TITLE</a:t>
            </a:r>
          </a:p>
        </p:txBody>
      </p:sp>
      <p:sp>
        <p:nvSpPr>
          <p:cNvPr id="40" name="RIGHT SECTION TITLE">
            <a:extLst>
              <a:ext uri="{FF2B5EF4-FFF2-40B4-BE49-F238E27FC236}">
                <a16:creationId xmlns:a16="http://schemas.microsoft.com/office/drawing/2014/main" id="{197576D7-1777-B7A2-5927-0F4D72F86D91}"/>
              </a:ext>
            </a:extLst>
          </p:cNvPr>
          <p:cNvSpPr>
            <a:spLocks noGrp="1"/>
          </p:cNvSpPr>
          <p:nvPr>
            <p:ph type="body" sz="quarter" idx="22" hasCustomPrompt="1"/>
          </p:nvPr>
        </p:nvSpPr>
        <p:spPr>
          <a:xfrm>
            <a:off x="8258530" y="2195811"/>
            <a:ext cx="2566558" cy="445179"/>
          </a:xfrm>
          <a:prstGeom prst="rect">
            <a:avLst/>
          </a:prstGeom>
        </p:spPr>
        <p:txBody>
          <a:bodyPr anchor="ctr"/>
          <a:lstStyle>
            <a:lvl1pPr>
              <a:defRPr sz="1800" b="1"/>
            </a:lvl1pPr>
          </a:lstStyle>
          <a:p>
            <a:pPr lvl="0"/>
            <a:r>
              <a:rPr lang="en-US"/>
              <a:t>RIGHT SECTION TITLE</a:t>
            </a:r>
          </a:p>
        </p:txBody>
      </p:sp>
      <p:sp>
        <p:nvSpPr>
          <p:cNvPr id="42" name="Column 1">
            <a:extLst>
              <a:ext uri="{FF2B5EF4-FFF2-40B4-BE49-F238E27FC236}">
                <a16:creationId xmlns:a16="http://schemas.microsoft.com/office/drawing/2014/main" id="{44DE877B-4405-A5B9-66A7-7C6371BF31F5}"/>
              </a:ext>
            </a:extLst>
          </p:cNvPr>
          <p:cNvSpPr>
            <a:spLocks noGrp="1"/>
          </p:cNvSpPr>
          <p:nvPr>
            <p:ph type="pic" sz="quarter" idx="32" hasCustomPrompt="1"/>
          </p:nvPr>
        </p:nvSpPr>
        <p:spPr>
          <a:xfrm>
            <a:off x="1366912" y="2099967"/>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Column 1</a:t>
            </a:r>
          </a:p>
          <a:p>
            <a:endParaRPr lang="en-US"/>
          </a:p>
        </p:txBody>
      </p:sp>
      <p:sp>
        <p:nvSpPr>
          <p:cNvPr id="43" name="Column 2">
            <a:extLst>
              <a:ext uri="{FF2B5EF4-FFF2-40B4-BE49-F238E27FC236}">
                <a16:creationId xmlns:a16="http://schemas.microsoft.com/office/drawing/2014/main" id="{462AF190-29BB-5642-2D35-E6C5FB5E68A8}"/>
              </a:ext>
            </a:extLst>
          </p:cNvPr>
          <p:cNvSpPr>
            <a:spLocks noGrp="1"/>
          </p:cNvSpPr>
          <p:nvPr>
            <p:ph type="pic" sz="quarter" idx="33" hasCustomPrompt="1"/>
          </p:nvPr>
        </p:nvSpPr>
        <p:spPr>
          <a:xfrm>
            <a:off x="7379298" y="2120304"/>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pPr marL="0" marR="0" lvl="0" indent="0" algn="l" defTabSz="1219170" rtl="0" eaLnBrk="1" fontAlgn="auto" latinLnBrk="0" hangingPunct="1">
              <a:lnSpc>
                <a:spcPct val="100000"/>
              </a:lnSpc>
              <a:spcBef>
                <a:spcPts val="0"/>
              </a:spcBef>
              <a:spcAft>
                <a:spcPts val="1333"/>
              </a:spcAft>
              <a:buClrTx/>
              <a:buSzPct val="100000"/>
              <a:buFontTx/>
              <a:buNone/>
              <a:tabLst/>
              <a:defRPr/>
            </a:pPr>
            <a:r>
              <a:rPr lang="en-US"/>
              <a:t>{{ </a:t>
            </a:r>
            <a:r>
              <a:rPr lang="en-US" err="1"/>
              <a:t>dynamic_icon_placeholder</a:t>
            </a:r>
            <a:r>
              <a:rPr lang="en-US"/>
              <a:t> }} Column 2</a:t>
            </a:r>
          </a:p>
          <a:p>
            <a:endParaRPr lang="en-US"/>
          </a:p>
        </p:txBody>
      </p:sp>
      <p:sp>
        <p:nvSpPr>
          <p:cNvPr id="9" name="Point 1L Details">
            <a:extLst>
              <a:ext uri="{FF2B5EF4-FFF2-40B4-BE49-F238E27FC236}">
                <a16:creationId xmlns:a16="http://schemas.microsoft.com/office/drawing/2014/main" id="{1ECFDD62-20FB-A18F-5439-EE07CEF5D0E0}"/>
              </a:ext>
            </a:extLst>
          </p:cNvPr>
          <p:cNvSpPr>
            <a:spLocks noGrp="1"/>
          </p:cNvSpPr>
          <p:nvPr>
            <p:ph type="body" sz="quarter" idx="34" hasCustomPrompt="1"/>
          </p:nvPr>
        </p:nvSpPr>
        <p:spPr>
          <a:xfrm>
            <a:off x="823913" y="3373438"/>
            <a:ext cx="4572000" cy="410584"/>
          </a:xfrm>
          <a:prstGeom prst="rect">
            <a:avLst/>
          </a:prstGeom>
        </p:spPr>
        <p:txBody>
          <a:bodyPr/>
          <a:lstStyle>
            <a:lvl1pPr>
              <a:defRPr/>
            </a:lvl1pPr>
          </a:lstStyle>
          <a:p>
            <a:pPr lvl="0"/>
            <a:r>
              <a:rPr lang="en-US"/>
              <a:t>Point 1L Details</a:t>
            </a:r>
          </a:p>
        </p:txBody>
      </p:sp>
      <p:sp>
        <p:nvSpPr>
          <p:cNvPr id="10" name="Point 2L Details">
            <a:extLst>
              <a:ext uri="{FF2B5EF4-FFF2-40B4-BE49-F238E27FC236}">
                <a16:creationId xmlns:a16="http://schemas.microsoft.com/office/drawing/2014/main" id="{24798A98-192B-7266-2E77-9B2EDED84E49}"/>
              </a:ext>
            </a:extLst>
          </p:cNvPr>
          <p:cNvSpPr>
            <a:spLocks noGrp="1"/>
          </p:cNvSpPr>
          <p:nvPr>
            <p:ph type="body" sz="quarter" idx="35" hasCustomPrompt="1"/>
          </p:nvPr>
        </p:nvSpPr>
        <p:spPr>
          <a:xfrm>
            <a:off x="823246" y="4396351"/>
            <a:ext cx="4572000" cy="410584"/>
          </a:xfrm>
          <a:prstGeom prst="rect">
            <a:avLst/>
          </a:prstGeom>
        </p:spPr>
        <p:txBody>
          <a:bodyPr/>
          <a:lstStyle>
            <a:lvl1pPr>
              <a:defRPr/>
            </a:lvl1pPr>
          </a:lstStyle>
          <a:p>
            <a:pPr lvl="0"/>
            <a:r>
              <a:rPr lang="en-US"/>
              <a:t>Point 2L Details</a:t>
            </a:r>
          </a:p>
        </p:txBody>
      </p:sp>
      <p:sp>
        <p:nvSpPr>
          <p:cNvPr id="11" name="Point 3L Details">
            <a:extLst>
              <a:ext uri="{FF2B5EF4-FFF2-40B4-BE49-F238E27FC236}">
                <a16:creationId xmlns:a16="http://schemas.microsoft.com/office/drawing/2014/main" id="{8DA0BD4B-AD4E-0382-802E-6AAB601CB106}"/>
              </a:ext>
            </a:extLst>
          </p:cNvPr>
          <p:cNvSpPr>
            <a:spLocks noGrp="1"/>
          </p:cNvSpPr>
          <p:nvPr>
            <p:ph type="body" sz="quarter" idx="36" hasCustomPrompt="1"/>
          </p:nvPr>
        </p:nvSpPr>
        <p:spPr>
          <a:xfrm>
            <a:off x="823246" y="5476576"/>
            <a:ext cx="4572000" cy="410584"/>
          </a:xfrm>
          <a:prstGeom prst="rect">
            <a:avLst/>
          </a:prstGeom>
        </p:spPr>
        <p:txBody>
          <a:bodyPr/>
          <a:lstStyle>
            <a:lvl1pPr>
              <a:defRPr/>
            </a:lvl1pPr>
          </a:lstStyle>
          <a:p>
            <a:pPr lvl="0"/>
            <a:r>
              <a:rPr lang="en-US"/>
              <a:t>Point 3L Details</a:t>
            </a:r>
          </a:p>
        </p:txBody>
      </p:sp>
      <p:sp>
        <p:nvSpPr>
          <p:cNvPr id="12" name="Point 1R Details">
            <a:extLst>
              <a:ext uri="{FF2B5EF4-FFF2-40B4-BE49-F238E27FC236}">
                <a16:creationId xmlns:a16="http://schemas.microsoft.com/office/drawing/2014/main" id="{9DEBA60A-A00C-0FCD-571A-D0094AA6AF34}"/>
              </a:ext>
            </a:extLst>
          </p:cNvPr>
          <p:cNvSpPr>
            <a:spLocks noGrp="1"/>
          </p:cNvSpPr>
          <p:nvPr>
            <p:ph type="body" sz="quarter" idx="37" hasCustomPrompt="1"/>
          </p:nvPr>
        </p:nvSpPr>
        <p:spPr>
          <a:xfrm>
            <a:off x="6796754" y="3373438"/>
            <a:ext cx="4572000" cy="410584"/>
          </a:xfrm>
          <a:prstGeom prst="rect">
            <a:avLst/>
          </a:prstGeom>
        </p:spPr>
        <p:txBody>
          <a:bodyPr/>
          <a:lstStyle>
            <a:lvl1pPr>
              <a:defRPr/>
            </a:lvl1pPr>
          </a:lstStyle>
          <a:p>
            <a:pPr lvl="0"/>
            <a:r>
              <a:rPr lang="en-US"/>
              <a:t>Point 1R Details</a:t>
            </a:r>
          </a:p>
        </p:txBody>
      </p:sp>
      <p:sp>
        <p:nvSpPr>
          <p:cNvPr id="13" name="Point 2R Details">
            <a:extLst>
              <a:ext uri="{FF2B5EF4-FFF2-40B4-BE49-F238E27FC236}">
                <a16:creationId xmlns:a16="http://schemas.microsoft.com/office/drawing/2014/main" id="{304ECEAA-65EA-7CE1-0584-2DFFC4FD2CC1}"/>
              </a:ext>
            </a:extLst>
          </p:cNvPr>
          <p:cNvSpPr>
            <a:spLocks noGrp="1"/>
          </p:cNvSpPr>
          <p:nvPr>
            <p:ph type="body" sz="quarter" idx="38" hasCustomPrompt="1"/>
          </p:nvPr>
        </p:nvSpPr>
        <p:spPr>
          <a:xfrm>
            <a:off x="6796754" y="4396351"/>
            <a:ext cx="4572000" cy="410584"/>
          </a:xfrm>
          <a:prstGeom prst="rect">
            <a:avLst/>
          </a:prstGeom>
        </p:spPr>
        <p:txBody>
          <a:bodyPr/>
          <a:lstStyle>
            <a:lvl1pPr>
              <a:defRPr/>
            </a:lvl1pPr>
          </a:lstStyle>
          <a:p>
            <a:pPr lvl="0"/>
            <a:r>
              <a:rPr lang="en-US"/>
              <a:t>Point 2R Details</a:t>
            </a:r>
          </a:p>
        </p:txBody>
      </p:sp>
      <p:sp>
        <p:nvSpPr>
          <p:cNvPr id="14" name="Point 3R Details">
            <a:extLst>
              <a:ext uri="{FF2B5EF4-FFF2-40B4-BE49-F238E27FC236}">
                <a16:creationId xmlns:a16="http://schemas.microsoft.com/office/drawing/2014/main" id="{447F1FAF-02E0-0E55-9BF4-542639D81C02}"/>
              </a:ext>
            </a:extLst>
          </p:cNvPr>
          <p:cNvSpPr>
            <a:spLocks noGrp="1"/>
          </p:cNvSpPr>
          <p:nvPr>
            <p:ph type="body" sz="quarter" idx="39" hasCustomPrompt="1"/>
          </p:nvPr>
        </p:nvSpPr>
        <p:spPr>
          <a:xfrm>
            <a:off x="6787347" y="5476576"/>
            <a:ext cx="4572000" cy="410584"/>
          </a:xfrm>
          <a:prstGeom prst="rect">
            <a:avLst/>
          </a:prstGeom>
        </p:spPr>
        <p:txBody>
          <a:bodyPr/>
          <a:lstStyle>
            <a:lvl1pPr>
              <a:defRPr/>
            </a:lvl1pPr>
          </a:lstStyle>
          <a:p>
            <a:pPr lvl="0"/>
            <a:r>
              <a:rPr lang="en-US"/>
              <a:t>Point 3R Details</a:t>
            </a:r>
          </a:p>
        </p:txBody>
      </p:sp>
      <p:sp>
        <p:nvSpPr>
          <p:cNvPr id="3" name="ai generated label">
            <a:extLst>
              <a:ext uri="{FF2B5EF4-FFF2-40B4-BE49-F238E27FC236}">
                <a16:creationId xmlns:a16="http://schemas.microsoft.com/office/drawing/2014/main" id="{A97AB05A-B14D-68C7-1E78-88C8241BB3F7}"/>
              </a:ext>
            </a:extLst>
          </p:cNvPr>
          <p:cNvSpPr>
            <a:spLocks noGrp="1"/>
          </p:cNvSpPr>
          <p:nvPr>
            <p:ph type="body" sz="quarter" idx="40"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15" name="Slide Title">
            <a:extLst>
              <a:ext uri="{FF2B5EF4-FFF2-40B4-BE49-F238E27FC236}">
                <a16:creationId xmlns:a16="http://schemas.microsoft.com/office/drawing/2014/main" id="{B29B0413-6D62-BA2F-C178-038232DD7ADC}"/>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
        <p:nvSpPr>
          <p:cNvPr id="5" name="Slide Subtitle">
            <a:extLst>
              <a:ext uri="{FF2B5EF4-FFF2-40B4-BE49-F238E27FC236}">
                <a16:creationId xmlns:a16="http://schemas.microsoft.com/office/drawing/2014/main" id="{4F1AB22C-AE4D-3C78-1B1D-BA5BF21B2317}"/>
              </a:ext>
            </a:extLst>
          </p:cNvPr>
          <p:cNvSpPr>
            <a:spLocks noGrp="1"/>
          </p:cNvSpPr>
          <p:nvPr>
            <p:ph type="body" sz="quarter" idx="41"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Tree>
    <p:extLst>
      <p:ext uri="{BB962C8B-B14F-4D97-AF65-F5344CB8AC3E}">
        <p14:creationId xmlns:p14="http://schemas.microsoft.com/office/powerpoint/2010/main" val="365155372"/>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tandard headline 1">
    <p:spTree>
      <p:nvGrpSpPr>
        <p:cNvPr id="1" name=""/>
        <p:cNvGrpSpPr/>
        <p:nvPr/>
      </p:nvGrpSpPr>
      <p:grpSpPr>
        <a:xfrm>
          <a:off x="0" y="0"/>
          <a:ext cx="0" cy="0"/>
          <a:chOff x="0" y="0"/>
          <a:chExt cx="0" cy="0"/>
        </a:xfrm>
      </p:grpSpPr>
      <p:sp>
        <p:nvSpPr>
          <p:cNvPr id="18" name="Slide Title">
            <a:extLst>
              <a:ext uri="{FF2B5EF4-FFF2-40B4-BE49-F238E27FC236}">
                <a16:creationId xmlns:a16="http://schemas.microsoft.com/office/drawing/2014/main" id="{A791C14F-ED57-4012-8301-39F6E6B9EEC6}"/>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lumMod val="85000"/>
                    <a:lumOff val="1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Slide Title</a:t>
            </a:r>
          </a:p>
        </p:txBody>
      </p:sp>
      <p:cxnSp>
        <p:nvCxnSpPr>
          <p:cNvPr id="2" name="Straight Connector 1">
            <a:extLst>
              <a:ext uri="{FF2B5EF4-FFF2-40B4-BE49-F238E27FC236}">
                <a16:creationId xmlns:a16="http://schemas.microsoft.com/office/drawing/2014/main" id="{7A73405F-B857-05EE-8A70-D1EEB2727357}"/>
              </a:ext>
            </a:extLst>
          </p:cNvPr>
          <p:cNvCxnSpPr>
            <a:cxnSpLocks/>
          </p:cNvCxnSpPr>
          <p:nvPr userDrawn="1"/>
        </p:nvCxnSpPr>
        <p:spPr>
          <a:xfrm>
            <a:off x="6187005" y="2120810"/>
            <a:ext cx="5445759" cy="0"/>
          </a:xfrm>
          <a:prstGeom prst="line">
            <a:avLst/>
          </a:prstGeom>
          <a:ln w="53975" cmpd="sng">
            <a:solidFill>
              <a:srgbClr val="009A44"/>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00A6E8CE-7579-E095-8E65-528C70878CED}"/>
              </a:ext>
            </a:extLst>
          </p:cNvPr>
          <p:cNvCxnSpPr>
            <a:cxnSpLocks/>
          </p:cNvCxnSpPr>
          <p:nvPr userDrawn="1"/>
        </p:nvCxnSpPr>
        <p:spPr>
          <a:xfrm>
            <a:off x="493786" y="2120810"/>
            <a:ext cx="5394961" cy="0"/>
          </a:xfrm>
          <a:prstGeom prst="line">
            <a:avLst/>
          </a:prstGeom>
          <a:ln w="53975" cmpd="sng">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5654F04-2309-CAED-9C52-F70EA2645187}"/>
              </a:ext>
            </a:extLst>
          </p:cNvPr>
          <p:cNvCxnSpPr/>
          <p:nvPr userDrawn="1"/>
        </p:nvCxnSpPr>
        <p:spPr>
          <a:xfrm>
            <a:off x="1281975" y="2606266"/>
            <a:ext cx="201168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DB7C139-1E34-245B-E68A-2857C2925CC1}"/>
              </a:ext>
            </a:extLst>
          </p:cNvPr>
          <p:cNvCxnSpPr>
            <a:cxnSpLocks/>
          </p:cNvCxnSpPr>
          <p:nvPr userDrawn="1"/>
        </p:nvCxnSpPr>
        <p:spPr>
          <a:xfrm>
            <a:off x="7139242" y="2606266"/>
            <a:ext cx="2114069" cy="0"/>
          </a:xfrm>
          <a:prstGeom prst="line">
            <a:avLst/>
          </a:prstGeom>
          <a:ln w="28575">
            <a:solidFill>
              <a:srgbClr val="009A44"/>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38C2975-7636-605E-9812-603126D5B293}"/>
              </a:ext>
            </a:extLst>
          </p:cNvPr>
          <p:cNvCxnSpPr/>
          <p:nvPr userDrawn="1"/>
        </p:nvCxnSpPr>
        <p:spPr>
          <a:xfrm>
            <a:off x="1281975" y="5739812"/>
            <a:ext cx="2114069"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4" name="Isosceles Triangle 13">
            <a:extLst>
              <a:ext uri="{FF2B5EF4-FFF2-40B4-BE49-F238E27FC236}">
                <a16:creationId xmlns:a16="http://schemas.microsoft.com/office/drawing/2014/main" id="{5447446F-903C-0BD8-0382-617C6C4042B2}"/>
              </a:ext>
            </a:extLst>
          </p:cNvPr>
          <p:cNvSpPr/>
          <p:nvPr userDrawn="1"/>
        </p:nvSpPr>
        <p:spPr>
          <a:xfrm rot="5400000">
            <a:off x="4629203" y="4022841"/>
            <a:ext cx="2982829" cy="30215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cxnSp>
        <p:nvCxnSpPr>
          <p:cNvPr id="16" name="Straight Connector 15">
            <a:extLst>
              <a:ext uri="{FF2B5EF4-FFF2-40B4-BE49-F238E27FC236}">
                <a16:creationId xmlns:a16="http://schemas.microsoft.com/office/drawing/2014/main" id="{FD1B6223-7233-B4A9-B67C-867A8B387516}"/>
              </a:ext>
            </a:extLst>
          </p:cNvPr>
          <p:cNvCxnSpPr>
            <a:cxnSpLocks/>
          </p:cNvCxnSpPr>
          <p:nvPr userDrawn="1"/>
        </p:nvCxnSpPr>
        <p:spPr>
          <a:xfrm>
            <a:off x="7139242" y="4699069"/>
            <a:ext cx="2114069" cy="0"/>
          </a:xfrm>
          <a:prstGeom prst="line">
            <a:avLst/>
          </a:prstGeom>
          <a:ln w="28575">
            <a:solidFill>
              <a:srgbClr val="009A4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075BA2-46C5-7CA6-63CF-24D2E552E6D0}"/>
              </a:ext>
            </a:extLst>
          </p:cNvPr>
          <p:cNvCxnSpPr>
            <a:cxnSpLocks/>
          </p:cNvCxnSpPr>
          <p:nvPr userDrawn="1"/>
        </p:nvCxnSpPr>
        <p:spPr>
          <a:xfrm>
            <a:off x="7139242" y="3655885"/>
            <a:ext cx="2114069" cy="0"/>
          </a:xfrm>
          <a:prstGeom prst="line">
            <a:avLst/>
          </a:prstGeom>
          <a:ln w="28575">
            <a:solidFill>
              <a:srgbClr val="009A4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424305C-A5A7-E7B3-5534-4DAF6EDA30DA}"/>
              </a:ext>
            </a:extLst>
          </p:cNvPr>
          <p:cNvCxnSpPr/>
          <p:nvPr userDrawn="1"/>
        </p:nvCxnSpPr>
        <p:spPr>
          <a:xfrm>
            <a:off x="1281975" y="4695296"/>
            <a:ext cx="201168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56">
            <a:extLst>
              <a:ext uri="{FF2B5EF4-FFF2-40B4-BE49-F238E27FC236}">
                <a16:creationId xmlns:a16="http://schemas.microsoft.com/office/drawing/2014/main" id="{79D59CEC-0A97-6EA4-F3DD-E7C84DF1056D}"/>
              </a:ext>
            </a:extLst>
          </p:cNvPr>
          <p:cNvCxnSpPr>
            <a:cxnSpLocks/>
          </p:cNvCxnSpPr>
          <p:nvPr userDrawn="1"/>
        </p:nvCxnSpPr>
        <p:spPr>
          <a:xfrm>
            <a:off x="7139242" y="5742253"/>
            <a:ext cx="2114069" cy="0"/>
          </a:xfrm>
          <a:prstGeom prst="line">
            <a:avLst/>
          </a:prstGeom>
          <a:ln w="28575">
            <a:solidFill>
              <a:srgbClr val="009A4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D012138-C062-ED3A-BA6B-4BAC1A363DD2}"/>
              </a:ext>
            </a:extLst>
          </p:cNvPr>
          <p:cNvCxnSpPr>
            <a:cxnSpLocks/>
          </p:cNvCxnSpPr>
          <p:nvPr userDrawn="1"/>
        </p:nvCxnSpPr>
        <p:spPr>
          <a:xfrm>
            <a:off x="1281975" y="3650781"/>
            <a:ext cx="201168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1" name="Idea 1">
            <a:extLst>
              <a:ext uri="{FF2B5EF4-FFF2-40B4-BE49-F238E27FC236}">
                <a16:creationId xmlns:a16="http://schemas.microsoft.com/office/drawing/2014/main" id="{2233A4D9-E947-B3AB-C21F-286FD8BD4D77}"/>
              </a:ext>
            </a:extLst>
          </p:cNvPr>
          <p:cNvSpPr>
            <a:spLocks noGrp="1"/>
          </p:cNvSpPr>
          <p:nvPr>
            <p:ph type="body" sz="quarter" idx="14" hasCustomPrompt="1"/>
          </p:nvPr>
        </p:nvSpPr>
        <p:spPr>
          <a:xfrm>
            <a:off x="493786" y="1740421"/>
            <a:ext cx="4976690" cy="322263"/>
          </a:xfrm>
          <a:prstGeom prst="rect">
            <a:avLst/>
          </a:prstGeom>
        </p:spPr>
        <p:txBody>
          <a:bodyPr/>
          <a:lstStyle>
            <a:lvl1pPr>
              <a:defRPr kumimoji="0" lang="en-US" sz="2000" b="1" i="0" u="none" strike="noStrike" kern="1200" cap="none" spc="0" normalizeH="0" baseline="0" dirty="0" smtClean="0">
                <a:ln>
                  <a:noFill/>
                </a:ln>
                <a:solidFill>
                  <a:srgbClr val="000000"/>
                </a:solidFill>
                <a:effectLst/>
                <a:uLnTx/>
                <a:uFillTx/>
                <a:latin typeface="+mn-lt"/>
                <a:ea typeface="Chronicle Display Black" charset="0"/>
                <a:cs typeface="Chronicle Display Black" charset="0"/>
              </a:defRPr>
            </a:lvl1pPr>
            <a:lvl2pPr marL="0" indent="0">
              <a:buNone/>
              <a:defRPr/>
            </a:lvl2pPr>
          </a:lstStyle>
          <a:p>
            <a:pPr lvl="0"/>
            <a:r>
              <a:rPr lang="en-US"/>
              <a:t>Idea 1</a:t>
            </a:r>
          </a:p>
        </p:txBody>
      </p:sp>
      <p:sp>
        <p:nvSpPr>
          <p:cNvPr id="66" name="Idea 2">
            <a:extLst>
              <a:ext uri="{FF2B5EF4-FFF2-40B4-BE49-F238E27FC236}">
                <a16:creationId xmlns:a16="http://schemas.microsoft.com/office/drawing/2014/main" id="{CF3D01FB-79C6-E707-89AD-45053605BD9B}"/>
              </a:ext>
            </a:extLst>
          </p:cNvPr>
          <p:cNvSpPr>
            <a:spLocks noGrp="1"/>
          </p:cNvSpPr>
          <p:nvPr>
            <p:ph type="body" sz="quarter" idx="15" hasCustomPrompt="1"/>
          </p:nvPr>
        </p:nvSpPr>
        <p:spPr>
          <a:xfrm>
            <a:off x="6187005" y="1736156"/>
            <a:ext cx="4976690" cy="322263"/>
          </a:xfrm>
          <a:prstGeom prst="rect">
            <a:avLst/>
          </a:prstGeom>
        </p:spPr>
        <p:txBody>
          <a:bodyPr/>
          <a:lstStyle>
            <a:lvl1pPr>
              <a:defRPr kumimoji="0" lang="en-US" sz="2000" b="1" i="0" u="none" strike="noStrike" kern="1200" cap="none" spc="0" normalizeH="0" baseline="0" dirty="0" smtClean="0">
                <a:ln>
                  <a:noFill/>
                </a:ln>
                <a:solidFill>
                  <a:srgbClr val="000000"/>
                </a:solidFill>
                <a:effectLst/>
                <a:uLnTx/>
                <a:uFillTx/>
                <a:latin typeface="+mn-lt"/>
                <a:ea typeface="Chronicle Display Black" charset="0"/>
                <a:cs typeface="Chronicle Display Black" charset="0"/>
              </a:defRPr>
            </a:lvl1pPr>
            <a:lvl2pPr marL="0" indent="0">
              <a:buNone/>
              <a:defRPr/>
            </a:lvl2pPr>
          </a:lstStyle>
          <a:p>
            <a:pPr lvl="0"/>
            <a:r>
              <a:rPr lang="en-US"/>
              <a:t>Idea 2</a:t>
            </a:r>
          </a:p>
        </p:txBody>
      </p:sp>
      <p:sp>
        <p:nvSpPr>
          <p:cNvPr id="68" name="Context 1A Title">
            <a:extLst>
              <a:ext uri="{FF2B5EF4-FFF2-40B4-BE49-F238E27FC236}">
                <a16:creationId xmlns:a16="http://schemas.microsoft.com/office/drawing/2014/main" id="{F0953B1A-96D2-D82D-0BF0-DB1BB7A10F92}"/>
              </a:ext>
            </a:extLst>
          </p:cNvPr>
          <p:cNvSpPr>
            <a:spLocks noGrp="1"/>
          </p:cNvSpPr>
          <p:nvPr>
            <p:ph type="body" sz="quarter" idx="16" hasCustomPrompt="1"/>
          </p:nvPr>
        </p:nvSpPr>
        <p:spPr>
          <a:xfrm>
            <a:off x="1192405" y="2292887"/>
            <a:ext cx="4340742" cy="338554"/>
          </a:xfrm>
          <a:prstGeom prst="rect">
            <a:avLst/>
          </a:prstGeom>
        </p:spPr>
        <p:txBody>
          <a:bodyPr/>
          <a:lstStyle>
            <a:lvl1pPr>
              <a:defRPr kumimoji="0" lang="en-US" sz="1600" b="1" i="0" u="none" strike="noStrike" kern="1200" cap="none" spc="0" normalizeH="0" baseline="0" dirty="0" smtClean="0">
                <a:ln>
                  <a:noFill/>
                </a:ln>
                <a:solidFill>
                  <a:srgbClr val="000000"/>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Context 1A Title</a:t>
            </a:r>
          </a:p>
        </p:txBody>
      </p:sp>
      <p:sp>
        <p:nvSpPr>
          <p:cNvPr id="69" name="Context 1B Title">
            <a:extLst>
              <a:ext uri="{FF2B5EF4-FFF2-40B4-BE49-F238E27FC236}">
                <a16:creationId xmlns:a16="http://schemas.microsoft.com/office/drawing/2014/main" id="{1174E89D-60AB-D927-8614-D628EC3E81D9}"/>
              </a:ext>
            </a:extLst>
          </p:cNvPr>
          <p:cNvSpPr>
            <a:spLocks noGrp="1"/>
          </p:cNvSpPr>
          <p:nvPr>
            <p:ph type="body" sz="quarter" idx="17" hasCustomPrompt="1"/>
          </p:nvPr>
        </p:nvSpPr>
        <p:spPr>
          <a:xfrm>
            <a:off x="1192405" y="3335560"/>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600" b="1" i="0" u="none" strike="noStrike" kern="1200" cap="none" spc="0" normalizeH="0" baseline="0">
                <a:ln>
                  <a:noFill/>
                </a:ln>
                <a:solidFill>
                  <a:srgbClr val="000000"/>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Context 1B Title</a:t>
            </a:r>
          </a:p>
        </p:txBody>
      </p:sp>
      <p:sp>
        <p:nvSpPr>
          <p:cNvPr id="70" name="Context 1C Title">
            <a:extLst>
              <a:ext uri="{FF2B5EF4-FFF2-40B4-BE49-F238E27FC236}">
                <a16:creationId xmlns:a16="http://schemas.microsoft.com/office/drawing/2014/main" id="{1A1FA5BA-7E7B-AE65-7126-85F7DACF144A}"/>
              </a:ext>
            </a:extLst>
          </p:cNvPr>
          <p:cNvSpPr>
            <a:spLocks noGrp="1"/>
          </p:cNvSpPr>
          <p:nvPr>
            <p:ph type="body" sz="quarter" idx="18" hasCustomPrompt="1"/>
          </p:nvPr>
        </p:nvSpPr>
        <p:spPr>
          <a:xfrm>
            <a:off x="1192405" y="4378233"/>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600" b="1" i="0" u="none" strike="noStrike" kern="1200" cap="none" spc="0" normalizeH="0" baseline="0">
                <a:ln>
                  <a:noFill/>
                </a:ln>
                <a:solidFill>
                  <a:srgbClr val="000000"/>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Context 1C Title</a:t>
            </a:r>
          </a:p>
        </p:txBody>
      </p:sp>
      <p:sp>
        <p:nvSpPr>
          <p:cNvPr id="71" name="Context 1D Title">
            <a:extLst>
              <a:ext uri="{FF2B5EF4-FFF2-40B4-BE49-F238E27FC236}">
                <a16:creationId xmlns:a16="http://schemas.microsoft.com/office/drawing/2014/main" id="{0D62E57C-8452-C37A-ADBE-732C1F8A7DC2}"/>
              </a:ext>
            </a:extLst>
          </p:cNvPr>
          <p:cNvSpPr>
            <a:spLocks noGrp="1"/>
          </p:cNvSpPr>
          <p:nvPr>
            <p:ph type="body" sz="quarter" idx="19" hasCustomPrompt="1"/>
          </p:nvPr>
        </p:nvSpPr>
        <p:spPr>
          <a:xfrm>
            <a:off x="1200025" y="5420905"/>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600" b="1" i="0" u="none" strike="noStrike" kern="1200" cap="none" spc="0" normalizeH="0" baseline="0">
                <a:ln>
                  <a:noFill/>
                </a:ln>
                <a:solidFill>
                  <a:srgbClr val="000000"/>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Context 1D Title</a:t>
            </a:r>
          </a:p>
        </p:txBody>
      </p:sp>
      <p:sp>
        <p:nvSpPr>
          <p:cNvPr id="72" name="Text 1B">
            <a:extLst>
              <a:ext uri="{FF2B5EF4-FFF2-40B4-BE49-F238E27FC236}">
                <a16:creationId xmlns:a16="http://schemas.microsoft.com/office/drawing/2014/main" id="{CA6450B3-3A1A-3F49-A911-2BE9C1ABCA4C}"/>
              </a:ext>
            </a:extLst>
          </p:cNvPr>
          <p:cNvSpPr>
            <a:spLocks noGrp="1"/>
          </p:cNvSpPr>
          <p:nvPr>
            <p:ph type="body" sz="quarter" idx="20" hasCustomPrompt="1"/>
          </p:nvPr>
        </p:nvSpPr>
        <p:spPr>
          <a:xfrm>
            <a:off x="1192405" y="3832353"/>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200" b="0" i="0" u="none" strike="noStrike" kern="1200" cap="none" spc="0" normalizeH="0" baseline="0">
                <a:ln>
                  <a:noFill/>
                </a:ln>
                <a:solidFill>
                  <a:prstClr val="black"/>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Text 1B</a:t>
            </a:r>
          </a:p>
        </p:txBody>
      </p:sp>
      <p:sp>
        <p:nvSpPr>
          <p:cNvPr id="73" name="Text 1A">
            <a:extLst>
              <a:ext uri="{FF2B5EF4-FFF2-40B4-BE49-F238E27FC236}">
                <a16:creationId xmlns:a16="http://schemas.microsoft.com/office/drawing/2014/main" id="{D7EF6E1D-6D5D-5AF2-54F3-83EFE554F931}"/>
              </a:ext>
            </a:extLst>
          </p:cNvPr>
          <p:cNvSpPr>
            <a:spLocks noGrp="1"/>
          </p:cNvSpPr>
          <p:nvPr>
            <p:ph type="body" sz="quarter" idx="21" hasCustomPrompt="1"/>
          </p:nvPr>
        </p:nvSpPr>
        <p:spPr>
          <a:xfrm>
            <a:off x="1192405" y="2775166"/>
            <a:ext cx="4340742" cy="338554"/>
          </a:xfrm>
          <a:prstGeom prst="rect">
            <a:avLst/>
          </a:prstGeom>
        </p:spPr>
        <p:txBody>
          <a:bodyPr/>
          <a:lstStyle>
            <a:lvl1pPr>
              <a:defRPr kumimoji="0" lang="en-US" sz="1200" b="0" i="0" u="none" strike="noStrike" kern="1200" cap="none" spc="0" normalizeH="0" baseline="0" dirty="0" smtClean="0">
                <a:ln>
                  <a:noFill/>
                </a:ln>
                <a:solidFill>
                  <a:prstClr val="black"/>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Text 1A</a:t>
            </a:r>
          </a:p>
        </p:txBody>
      </p:sp>
      <p:sp>
        <p:nvSpPr>
          <p:cNvPr id="74" name="Text 1C">
            <a:extLst>
              <a:ext uri="{FF2B5EF4-FFF2-40B4-BE49-F238E27FC236}">
                <a16:creationId xmlns:a16="http://schemas.microsoft.com/office/drawing/2014/main" id="{91D2D8F5-A947-CE47-B3D4-C24924A1657D}"/>
              </a:ext>
            </a:extLst>
          </p:cNvPr>
          <p:cNvSpPr>
            <a:spLocks noGrp="1"/>
          </p:cNvSpPr>
          <p:nvPr>
            <p:ph type="body" sz="quarter" idx="22" hasCustomPrompt="1"/>
          </p:nvPr>
        </p:nvSpPr>
        <p:spPr>
          <a:xfrm>
            <a:off x="1192405" y="4889540"/>
            <a:ext cx="4340742" cy="338554"/>
          </a:xfrm>
          <a:prstGeom prst="rect">
            <a:avLst/>
          </a:prstGeom>
        </p:spPr>
        <p:txBody>
          <a:bodyPr/>
          <a:lstStyle>
            <a:lvl1pPr>
              <a:defRPr kumimoji="0" lang="en-US" sz="1200" b="0" i="0" u="none" strike="noStrike" kern="1200" cap="none" spc="0" normalizeH="0" baseline="0" dirty="0" smtClean="0">
                <a:ln>
                  <a:noFill/>
                </a:ln>
                <a:solidFill>
                  <a:prstClr val="black"/>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Text 1C</a:t>
            </a:r>
          </a:p>
        </p:txBody>
      </p:sp>
      <p:sp>
        <p:nvSpPr>
          <p:cNvPr id="75" name="Text 1D">
            <a:extLst>
              <a:ext uri="{FF2B5EF4-FFF2-40B4-BE49-F238E27FC236}">
                <a16:creationId xmlns:a16="http://schemas.microsoft.com/office/drawing/2014/main" id="{2495A4F3-C53E-3855-A1BB-EE5991E12B59}"/>
              </a:ext>
            </a:extLst>
          </p:cNvPr>
          <p:cNvSpPr>
            <a:spLocks noGrp="1"/>
          </p:cNvSpPr>
          <p:nvPr>
            <p:ph type="body" sz="quarter" idx="23" hasCustomPrompt="1"/>
          </p:nvPr>
        </p:nvSpPr>
        <p:spPr>
          <a:xfrm>
            <a:off x="1192405" y="5946727"/>
            <a:ext cx="4340742" cy="338554"/>
          </a:xfrm>
          <a:prstGeom prst="rect">
            <a:avLst/>
          </a:prstGeom>
        </p:spPr>
        <p:txBody>
          <a:bodyPr/>
          <a:lstStyle>
            <a:lvl1pPr>
              <a:defRPr kumimoji="0" lang="en-US" sz="1200" b="0" i="0" u="none" strike="noStrike" kern="1200" cap="none" spc="0" normalizeH="0" baseline="0" dirty="0" smtClean="0">
                <a:ln>
                  <a:noFill/>
                </a:ln>
                <a:solidFill>
                  <a:prstClr val="black"/>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Text 1D</a:t>
            </a:r>
          </a:p>
        </p:txBody>
      </p:sp>
      <p:sp>
        <p:nvSpPr>
          <p:cNvPr id="76" name="Context 2A Title">
            <a:extLst>
              <a:ext uri="{FF2B5EF4-FFF2-40B4-BE49-F238E27FC236}">
                <a16:creationId xmlns:a16="http://schemas.microsoft.com/office/drawing/2014/main" id="{CBED1002-C556-89B8-50A1-233CBBE20345}"/>
              </a:ext>
            </a:extLst>
          </p:cNvPr>
          <p:cNvSpPr>
            <a:spLocks noGrp="1"/>
          </p:cNvSpPr>
          <p:nvPr>
            <p:ph type="body" sz="quarter" idx="24" hasCustomPrompt="1"/>
          </p:nvPr>
        </p:nvSpPr>
        <p:spPr>
          <a:xfrm>
            <a:off x="7060504" y="2292887"/>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600" b="1" i="0" u="none" strike="noStrike" kern="1200" cap="none" spc="0" normalizeH="0" baseline="0">
                <a:ln>
                  <a:noFill/>
                </a:ln>
                <a:solidFill>
                  <a:srgbClr val="000000"/>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Context 2A Title</a:t>
            </a:r>
          </a:p>
        </p:txBody>
      </p:sp>
      <p:sp>
        <p:nvSpPr>
          <p:cNvPr id="77" name="Text 2A">
            <a:extLst>
              <a:ext uri="{FF2B5EF4-FFF2-40B4-BE49-F238E27FC236}">
                <a16:creationId xmlns:a16="http://schemas.microsoft.com/office/drawing/2014/main" id="{5BF242F7-CD26-AEC0-32AE-4A4B3B0CDE76}"/>
              </a:ext>
            </a:extLst>
          </p:cNvPr>
          <p:cNvSpPr>
            <a:spLocks noGrp="1"/>
          </p:cNvSpPr>
          <p:nvPr>
            <p:ph type="body" sz="quarter" idx="25" hasCustomPrompt="1"/>
          </p:nvPr>
        </p:nvSpPr>
        <p:spPr>
          <a:xfrm>
            <a:off x="7060504" y="2775166"/>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200" b="0" i="0" u="none" strike="noStrike" kern="1200" cap="none" spc="0" normalizeH="0" baseline="0">
                <a:ln>
                  <a:noFill/>
                </a:ln>
                <a:solidFill>
                  <a:prstClr val="black"/>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Text 2A</a:t>
            </a:r>
          </a:p>
        </p:txBody>
      </p:sp>
      <p:sp>
        <p:nvSpPr>
          <p:cNvPr id="78" name="Context 2B Title">
            <a:extLst>
              <a:ext uri="{FF2B5EF4-FFF2-40B4-BE49-F238E27FC236}">
                <a16:creationId xmlns:a16="http://schemas.microsoft.com/office/drawing/2014/main" id="{560C6FA4-97A3-3DA5-E3DA-49113B64D440}"/>
              </a:ext>
            </a:extLst>
          </p:cNvPr>
          <p:cNvSpPr>
            <a:spLocks noGrp="1"/>
          </p:cNvSpPr>
          <p:nvPr>
            <p:ph type="body" sz="quarter" idx="26" hasCustomPrompt="1"/>
          </p:nvPr>
        </p:nvSpPr>
        <p:spPr>
          <a:xfrm>
            <a:off x="7060504" y="3335560"/>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600" b="1" i="0" u="none" strike="noStrike" kern="1200" cap="none" spc="0" normalizeH="0" baseline="0">
                <a:ln>
                  <a:noFill/>
                </a:ln>
                <a:solidFill>
                  <a:srgbClr val="000000"/>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Context 2B Title</a:t>
            </a:r>
          </a:p>
        </p:txBody>
      </p:sp>
      <p:sp>
        <p:nvSpPr>
          <p:cNvPr id="79" name="Text 2B">
            <a:extLst>
              <a:ext uri="{FF2B5EF4-FFF2-40B4-BE49-F238E27FC236}">
                <a16:creationId xmlns:a16="http://schemas.microsoft.com/office/drawing/2014/main" id="{876025E9-51F1-1FB1-25DF-11C738F3275B}"/>
              </a:ext>
            </a:extLst>
          </p:cNvPr>
          <p:cNvSpPr>
            <a:spLocks noGrp="1"/>
          </p:cNvSpPr>
          <p:nvPr>
            <p:ph type="body" sz="quarter" idx="27" hasCustomPrompt="1"/>
          </p:nvPr>
        </p:nvSpPr>
        <p:spPr>
          <a:xfrm>
            <a:off x="7060504" y="3832353"/>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200" b="0" i="0" u="none" strike="noStrike" kern="1200" cap="none" spc="0" normalizeH="0" baseline="0">
                <a:ln>
                  <a:noFill/>
                </a:ln>
                <a:solidFill>
                  <a:prstClr val="black"/>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Text 2B</a:t>
            </a:r>
          </a:p>
        </p:txBody>
      </p:sp>
      <p:sp>
        <p:nvSpPr>
          <p:cNvPr id="80" name="Context 2C Title">
            <a:extLst>
              <a:ext uri="{FF2B5EF4-FFF2-40B4-BE49-F238E27FC236}">
                <a16:creationId xmlns:a16="http://schemas.microsoft.com/office/drawing/2014/main" id="{DC79C540-6D34-C25C-CB4D-050E3CC8DB79}"/>
              </a:ext>
            </a:extLst>
          </p:cNvPr>
          <p:cNvSpPr>
            <a:spLocks noGrp="1"/>
          </p:cNvSpPr>
          <p:nvPr>
            <p:ph type="body" sz="quarter" idx="28" hasCustomPrompt="1"/>
          </p:nvPr>
        </p:nvSpPr>
        <p:spPr>
          <a:xfrm>
            <a:off x="7032226" y="4378233"/>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600" b="1" i="0" u="none" strike="noStrike" kern="1200" cap="none" spc="0" normalizeH="0" baseline="0">
                <a:ln>
                  <a:noFill/>
                </a:ln>
                <a:solidFill>
                  <a:srgbClr val="000000"/>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Context 2C Title</a:t>
            </a:r>
          </a:p>
        </p:txBody>
      </p:sp>
      <p:sp>
        <p:nvSpPr>
          <p:cNvPr id="81" name="Text 2C">
            <a:extLst>
              <a:ext uri="{FF2B5EF4-FFF2-40B4-BE49-F238E27FC236}">
                <a16:creationId xmlns:a16="http://schemas.microsoft.com/office/drawing/2014/main" id="{421942E0-137C-3218-1CED-4ECA9DD49452}"/>
              </a:ext>
            </a:extLst>
          </p:cNvPr>
          <p:cNvSpPr>
            <a:spLocks noGrp="1"/>
          </p:cNvSpPr>
          <p:nvPr>
            <p:ph type="body" sz="quarter" idx="29" hasCustomPrompt="1"/>
          </p:nvPr>
        </p:nvSpPr>
        <p:spPr>
          <a:xfrm>
            <a:off x="7032226" y="4889540"/>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200" b="0" i="0" u="none" strike="noStrike" kern="1200" cap="none" spc="0" normalizeH="0" baseline="0">
                <a:ln>
                  <a:noFill/>
                </a:ln>
                <a:solidFill>
                  <a:prstClr val="black"/>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Text 2C</a:t>
            </a:r>
          </a:p>
        </p:txBody>
      </p:sp>
      <p:sp>
        <p:nvSpPr>
          <p:cNvPr id="82" name="Context 2D Title">
            <a:extLst>
              <a:ext uri="{FF2B5EF4-FFF2-40B4-BE49-F238E27FC236}">
                <a16:creationId xmlns:a16="http://schemas.microsoft.com/office/drawing/2014/main" id="{86166275-C9FA-47F9-CBBC-46AF3D1D3DE1}"/>
              </a:ext>
            </a:extLst>
          </p:cNvPr>
          <p:cNvSpPr>
            <a:spLocks noGrp="1"/>
          </p:cNvSpPr>
          <p:nvPr>
            <p:ph type="body" sz="quarter" idx="30" hasCustomPrompt="1"/>
          </p:nvPr>
        </p:nvSpPr>
        <p:spPr>
          <a:xfrm>
            <a:off x="7017702" y="5420905"/>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600" b="1" i="0" u="none" strike="noStrike" kern="1200" cap="none" spc="0" normalizeH="0" baseline="0">
                <a:ln>
                  <a:noFill/>
                </a:ln>
                <a:solidFill>
                  <a:srgbClr val="000000"/>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Context 2D Title</a:t>
            </a:r>
          </a:p>
        </p:txBody>
      </p:sp>
      <p:sp>
        <p:nvSpPr>
          <p:cNvPr id="83" name="Text 2D">
            <a:extLst>
              <a:ext uri="{FF2B5EF4-FFF2-40B4-BE49-F238E27FC236}">
                <a16:creationId xmlns:a16="http://schemas.microsoft.com/office/drawing/2014/main" id="{922F6D4E-C995-5ECB-B2BB-E874708FC171}"/>
              </a:ext>
            </a:extLst>
          </p:cNvPr>
          <p:cNvSpPr>
            <a:spLocks noGrp="1"/>
          </p:cNvSpPr>
          <p:nvPr>
            <p:ph type="body" sz="quarter" idx="31" hasCustomPrompt="1"/>
          </p:nvPr>
        </p:nvSpPr>
        <p:spPr>
          <a:xfrm>
            <a:off x="7017702" y="5946727"/>
            <a:ext cx="4340742" cy="338554"/>
          </a:xfrm>
          <a:prstGeom prst="rect">
            <a:avLst/>
          </a:prstGeom>
        </p:spPr>
        <p:txBody>
          <a:bodyPr/>
          <a:lstStyle>
            <a:lvl1pPr marL="0" marR="0" indent="0" algn="l" defTabSz="1219170" rtl="0" eaLnBrk="1" fontAlgn="auto" latinLnBrk="0" hangingPunct="1">
              <a:lnSpc>
                <a:spcPct val="100000"/>
              </a:lnSpc>
              <a:spcBef>
                <a:spcPts val="0"/>
              </a:spcBef>
              <a:spcAft>
                <a:spcPts val="0"/>
              </a:spcAft>
              <a:buClrTx/>
              <a:buSzTx/>
              <a:buFontTx/>
              <a:buNone/>
              <a:tabLst/>
              <a:defRPr kumimoji="0" lang="en-US" sz="1200" b="0" i="0" u="none" strike="noStrike" kern="1200" cap="none" spc="0" normalizeH="0" baseline="0">
                <a:ln>
                  <a:noFill/>
                </a:ln>
                <a:solidFill>
                  <a:prstClr val="black"/>
                </a:solidFill>
                <a:effectLst/>
                <a:uLnTx/>
                <a:uFillTx/>
                <a:latin typeface="+mn-lt"/>
                <a:ea typeface="+mn-ea"/>
                <a:cs typeface="+mn-cs"/>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Text 2D</a:t>
            </a:r>
          </a:p>
        </p:txBody>
      </p:sp>
      <p:sp>
        <p:nvSpPr>
          <p:cNvPr id="84" name="Icon 1A">
            <a:extLst>
              <a:ext uri="{FF2B5EF4-FFF2-40B4-BE49-F238E27FC236}">
                <a16:creationId xmlns:a16="http://schemas.microsoft.com/office/drawing/2014/main" id="{E8EA401B-C9F7-D947-5104-514693D5ECA5}"/>
              </a:ext>
            </a:extLst>
          </p:cNvPr>
          <p:cNvSpPr>
            <a:spLocks noGrp="1"/>
          </p:cNvSpPr>
          <p:nvPr>
            <p:ph type="pic" sz="quarter" idx="32" hasCustomPrompt="1"/>
          </p:nvPr>
        </p:nvSpPr>
        <p:spPr>
          <a:xfrm>
            <a:off x="499331" y="2363280"/>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r>
              <a:rPr lang="en-US"/>
              <a:t>{{ </a:t>
            </a:r>
            <a:r>
              <a:rPr lang="en-US" err="1"/>
              <a:t>dynamic_icon_placeholder</a:t>
            </a:r>
            <a:r>
              <a:rPr lang="en-US"/>
              <a:t> }} &lt;! [0,151,169] !&gt;</a:t>
            </a:r>
          </a:p>
          <a:p>
            <a:endParaRPr lang="en-US"/>
          </a:p>
        </p:txBody>
      </p:sp>
      <p:sp>
        <p:nvSpPr>
          <p:cNvPr id="85" name="Icon 1B">
            <a:extLst>
              <a:ext uri="{FF2B5EF4-FFF2-40B4-BE49-F238E27FC236}">
                <a16:creationId xmlns:a16="http://schemas.microsoft.com/office/drawing/2014/main" id="{6468F180-4A6F-D026-5085-B3DCD11FF9D4}"/>
              </a:ext>
            </a:extLst>
          </p:cNvPr>
          <p:cNvSpPr>
            <a:spLocks noGrp="1"/>
          </p:cNvSpPr>
          <p:nvPr>
            <p:ph type="pic" sz="quarter" idx="33" hasCustomPrompt="1"/>
          </p:nvPr>
        </p:nvSpPr>
        <p:spPr>
          <a:xfrm>
            <a:off x="472133" y="3411279"/>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r>
              <a:rPr lang="en-US"/>
              <a:t>{{ </a:t>
            </a:r>
            <a:r>
              <a:rPr lang="en-US" err="1"/>
              <a:t>dynamic_icon_placeholder</a:t>
            </a:r>
            <a:r>
              <a:rPr lang="en-US"/>
              <a:t> }} &lt;! [0,151,169] !&gt;</a:t>
            </a:r>
          </a:p>
        </p:txBody>
      </p:sp>
      <p:sp>
        <p:nvSpPr>
          <p:cNvPr id="86" name="Icon 1C">
            <a:extLst>
              <a:ext uri="{FF2B5EF4-FFF2-40B4-BE49-F238E27FC236}">
                <a16:creationId xmlns:a16="http://schemas.microsoft.com/office/drawing/2014/main" id="{DAA6AD15-F401-AEDF-07FF-D7B3ACA20CA4}"/>
              </a:ext>
            </a:extLst>
          </p:cNvPr>
          <p:cNvSpPr>
            <a:spLocks noGrp="1"/>
          </p:cNvSpPr>
          <p:nvPr>
            <p:ph type="pic" sz="quarter" idx="34" hasCustomPrompt="1"/>
          </p:nvPr>
        </p:nvSpPr>
        <p:spPr>
          <a:xfrm>
            <a:off x="484353" y="4459278"/>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r>
              <a:rPr lang="en-US"/>
              <a:t>{{ </a:t>
            </a:r>
            <a:r>
              <a:rPr lang="en-US" err="1"/>
              <a:t>dynamic_icon_placeholder</a:t>
            </a:r>
            <a:r>
              <a:rPr lang="en-US"/>
              <a:t>}} &lt;! [0,151,169] !&gt; </a:t>
            </a:r>
          </a:p>
          <a:p>
            <a:endParaRPr lang="en-US"/>
          </a:p>
        </p:txBody>
      </p:sp>
      <p:sp>
        <p:nvSpPr>
          <p:cNvPr id="87" name="Icon 1D">
            <a:extLst>
              <a:ext uri="{FF2B5EF4-FFF2-40B4-BE49-F238E27FC236}">
                <a16:creationId xmlns:a16="http://schemas.microsoft.com/office/drawing/2014/main" id="{BEA0B820-AECA-C5E1-F68B-8C89FBB11BEB}"/>
              </a:ext>
            </a:extLst>
          </p:cNvPr>
          <p:cNvSpPr>
            <a:spLocks noGrp="1"/>
          </p:cNvSpPr>
          <p:nvPr>
            <p:ph type="pic" sz="quarter" idx="35" hasCustomPrompt="1"/>
          </p:nvPr>
        </p:nvSpPr>
        <p:spPr>
          <a:xfrm>
            <a:off x="469183" y="5507276"/>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r>
              <a:rPr lang="en-US"/>
              <a:t>{{ </a:t>
            </a:r>
            <a:r>
              <a:rPr lang="en-US" err="1"/>
              <a:t>dynamic_icon_placeholder</a:t>
            </a:r>
            <a:r>
              <a:rPr lang="en-US"/>
              <a:t> }} &lt;! [0,151,169] !&gt;</a:t>
            </a:r>
          </a:p>
        </p:txBody>
      </p:sp>
      <p:sp>
        <p:nvSpPr>
          <p:cNvPr id="88" name="Icon 2A">
            <a:extLst>
              <a:ext uri="{FF2B5EF4-FFF2-40B4-BE49-F238E27FC236}">
                <a16:creationId xmlns:a16="http://schemas.microsoft.com/office/drawing/2014/main" id="{BF8D9A42-F2FD-CDA8-6739-5B7230559F8D}"/>
              </a:ext>
            </a:extLst>
          </p:cNvPr>
          <p:cNvSpPr>
            <a:spLocks noGrp="1"/>
          </p:cNvSpPr>
          <p:nvPr>
            <p:ph type="pic" sz="quarter" idx="36" hasCustomPrompt="1"/>
          </p:nvPr>
        </p:nvSpPr>
        <p:spPr>
          <a:xfrm>
            <a:off x="6318550" y="2363280"/>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r>
              <a:rPr lang="en-US"/>
              <a:t>{{ </a:t>
            </a:r>
            <a:r>
              <a:rPr lang="en-US" err="1"/>
              <a:t>dynamic_icon_placeholder</a:t>
            </a:r>
            <a:r>
              <a:rPr lang="en-US"/>
              <a:t> }} &lt;! [0,154,68] !&gt;</a:t>
            </a:r>
          </a:p>
          <a:p>
            <a:endParaRPr lang="en-US"/>
          </a:p>
        </p:txBody>
      </p:sp>
      <p:sp>
        <p:nvSpPr>
          <p:cNvPr id="89" name="Icon 2B">
            <a:extLst>
              <a:ext uri="{FF2B5EF4-FFF2-40B4-BE49-F238E27FC236}">
                <a16:creationId xmlns:a16="http://schemas.microsoft.com/office/drawing/2014/main" id="{D423B8B7-EAC3-0278-A62B-9CC3348B20F5}"/>
              </a:ext>
            </a:extLst>
          </p:cNvPr>
          <p:cNvSpPr>
            <a:spLocks noGrp="1"/>
          </p:cNvSpPr>
          <p:nvPr>
            <p:ph type="pic" sz="quarter" idx="37" hasCustomPrompt="1"/>
          </p:nvPr>
        </p:nvSpPr>
        <p:spPr>
          <a:xfrm>
            <a:off x="6291352" y="3411279"/>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r>
              <a:rPr lang="en-US"/>
              <a:t>{{ </a:t>
            </a:r>
            <a:r>
              <a:rPr lang="en-US" err="1"/>
              <a:t>dynamic_icon_placeholder</a:t>
            </a:r>
            <a:r>
              <a:rPr lang="en-US"/>
              <a:t> }} &lt;! [0,154,68] !&gt;</a:t>
            </a:r>
          </a:p>
        </p:txBody>
      </p:sp>
      <p:sp>
        <p:nvSpPr>
          <p:cNvPr id="90" name="Icon 2C">
            <a:extLst>
              <a:ext uri="{FF2B5EF4-FFF2-40B4-BE49-F238E27FC236}">
                <a16:creationId xmlns:a16="http://schemas.microsoft.com/office/drawing/2014/main" id="{C51C69DB-F0AC-E0DB-D956-A4FAAB3E9CBB}"/>
              </a:ext>
            </a:extLst>
          </p:cNvPr>
          <p:cNvSpPr>
            <a:spLocks noGrp="1"/>
          </p:cNvSpPr>
          <p:nvPr>
            <p:ph type="pic" sz="quarter" idx="38" hasCustomPrompt="1"/>
          </p:nvPr>
        </p:nvSpPr>
        <p:spPr>
          <a:xfrm>
            <a:off x="6303572" y="4459278"/>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r>
              <a:rPr lang="en-US"/>
              <a:t>{{ </a:t>
            </a:r>
            <a:r>
              <a:rPr lang="en-US" err="1"/>
              <a:t>dynamic_icon_placeholder</a:t>
            </a:r>
            <a:r>
              <a:rPr lang="en-US"/>
              <a:t> }} &lt;! [0,154,68] !&gt;</a:t>
            </a:r>
          </a:p>
        </p:txBody>
      </p:sp>
      <p:sp>
        <p:nvSpPr>
          <p:cNvPr id="91" name="Icon 2D">
            <a:extLst>
              <a:ext uri="{FF2B5EF4-FFF2-40B4-BE49-F238E27FC236}">
                <a16:creationId xmlns:a16="http://schemas.microsoft.com/office/drawing/2014/main" id="{C037A72F-171C-8E4F-13D3-CCDFA2CDF927}"/>
              </a:ext>
            </a:extLst>
          </p:cNvPr>
          <p:cNvSpPr>
            <a:spLocks noGrp="1"/>
          </p:cNvSpPr>
          <p:nvPr>
            <p:ph type="pic" sz="quarter" idx="39" hasCustomPrompt="1"/>
          </p:nvPr>
        </p:nvSpPr>
        <p:spPr>
          <a:xfrm>
            <a:off x="6288402" y="5507276"/>
            <a:ext cx="609302" cy="608728"/>
          </a:xfrm>
          <a:prstGeom prst="rect">
            <a:avLst/>
          </a:prstGeom>
        </p:spPr>
        <p:txBody>
          <a:bodyPr/>
          <a:lstStyle>
            <a:lvl1pPr marL="0" marR="0" indent="0" algn="l" defTabSz="1219170" rtl="0" eaLnBrk="1" fontAlgn="auto" latinLnBrk="0" hangingPunct="1">
              <a:lnSpc>
                <a:spcPct val="100000"/>
              </a:lnSpc>
              <a:spcBef>
                <a:spcPts val="0"/>
              </a:spcBef>
              <a:spcAft>
                <a:spcPts val="1333"/>
              </a:spcAft>
              <a:buClrTx/>
              <a:buSzPct val="100000"/>
              <a:buFontTx/>
              <a:buNone/>
              <a:tabLst/>
              <a:defRPr sz="700"/>
            </a:lvl1pPr>
          </a:lstStyle>
          <a:p>
            <a:r>
              <a:rPr lang="en-US"/>
              <a:t>{{ </a:t>
            </a:r>
            <a:r>
              <a:rPr lang="en-US" err="1"/>
              <a:t>dynamic_icon_placeholder</a:t>
            </a:r>
            <a:r>
              <a:rPr lang="en-US"/>
              <a:t> }} &lt;! [0,154,68] !&gt;</a:t>
            </a:r>
          </a:p>
        </p:txBody>
      </p:sp>
      <p:sp>
        <p:nvSpPr>
          <p:cNvPr id="5" name="ai generated label">
            <a:extLst>
              <a:ext uri="{FF2B5EF4-FFF2-40B4-BE49-F238E27FC236}">
                <a16:creationId xmlns:a16="http://schemas.microsoft.com/office/drawing/2014/main" id="{7CB6330C-17D9-7F17-8C7C-7DEBC645632D}"/>
              </a:ext>
            </a:extLst>
          </p:cNvPr>
          <p:cNvSpPr>
            <a:spLocks noGrp="1"/>
          </p:cNvSpPr>
          <p:nvPr>
            <p:ph type="body" sz="quarter" idx="41"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7" name="Slide Subtitle">
            <a:extLst>
              <a:ext uri="{FF2B5EF4-FFF2-40B4-BE49-F238E27FC236}">
                <a16:creationId xmlns:a16="http://schemas.microsoft.com/office/drawing/2014/main" id="{F49BFA50-F005-7F5B-6AA4-74A3DAB94FF5}"/>
              </a:ext>
            </a:extLst>
          </p:cNvPr>
          <p:cNvSpPr>
            <a:spLocks noGrp="1"/>
          </p:cNvSpPr>
          <p:nvPr>
            <p:ph type="body" sz="quarter" idx="42" hasCustomPrompt="1"/>
          </p:nvPr>
        </p:nvSpPr>
        <p:spPr>
          <a:xfrm>
            <a:off x="551688" y="1079353"/>
            <a:ext cx="11390734" cy="454080"/>
          </a:xfrm>
          <a:prstGeom prst="rect">
            <a:avLst/>
          </a:prstGeom>
        </p:spPr>
        <p:txBody>
          <a:bodyPr anchor="t">
            <a:normAutofit/>
          </a:bodyPr>
          <a:lstStyle>
            <a:lvl1pPr marL="0" indent="0">
              <a:lnSpc>
                <a:spcPts val="1980"/>
              </a:lnSpc>
              <a:buNone/>
              <a:defRPr sz="1400" b="0" i="0">
                <a:latin typeface="+mn-lt"/>
                <a:ea typeface="Open Sans Light" panose="020B0606030504020204" pitchFamily="34" charset="0"/>
                <a:cs typeface="Open Sans Light" panose="020B0606030504020204" pitchFamily="34" charset="0"/>
              </a:defRPr>
            </a:lvl1pPr>
            <a:lvl5pPr marL="1828800" indent="0">
              <a:buNone/>
              <a:defRPr/>
            </a:lvl5pPr>
          </a:lstStyle>
          <a:p>
            <a:pPr lvl="0"/>
            <a:r>
              <a:rPr lang="en-US"/>
              <a:t>Slide Subtitle</a:t>
            </a:r>
          </a:p>
        </p:txBody>
      </p:sp>
    </p:spTree>
    <p:extLst>
      <p:ext uri="{BB962C8B-B14F-4D97-AF65-F5344CB8AC3E}">
        <p14:creationId xmlns:p14="http://schemas.microsoft.com/office/powerpoint/2010/main" val="122865667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meline Version 1">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FFFA901-3D00-0FCB-1EAA-AD619648FEC5}"/>
              </a:ext>
            </a:extLst>
          </p:cNvPr>
          <p:cNvGraphicFramePr>
            <a:graphicFrameLocks noGrp="1"/>
          </p:cNvGraphicFramePr>
          <p:nvPr userDrawn="1">
            <p:extLst>
              <p:ext uri="{D42A27DB-BD31-4B8C-83A1-F6EECF244321}">
                <p14:modId xmlns:p14="http://schemas.microsoft.com/office/powerpoint/2010/main" val="3537700154"/>
              </p:ext>
            </p:extLst>
          </p:nvPr>
        </p:nvGraphicFramePr>
        <p:xfrm>
          <a:off x="579111" y="1643793"/>
          <a:ext cx="11429952" cy="4904658"/>
        </p:xfrm>
        <a:graphic>
          <a:graphicData uri="http://schemas.openxmlformats.org/drawingml/2006/table">
            <a:tbl>
              <a:tblPr firstRow="1" bandRow="1">
                <a:tableStyleId>{5C22544A-7EE6-4342-B048-85BDC9FD1C3A}</a:tableStyleId>
              </a:tblPr>
              <a:tblGrid>
                <a:gridCol w="952496">
                  <a:extLst>
                    <a:ext uri="{9D8B030D-6E8A-4147-A177-3AD203B41FA5}">
                      <a16:colId xmlns:a16="http://schemas.microsoft.com/office/drawing/2014/main" val="3855107687"/>
                    </a:ext>
                  </a:extLst>
                </a:gridCol>
                <a:gridCol w="952496">
                  <a:extLst>
                    <a:ext uri="{9D8B030D-6E8A-4147-A177-3AD203B41FA5}">
                      <a16:colId xmlns:a16="http://schemas.microsoft.com/office/drawing/2014/main" val="3860634226"/>
                    </a:ext>
                  </a:extLst>
                </a:gridCol>
                <a:gridCol w="952496">
                  <a:extLst>
                    <a:ext uri="{9D8B030D-6E8A-4147-A177-3AD203B41FA5}">
                      <a16:colId xmlns:a16="http://schemas.microsoft.com/office/drawing/2014/main" val="2812469622"/>
                    </a:ext>
                  </a:extLst>
                </a:gridCol>
                <a:gridCol w="952496">
                  <a:extLst>
                    <a:ext uri="{9D8B030D-6E8A-4147-A177-3AD203B41FA5}">
                      <a16:colId xmlns:a16="http://schemas.microsoft.com/office/drawing/2014/main" val="2622132286"/>
                    </a:ext>
                  </a:extLst>
                </a:gridCol>
                <a:gridCol w="952496">
                  <a:extLst>
                    <a:ext uri="{9D8B030D-6E8A-4147-A177-3AD203B41FA5}">
                      <a16:colId xmlns:a16="http://schemas.microsoft.com/office/drawing/2014/main" val="1090757413"/>
                    </a:ext>
                  </a:extLst>
                </a:gridCol>
                <a:gridCol w="952496">
                  <a:extLst>
                    <a:ext uri="{9D8B030D-6E8A-4147-A177-3AD203B41FA5}">
                      <a16:colId xmlns:a16="http://schemas.microsoft.com/office/drawing/2014/main" val="3451905586"/>
                    </a:ext>
                  </a:extLst>
                </a:gridCol>
                <a:gridCol w="952496">
                  <a:extLst>
                    <a:ext uri="{9D8B030D-6E8A-4147-A177-3AD203B41FA5}">
                      <a16:colId xmlns:a16="http://schemas.microsoft.com/office/drawing/2014/main" val="1267251882"/>
                    </a:ext>
                  </a:extLst>
                </a:gridCol>
                <a:gridCol w="952496">
                  <a:extLst>
                    <a:ext uri="{9D8B030D-6E8A-4147-A177-3AD203B41FA5}">
                      <a16:colId xmlns:a16="http://schemas.microsoft.com/office/drawing/2014/main" val="627305058"/>
                    </a:ext>
                  </a:extLst>
                </a:gridCol>
                <a:gridCol w="952496">
                  <a:extLst>
                    <a:ext uri="{9D8B030D-6E8A-4147-A177-3AD203B41FA5}">
                      <a16:colId xmlns:a16="http://schemas.microsoft.com/office/drawing/2014/main" val="1435547075"/>
                    </a:ext>
                  </a:extLst>
                </a:gridCol>
                <a:gridCol w="952496">
                  <a:extLst>
                    <a:ext uri="{9D8B030D-6E8A-4147-A177-3AD203B41FA5}">
                      <a16:colId xmlns:a16="http://schemas.microsoft.com/office/drawing/2014/main" val="1126466935"/>
                    </a:ext>
                  </a:extLst>
                </a:gridCol>
                <a:gridCol w="952496">
                  <a:extLst>
                    <a:ext uri="{9D8B030D-6E8A-4147-A177-3AD203B41FA5}">
                      <a16:colId xmlns:a16="http://schemas.microsoft.com/office/drawing/2014/main" val="2960470456"/>
                    </a:ext>
                  </a:extLst>
                </a:gridCol>
                <a:gridCol w="952496">
                  <a:extLst>
                    <a:ext uri="{9D8B030D-6E8A-4147-A177-3AD203B41FA5}">
                      <a16:colId xmlns:a16="http://schemas.microsoft.com/office/drawing/2014/main" val="91418633"/>
                    </a:ext>
                  </a:extLst>
                </a:gridCol>
              </a:tblGrid>
              <a:tr h="351112">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tc>
                  <a:txBody>
                    <a:bodyPr/>
                    <a:lstStyle/>
                    <a:p>
                      <a:endParaRPr lang="en-US"/>
                    </a:p>
                  </a:txBody>
                  <a:tcPr>
                    <a:solidFill>
                      <a:schemeClr val="tx1">
                        <a:lumMod val="95000"/>
                        <a:lumOff val="5000"/>
                      </a:schemeClr>
                    </a:solidFill>
                  </a:tcPr>
                </a:tc>
                <a:extLst>
                  <a:ext uri="{0D108BD9-81ED-4DB2-BD59-A6C34878D82A}">
                    <a16:rowId xmlns:a16="http://schemas.microsoft.com/office/drawing/2014/main" val="2233942211"/>
                  </a:ext>
                </a:extLst>
              </a:tr>
              <a:tr h="1482486">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extLst>
                  <a:ext uri="{0D108BD9-81ED-4DB2-BD59-A6C34878D82A}">
                    <a16:rowId xmlns:a16="http://schemas.microsoft.com/office/drawing/2014/main" val="3623563863"/>
                  </a:ext>
                </a:extLst>
              </a:tr>
              <a:tr h="1482486">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extLst>
                  <a:ext uri="{0D108BD9-81ED-4DB2-BD59-A6C34878D82A}">
                    <a16:rowId xmlns:a16="http://schemas.microsoft.com/office/drawing/2014/main" val="2982365295"/>
                  </a:ext>
                </a:extLst>
              </a:tr>
              <a:tr h="1482486">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extLst>
                  <a:ext uri="{0D108BD9-81ED-4DB2-BD59-A6C34878D82A}">
                    <a16:rowId xmlns:a16="http://schemas.microsoft.com/office/drawing/2014/main" val="3009809612"/>
                  </a:ext>
                </a:extLst>
              </a:tr>
            </a:tbl>
          </a:graphicData>
        </a:graphic>
      </p:graphicFrame>
      <p:sp>
        <p:nvSpPr>
          <p:cNvPr id="5" name="Rectangle 4">
            <a:extLst>
              <a:ext uri="{FF2B5EF4-FFF2-40B4-BE49-F238E27FC236}">
                <a16:creationId xmlns:a16="http://schemas.microsoft.com/office/drawing/2014/main" id="{1A899B55-CEAD-E27C-B0D0-CD49673C231A}"/>
              </a:ext>
            </a:extLst>
          </p:cNvPr>
          <p:cNvSpPr/>
          <p:nvPr userDrawn="1"/>
        </p:nvSpPr>
        <p:spPr>
          <a:xfrm>
            <a:off x="127532" y="3501314"/>
            <a:ext cx="453447" cy="1463040"/>
          </a:xfrm>
          <a:prstGeom prst="rect">
            <a:avLst/>
          </a:prstGeom>
          <a:solidFill>
            <a:schemeClr val="accent4">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0">
            <a:extLst>
              <a:ext uri="{FF2B5EF4-FFF2-40B4-BE49-F238E27FC236}">
                <a16:creationId xmlns:a16="http://schemas.microsoft.com/office/drawing/2014/main" id="{E8B0FBE5-B2A3-9E0C-53A9-EC7905E120B9}"/>
              </a:ext>
            </a:extLst>
          </p:cNvPr>
          <p:cNvSpPr>
            <a:spLocks noGrp="1"/>
          </p:cNvSpPr>
          <p:nvPr>
            <p:ph type="body" sz="quarter" idx="21" hasCustomPrompt="1"/>
          </p:nvPr>
        </p:nvSpPr>
        <p:spPr>
          <a:xfrm rot="16200000">
            <a:off x="-378889" y="4006362"/>
            <a:ext cx="1458787" cy="457200"/>
          </a:xfrm>
          <a:prstGeom prst="rect">
            <a:avLst/>
          </a:prstGeom>
          <a:solidFill>
            <a:srgbClr val="62B5E5"/>
          </a:solidFill>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Category 2 Name</a:t>
            </a:r>
          </a:p>
        </p:txBody>
      </p:sp>
      <p:sp>
        <p:nvSpPr>
          <p:cNvPr id="7" name="Rectangle 6">
            <a:extLst>
              <a:ext uri="{FF2B5EF4-FFF2-40B4-BE49-F238E27FC236}">
                <a16:creationId xmlns:a16="http://schemas.microsoft.com/office/drawing/2014/main" id="{2D24A666-03F4-95CF-44EC-D3099AB74CE1}"/>
              </a:ext>
            </a:extLst>
          </p:cNvPr>
          <p:cNvSpPr/>
          <p:nvPr userDrawn="1"/>
        </p:nvSpPr>
        <p:spPr>
          <a:xfrm>
            <a:off x="125659" y="2025516"/>
            <a:ext cx="453447" cy="145878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5095346-8126-C941-BACE-A62FBDBDD1A9}"/>
              </a:ext>
            </a:extLst>
          </p:cNvPr>
          <p:cNvSpPr/>
          <p:nvPr userDrawn="1"/>
        </p:nvSpPr>
        <p:spPr>
          <a:xfrm>
            <a:off x="125658" y="4981365"/>
            <a:ext cx="453447" cy="146304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0">
            <a:extLst>
              <a:ext uri="{FF2B5EF4-FFF2-40B4-BE49-F238E27FC236}">
                <a16:creationId xmlns:a16="http://schemas.microsoft.com/office/drawing/2014/main" id="{189D4501-D73E-4612-E548-F3ABD050A7BC}"/>
              </a:ext>
            </a:extLst>
          </p:cNvPr>
          <p:cNvSpPr>
            <a:spLocks noGrp="1"/>
          </p:cNvSpPr>
          <p:nvPr>
            <p:ph type="body" sz="quarter" idx="23" hasCustomPrompt="1"/>
          </p:nvPr>
        </p:nvSpPr>
        <p:spPr>
          <a:xfrm>
            <a:off x="601332" y="1666875"/>
            <a:ext cx="920750" cy="314325"/>
          </a:xfrm>
          <a:prstGeom prst="rect">
            <a:avLst/>
          </a:prstGeom>
          <a:solidFill>
            <a:schemeClr val="tx1">
              <a:lumMod val="95000"/>
              <a:lumOff val="5000"/>
            </a:schemeClr>
          </a:solidFill>
        </p:spPr>
        <p:txBody>
          <a:bodyPr anchor="ctr">
            <a:normAutofit/>
          </a:bodyPr>
          <a:lstStyle>
            <a:lvl1pPr marL="0" indent="0" algn="ctr">
              <a:lnSpc>
                <a:spcPct val="100000"/>
              </a:lnSpc>
              <a:buNone/>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1</a:t>
            </a:r>
          </a:p>
        </p:txBody>
      </p:sp>
      <p:sp>
        <p:nvSpPr>
          <p:cNvPr id="16" name="Text Placeholder 10">
            <a:extLst>
              <a:ext uri="{FF2B5EF4-FFF2-40B4-BE49-F238E27FC236}">
                <a16:creationId xmlns:a16="http://schemas.microsoft.com/office/drawing/2014/main" id="{04B2B41E-58CD-C2BE-9E9C-61D425CA1562}"/>
              </a:ext>
            </a:extLst>
          </p:cNvPr>
          <p:cNvSpPr>
            <a:spLocks noGrp="1"/>
          </p:cNvSpPr>
          <p:nvPr>
            <p:ph type="body" sz="quarter" idx="24" hasCustomPrompt="1"/>
          </p:nvPr>
        </p:nvSpPr>
        <p:spPr>
          <a:xfrm>
            <a:off x="1547478" y="1666875"/>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2</a:t>
            </a:r>
          </a:p>
        </p:txBody>
      </p:sp>
      <p:sp>
        <p:nvSpPr>
          <p:cNvPr id="17" name="Text Placeholder 10">
            <a:extLst>
              <a:ext uri="{FF2B5EF4-FFF2-40B4-BE49-F238E27FC236}">
                <a16:creationId xmlns:a16="http://schemas.microsoft.com/office/drawing/2014/main" id="{C9E5C06C-0AED-AECE-65F8-8F2EB3BE69F5}"/>
              </a:ext>
            </a:extLst>
          </p:cNvPr>
          <p:cNvSpPr>
            <a:spLocks noGrp="1"/>
          </p:cNvSpPr>
          <p:nvPr>
            <p:ph type="body" sz="quarter" idx="25" hasCustomPrompt="1"/>
          </p:nvPr>
        </p:nvSpPr>
        <p:spPr>
          <a:xfrm>
            <a:off x="2499974" y="1666875"/>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3</a:t>
            </a:r>
          </a:p>
        </p:txBody>
      </p:sp>
      <p:sp>
        <p:nvSpPr>
          <p:cNvPr id="19" name="Text Placeholder 10">
            <a:extLst>
              <a:ext uri="{FF2B5EF4-FFF2-40B4-BE49-F238E27FC236}">
                <a16:creationId xmlns:a16="http://schemas.microsoft.com/office/drawing/2014/main" id="{56C689B1-0A4C-D494-C0B0-E57DBCF80493}"/>
              </a:ext>
            </a:extLst>
          </p:cNvPr>
          <p:cNvSpPr>
            <a:spLocks noGrp="1"/>
          </p:cNvSpPr>
          <p:nvPr>
            <p:ph type="body" sz="quarter" idx="26" hasCustomPrompt="1"/>
          </p:nvPr>
        </p:nvSpPr>
        <p:spPr>
          <a:xfrm>
            <a:off x="3452470" y="1666874"/>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4</a:t>
            </a:r>
          </a:p>
        </p:txBody>
      </p:sp>
      <p:sp>
        <p:nvSpPr>
          <p:cNvPr id="25" name="Text Placeholder 10">
            <a:extLst>
              <a:ext uri="{FF2B5EF4-FFF2-40B4-BE49-F238E27FC236}">
                <a16:creationId xmlns:a16="http://schemas.microsoft.com/office/drawing/2014/main" id="{58718E01-CCD2-6B83-88F3-A581918813AA}"/>
              </a:ext>
            </a:extLst>
          </p:cNvPr>
          <p:cNvSpPr>
            <a:spLocks noGrp="1"/>
          </p:cNvSpPr>
          <p:nvPr>
            <p:ph type="body" sz="quarter" idx="27" hasCustomPrompt="1"/>
          </p:nvPr>
        </p:nvSpPr>
        <p:spPr>
          <a:xfrm>
            <a:off x="4405600" y="1671635"/>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5</a:t>
            </a:r>
          </a:p>
        </p:txBody>
      </p:sp>
      <p:sp>
        <p:nvSpPr>
          <p:cNvPr id="26" name="Text Placeholder 10">
            <a:extLst>
              <a:ext uri="{FF2B5EF4-FFF2-40B4-BE49-F238E27FC236}">
                <a16:creationId xmlns:a16="http://schemas.microsoft.com/office/drawing/2014/main" id="{C06CD5C7-08BF-06E0-1DFC-A1150478DEA5}"/>
              </a:ext>
            </a:extLst>
          </p:cNvPr>
          <p:cNvSpPr>
            <a:spLocks noGrp="1"/>
          </p:cNvSpPr>
          <p:nvPr>
            <p:ph type="body" sz="quarter" idx="28" hasCustomPrompt="1"/>
          </p:nvPr>
        </p:nvSpPr>
        <p:spPr>
          <a:xfrm>
            <a:off x="5358730" y="1676396"/>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6</a:t>
            </a:r>
          </a:p>
        </p:txBody>
      </p:sp>
      <p:sp>
        <p:nvSpPr>
          <p:cNvPr id="30" name="Text Placeholder 10">
            <a:extLst>
              <a:ext uri="{FF2B5EF4-FFF2-40B4-BE49-F238E27FC236}">
                <a16:creationId xmlns:a16="http://schemas.microsoft.com/office/drawing/2014/main" id="{FE3A4DE5-8305-11C2-1C91-F48E07DE8337}"/>
              </a:ext>
            </a:extLst>
          </p:cNvPr>
          <p:cNvSpPr>
            <a:spLocks noGrp="1"/>
          </p:cNvSpPr>
          <p:nvPr>
            <p:ph type="body" sz="quarter" idx="29" hasCustomPrompt="1"/>
          </p:nvPr>
        </p:nvSpPr>
        <p:spPr>
          <a:xfrm>
            <a:off x="6311226" y="1676396"/>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7</a:t>
            </a:r>
          </a:p>
        </p:txBody>
      </p:sp>
      <p:sp>
        <p:nvSpPr>
          <p:cNvPr id="31" name="Text Placeholder 10">
            <a:extLst>
              <a:ext uri="{FF2B5EF4-FFF2-40B4-BE49-F238E27FC236}">
                <a16:creationId xmlns:a16="http://schemas.microsoft.com/office/drawing/2014/main" id="{E4C1CFE6-ACB0-0D63-5D1C-7C2F4A8D8122}"/>
              </a:ext>
            </a:extLst>
          </p:cNvPr>
          <p:cNvSpPr>
            <a:spLocks noGrp="1"/>
          </p:cNvSpPr>
          <p:nvPr>
            <p:ph type="body" sz="quarter" idx="30" hasCustomPrompt="1"/>
          </p:nvPr>
        </p:nvSpPr>
        <p:spPr>
          <a:xfrm>
            <a:off x="7263722" y="1676395"/>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8</a:t>
            </a:r>
          </a:p>
        </p:txBody>
      </p:sp>
      <p:sp>
        <p:nvSpPr>
          <p:cNvPr id="33" name="Text Placeholder 10">
            <a:extLst>
              <a:ext uri="{FF2B5EF4-FFF2-40B4-BE49-F238E27FC236}">
                <a16:creationId xmlns:a16="http://schemas.microsoft.com/office/drawing/2014/main" id="{1B61A64E-0D19-EAC5-9B83-836E4B84098B}"/>
              </a:ext>
            </a:extLst>
          </p:cNvPr>
          <p:cNvSpPr>
            <a:spLocks noGrp="1"/>
          </p:cNvSpPr>
          <p:nvPr>
            <p:ph type="body" sz="quarter" idx="31" hasCustomPrompt="1"/>
          </p:nvPr>
        </p:nvSpPr>
        <p:spPr>
          <a:xfrm>
            <a:off x="8216218" y="1676395"/>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9</a:t>
            </a:r>
          </a:p>
        </p:txBody>
      </p:sp>
      <p:sp>
        <p:nvSpPr>
          <p:cNvPr id="34" name="Text Placeholder 10">
            <a:extLst>
              <a:ext uri="{FF2B5EF4-FFF2-40B4-BE49-F238E27FC236}">
                <a16:creationId xmlns:a16="http://schemas.microsoft.com/office/drawing/2014/main" id="{DAC41435-00D3-96D9-78DA-F47B7C98A48A}"/>
              </a:ext>
            </a:extLst>
          </p:cNvPr>
          <p:cNvSpPr>
            <a:spLocks noGrp="1"/>
          </p:cNvSpPr>
          <p:nvPr>
            <p:ph type="body" sz="quarter" idx="32" hasCustomPrompt="1"/>
          </p:nvPr>
        </p:nvSpPr>
        <p:spPr>
          <a:xfrm>
            <a:off x="9168714" y="1676395"/>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10</a:t>
            </a:r>
          </a:p>
        </p:txBody>
      </p:sp>
      <p:sp>
        <p:nvSpPr>
          <p:cNvPr id="48" name="Text Placeholder 10">
            <a:extLst>
              <a:ext uri="{FF2B5EF4-FFF2-40B4-BE49-F238E27FC236}">
                <a16:creationId xmlns:a16="http://schemas.microsoft.com/office/drawing/2014/main" id="{1C828F36-641D-22F0-B673-323F4C65A602}"/>
              </a:ext>
            </a:extLst>
          </p:cNvPr>
          <p:cNvSpPr>
            <a:spLocks noGrp="1"/>
          </p:cNvSpPr>
          <p:nvPr>
            <p:ph type="body" sz="quarter" idx="33" hasCustomPrompt="1"/>
          </p:nvPr>
        </p:nvSpPr>
        <p:spPr>
          <a:xfrm>
            <a:off x="10121210" y="1676395"/>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11</a:t>
            </a:r>
          </a:p>
        </p:txBody>
      </p:sp>
      <p:sp>
        <p:nvSpPr>
          <p:cNvPr id="49" name="Text Placeholder 10">
            <a:extLst>
              <a:ext uri="{FF2B5EF4-FFF2-40B4-BE49-F238E27FC236}">
                <a16:creationId xmlns:a16="http://schemas.microsoft.com/office/drawing/2014/main" id="{EDE2E63F-497F-3725-914A-9367AC2704B8}"/>
              </a:ext>
            </a:extLst>
          </p:cNvPr>
          <p:cNvSpPr>
            <a:spLocks noGrp="1"/>
          </p:cNvSpPr>
          <p:nvPr>
            <p:ph type="body" sz="quarter" idx="34" hasCustomPrompt="1"/>
          </p:nvPr>
        </p:nvSpPr>
        <p:spPr>
          <a:xfrm>
            <a:off x="11073706" y="1676395"/>
            <a:ext cx="920750" cy="314325"/>
          </a:xfrm>
          <a:prstGeom prst="rect">
            <a:avLst/>
          </a:prstGeom>
          <a:solidFill>
            <a:schemeClr val="tx1">
              <a:lumMod val="95000"/>
              <a:lumOff val="5000"/>
            </a:schemeClr>
          </a:solidFill>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12</a:t>
            </a:r>
          </a:p>
        </p:txBody>
      </p:sp>
      <p:sp>
        <p:nvSpPr>
          <p:cNvPr id="50" name="Category Name 1 ">
            <a:extLst>
              <a:ext uri="{FF2B5EF4-FFF2-40B4-BE49-F238E27FC236}">
                <a16:creationId xmlns:a16="http://schemas.microsoft.com/office/drawing/2014/main" id="{E86EC411-6E67-A0EA-89BD-4864C1460050}"/>
              </a:ext>
            </a:extLst>
          </p:cNvPr>
          <p:cNvSpPr>
            <a:spLocks noGrp="1"/>
          </p:cNvSpPr>
          <p:nvPr>
            <p:ph type="body" sz="quarter" idx="20" hasCustomPrompt="1"/>
          </p:nvPr>
        </p:nvSpPr>
        <p:spPr>
          <a:xfrm rot="16200000">
            <a:off x="-378889" y="2526309"/>
            <a:ext cx="1458787" cy="457200"/>
          </a:xfrm>
          <a:prstGeom prst="rect">
            <a:avLst/>
          </a:prstGeom>
          <a:solidFill>
            <a:srgbClr val="0097A9"/>
          </a:solidFill>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Category 1 Name</a:t>
            </a:r>
          </a:p>
        </p:txBody>
      </p:sp>
      <p:pic>
        <p:nvPicPr>
          <p:cNvPr id="51" name="Graphic 50">
            <a:extLst>
              <a:ext uri="{FF2B5EF4-FFF2-40B4-BE49-F238E27FC236}">
                <a16:creationId xmlns:a16="http://schemas.microsoft.com/office/drawing/2014/main" id="{BE381338-189F-B8C2-C69E-CCCD64ACF3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68042" y="2097010"/>
            <a:ext cx="2423160" cy="252009"/>
          </a:xfrm>
          <a:prstGeom prst="rect">
            <a:avLst/>
          </a:prstGeom>
        </p:spPr>
      </p:pic>
      <p:sp>
        <p:nvSpPr>
          <p:cNvPr id="52" name="Text Placeholder 10">
            <a:extLst>
              <a:ext uri="{FF2B5EF4-FFF2-40B4-BE49-F238E27FC236}">
                <a16:creationId xmlns:a16="http://schemas.microsoft.com/office/drawing/2014/main" id="{E0A2A7BD-57E9-66B6-0A8A-2DE3AB0A27E0}"/>
              </a:ext>
            </a:extLst>
          </p:cNvPr>
          <p:cNvSpPr>
            <a:spLocks noGrp="1"/>
          </p:cNvSpPr>
          <p:nvPr>
            <p:ph type="body" sz="quarter" idx="41" hasCustomPrompt="1"/>
          </p:nvPr>
        </p:nvSpPr>
        <p:spPr>
          <a:xfrm rot="16200000">
            <a:off x="-378890" y="5482083"/>
            <a:ext cx="1458787" cy="457200"/>
          </a:xfrm>
          <a:prstGeom prst="rect">
            <a:avLst/>
          </a:prstGeom>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Category 3 Name</a:t>
            </a:r>
          </a:p>
        </p:txBody>
      </p:sp>
      <p:sp>
        <p:nvSpPr>
          <p:cNvPr id="53" name="Category 1 Activity 1">
            <a:extLst>
              <a:ext uri="{FF2B5EF4-FFF2-40B4-BE49-F238E27FC236}">
                <a16:creationId xmlns:a16="http://schemas.microsoft.com/office/drawing/2014/main" id="{9CCE35D5-5526-234E-3EAC-D744B5D339B3}"/>
              </a:ext>
            </a:extLst>
          </p:cNvPr>
          <p:cNvSpPr>
            <a:spLocks noGrp="1"/>
          </p:cNvSpPr>
          <p:nvPr>
            <p:ph type="body" sz="quarter" idx="46" hasCustomPrompt="1"/>
          </p:nvPr>
        </p:nvSpPr>
        <p:spPr>
          <a:xfrm>
            <a:off x="723929" y="2104135"/>
            <a:ext cx="2303758" cy="230492"/>
          </a:xfrm>
          <a:prstGeom prst="rect">
            <a:avLst/>
          </a:prstGeom>
          <a:solidFill>
            <a:srgbClr val="0097A9"/>
          </a:solidFill>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1 Activity 1</a:t>
            </a:r>
          </a:p>
        </p:txBody>
      </p:sp>
      <p:pic>
        <p:nvPicPr>
          <p:cNvPr id="54" name="Graphic 53">
            <a:extLst>
              <a:ext uri="{FF2B5EF4-FFF2-40B4-BE49-F238E27FC236}">
                <a16:creationId xmlns:a16="http://schemas.microsoft.com/office/drawing/2014/main" id="{C1A51275-9F44-99D7-FCDC-941E702D917A}"/>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565152" y="2836413"/>
            <a:ext cx="2840448" cy="252009"/>
          </a:xfrm>
          <a:prstGeom prst="rect">
            <a:avLst/>
          </a:prstGeom>
        </p:spPr>
      </p:pic>
      <p:pic>
        <p:nvPicPr>
          <p:cNvPr id="55" name="Graphic 54">
            <a:extLst>
              <a:ext uri="{FF2B5EF4-FFF2-40B4-BE49-F238E27FC236}">
                <a16:creationId xmlns:a16="http://schemas.microsoft.com/office/drawing/2014/main" id="{DB4435D6-4829-3008-A707-F5AC80A7A471}"/>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030678" y="2455634"/>
            <a:ext cx="2423160" cy="252009"/>
          </a:xfrm>
          <a:prstGeom prst="rect">
            <a:avLst/>
          </a:prstGeom>
        </p:spPr>
      </p:pic>
      <p:sp>
        <p:nvSpPr>
          <p:cNvPr id="56" name="Category 1 Activity 2">
            <a:extLst>
              <a:ext uri="{FF2B5EF4-FFF2-40B4-BE49-F238E27FC236}">
                <a16:creationId xmlns:a16="http://schemas.microsoft.com/office/drawing/2014/main" id="{DA489B5C-AA0E-CFC6-CDA3-2BB91AF80D6D}"/>
              </a:ext>
            </a:extLst>
          </p:cNvPr>
          <p:cNvSpPr>
            <a:spLocks noGrp="1"/>
          </p:cNvSpPr>
          <p:nvPr>
            <p:ph type="body" sz="quarter" idx="36" hasCustomPrompt="1"/>
          </p:nvPr>
        </p:nvSpPr>
        <p:spPr>
          <a:xfrm>
            <a:off x="1105875" y="2464471"/>
            <a:ext cx="2272766" cy="219456"/>
          </a:xfrm>
          <a:prstGeom prst="rect">
            <a:avLst/>
          </a:prstGeo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1 Activity 2</a:t>
            </a:r>
          </a:p>
        </p:txBody>
      </p:sp>
      <p:sp>
        <p:nvSpPr>
          <p:cNvPr id="57" name="Category 1 Activity 3">
            <a:extLst>
              <a:ext uri="{FF2B5EF4-FFF2-40B4-BE49-F238E27FC236}">
                <a16:creationId xmlns:a16="http://schemas.microsoft.com/office/drawing/2014/main" id="{327A3DF3-19FA-65A0-B376-1EE99DB345C0}"/>
              </a:ext>
            </a:extLst>
          </p:cNvPr>
          <p:cNvSpPr>
            <a:spLocks noGrp="1"/>
          </p:cNvSpPr>
          <p:nvPr>
            <p:ph type="body" sz="quarter" idx="37" hasCustomPrompt="1"/>
          </p:nvPr>
        </p:nvSpPr>
        <p:spPr>
          <a:xfrm>
            <a:off x="1621824" y="2868966"/>
            <a:ext cx="2713198" cy="219456"/>
          </a:xfrm>
          <a:prstGeom prst="rect">
            <a:avLst/>
          </a:prstGeo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1 Activity 3</a:t>
            </a:r>
          </a:p>
        </p:txBody>
      </p:sp>
      <p:pic>
        <p:nvPicPr>
          <p:cNvPr id="58" name="Graphic 57">
            <a:extLst>
              <a:ext uri="{FF2B5EF4-FFF2-40B4-BE49-F238E27FC236}">
                <a16:creationId xmlns:a16="http://schemas.microsoft.com/office/drawing/2014/main" id="{100C76B9-8E4C-9685-492D-8C69ED64B13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501814" y="3588303"/>
            <a:ext cx="3777666" cy="252009"/>
          </a:xfrm>
          <a:prstGeom prst="rect">
            <a:avLst/>
          </a:prstGeom>
        </p:spPr>
      </p:pic>
      <p:pic>
        <p:nvPicPr>
          <p:cNvPr id="59" name="Graphic 58">
            <a:extLst>
              <a:ext uri="{FF2B5EF4-FFF2-40B4-BE49-F238E27FC236}">
                <a16:creationId xmlns:a16="http://schemas.microsoft.com/office/drawing/2014/main" id="{C2B1F788-4F2A-4046-CD0B-26DC76B98EE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59992" y="3951841"/>
            <a:ext cx="3702808" cy="252009"/>
          </a:xfrm>
          <a:prstGeom prst="rect">
            <a:avLst/>
          </a:prstGeom>
        </p:spPr>
      </p:pic>
      <p:pic>
        <p:nvPicPr>
          <p:cNvPr id="60" name="Graphic 59">
            <a:extLst>
              <a:ext uri="{FF2B5EF4-FFF2-40B4-BE49-F238E27FC236}">
                <a16:creationId xmlns:a16="http://schemas.microsoft.com/office/drawing/2014/main" id="{4807A82C-50B8-A84E-6AD0-249F84DDFE7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324843" y="4377485"/>
            <a:ext cx="2371357" cy="252009"/>
          </a:xfrm>
          <a:prstGeom prst="rect">
            <a:avLst/>
          </a:prstGeom>
        </p:spPr>
      </p:pic>
      <p:sp>
        <p:nvSpPr>
          <p:cNvPr id="61" name="Category 2 Activity 1">
            <a:extLst>
              <a:ext uri="{FF2B5EF4-FFF2-40B4-BE49-F238E27FC236}">
                <a16:creationId xmlns:a16="http://schemas.microsoft.com/office/drawing/2014/main" id="{B5AE52C7-40FE-17CA-24A0-ACB78567CA15}"/>
              </a:ext>
            </a:extLst>
          </p:cNvPr>
          <p:cNvSpPr>
            <a:spLocks noGrp="1"/>
          </p:cNvSpPr>
          <p:nvPr>
            <p:ph type="body" sz="quarter" idx="38" hasCustomPrompt="1"/>
          </p:nvPr>
        </p:nvSpPr>
        <p:spPr>
          <a:xfrm>
            <a:off x="2558703" y="3605853"/>
            <a:ext cx="3629033" cy="219456"/>
          </a:xfrm>
          <a:prstGeom prst="rect">
            <a:avLst/>
          </a:prstGeo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2 Activity 1</a:t>
            </a:r>
          </a:p>
        </p:txBody>
      </p:sp>
      <p:sp>
        <p:nvSpPr>
          <p:cNvPr id="62" name="Category 2 Activity 2">
            <a:extLst>
              <a:ext uri="{FF2B5EF4-FFF2-40B4-BE49-F238E27FC236}">
                <a16:creationId xmlns:a16="http://schemas.microsoft.com/office/drawing/2014/main" id="{1BAEA865-3552-8639-E5CD-DB604FD91EA3}"/>
              </a:ext>
            </a:extLst>
          </p:cNvPr>
          <p:cNvSpPr>
            <a:spLocks noGrp="1"/>
          </p:cNvSpPr>
          <p:nvPr>
            <p:ph type="body" sz="quarter" idx="39" hasCustomPrompt="1"/>
          </p:nvPr>
        </p:nvSpPr>
        <p:spPr>
          <a:xfrm>
            <a:off x="3518191" y="3981067"/>
            <a:ext cx="3612567" cy="219456"/>
          </a:xfrm>
          <a:prstGeom prst="rect">
            <a:avLst/>
          </a:prstGeo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2 Activity 2</a:t>
            </a:r>
          </a:p>
        </p:txBody>
      </p:sp>
      <p:sp>
        <p:nvSpPr>
          <p:cNvPr id="63" name="Text Placeholder 3">
            <a:extLst>
              <a:ext uri="{FF2B5EF4-FFF2-40B4-BE49-F238E27FC236}">
                <a16:creationId xmlns:a16="http://schemas.microsoft.com/office/drawing/2014/main" id="{ACAB2355-5BE7-85C5-0663-9F9BA729FEF1}"/>
              </a:ext>
            </a:extLst>
          </p:cNvPr>
          <p:cNvSpPr>
            <a:spLocks noGrp="1"/>
          </p:cNvSpPr>
          <p:nvPr>
            <p:ph type="body" sz="quarter" idx="40" hasCustomPrompt="1"/>
          </p:nvPr>
        </p:nvSpPr>
        <p:spPr>
          <a:xfrm>
            <a:off x="5403474" y="4393762"/>
            <a:ext cx="2256783" cy="219456"/>
          </a:xfrm>
          <a:prstGeom prst="rect">
            <a:avLst/>
          </a:prstGeo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2 Activity 3</a:t>
            </a:r>
          </a:p>
        </p:txBody>
      </p:sp>
      <p:pic>
        <p:nvPicPr>
          <p:cNvPr id="64" name="Graphic 63">
            <a:extLst>
              <a:ext uri="{FF2B5EF4-FFF2-40B4-BE49-F238E27FC236}">
                <a16:creationId xmlns:a16="http://schemas.microsoft.com/office/drawing/2014/main" id="{9F987E17-7851-84D5-C38D-86F4C5FCAFD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279850" y="5052834"/>
            <a:ext cx="4616750" cy="257539"/>
          </a:xfrm>
          <a:prstGeom prst="rect">
            <a:avLst/>
          </a:prstGeom>
        </p:spPr>
      </p:pic>
      <p:sp>
        <p:nvSpPr>
          <p:cNvPr id="65" name="Category 3 Activity 1">
            <a:extLst>
              <a:ext uri="{FF2B5EF4-FFF2-40B4-BE49-F238E27FC236}">
                <a16:creationId xmlns:a16="http://schemas.microsoft.com/office/drawing/2014/main" id="{944E5B36-335F-3848-A306-36A141B8E20E}"/>
              </a:ext>
            </a:extLst>
          </p:cNvPr>
          <p:cNvSpPr>
            <a:spLocks noGrp="1"/>
          </p:cNvSpPr>
          <p:nvPr>
            <p:ph type="body" sz="quarter" idx="42" hasCustomPrompt="1"/>
          </p:nvPr>
        </p:nvSpPr>
        <p:spPr>
          <a:xfrm>
            <a:off x="6390490" y="5090540"/>
            <a:ext cx="4395469" cy="205409"/>
          </a:xfrm>
          <a:prstGeom prst="rect">
            <a:avLst/>
          </a:prstGeo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3 Activity 1</a:t>
            </a:r>
          </a:p>
        </p:txBody>
      </p:sp>
      <p:pic>
        <p:nvPicPr>
          <p:cNvPr id="66" name="Graphic 65">
            <a:extLst>
              <a:ext uri="{FF2B5EF4-FFF2-40B4-BE49-F238E27FC236}">
                <a16:creationId xmlns:a16="http://schemas.microsoft.com/office/drawing/2014/main" id="{99B96EE6-D2C6-C3F0-2D53-034DFAF98D4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317095" y="5456374"/>
            <a:ext cx="4283233" cy="257539"/>
          </a:xfrm>
          <a:prstGeom prst="rect">
            <a:avLst/>
          </a:prstGeom>
        </p:spPr>
      </p:pic>
      <p:pic>
        <p:nvPicPr>
          <p:cNvPr id="67" name="Graphic 66">
            <a:extLst>
              <a:ext uri="{FF2B5EF4-FFF2-40B4-BE49-F238E27FC236}">
                <a16:creationId xmlns:a16="http://schemas.microsoft.com/office/drawing/2014/main" id="{34925663-96D3-78B0-1937-1D3FB2267458}"/>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168177" y="5822274"/>
            <a:ext cx="1719024" cy="257539"/>
          </a:xfrm>
          <a:prstGeom prst="rect">
            <a:avLst/>
          </a:prstGeom>
        </p:spPr>
      </p:pic>
      <p:sp>
        <p:nvSpPr>
          <p:cNvPr id="68" name="Category 3 Activity 2">
            <a:extLst>
              <a:ext uri="{FF2B5EF4-FFF2-40B4-BE49-F238E27FC236}">
                <a16:creationId xmlns:a16="http://schemas.microsoft.com/office/drawing/2014/main" id="{558F6FA1-65C0-AB83-DF02-570C1A694BCE}"/>
              </a:ext>
            </a:extLst>
          </p:cNvPr>
          <p:cNvSpPr>
            <a:spLocks noGrp="1"/>
          </p:cNvSpPr>
          <p:nvPr>
            <p:ph type="body" sz="quarter" idx="43" hasCustomPrompt="1"/>
          </p:nvPr>
        </p:nvSpPr>
        <p:spPr>
          <a:xfrm>
            <a:off x="7413381" y="5462350"/>
            <a:ext cx="4090660" cy="219456"/>
          </a:xfrm>
          <a:prstGeom prst="rect">
            <a:avLst/>
          </a:prstGeo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3 Activity 2</a:t>
            </a:r>
          </a:p>
        </p:txBody>
      </p:sp>
      <p:sp>
        <p:nvSpPr>
          <p:cNvPr id="69" name="Category 3 Activity 3">
            <a:extLst>
              <a:ext uri="{FF2B5EF4-FFF2-40B4-BE49-F238E27FC236}">
                <a16:creationId xmlns:a16="http://schemas.microsoft.com/office/drawing/2014/main" id="{2CF2BFD8-3BF8-E618-9DE8-6D7D4B8E342C}"/>
              </a:ext>
            </a:extLst>
          </p:cNvPr>
          <p:cNvSpPr>
            <a:spLocks noGrp="1"/>
          </p:cNvSpPr>
          <p:nvPr>
            <p:ph type="body" sz="quarter" idx="44" hasCustomPrompt="1"/>
          </p:nvPr>
        </p:nvSpPr>
        <p:spPr>
          <a:xfrm>
            <a:off x="10255230" y="5844441"/>
            <a:ext cx="1631971" cy="219456"/>
          </a:xfrm>
          <a:prstGeom prst="rect">
            <a:avLst/>
          </a:prstGeo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Category 3 Activity 3</a:t>
            </a:r>
          </a:p>
        </p:txBody>
      </p:sp>
      <p:sp>
        <p:nvSpPr>
          <p:cNvPr id="9" name="ai generated label">
            <a:extLst>
              <a:ext uri="{FF2B5EF4-FFF2-40B4-BE49-F238E27FC236}">
                <a16:creationId xmlns:a16="http://schemas.microsoft.com/office/drawing/2014/main" id="{AB178D65-85A2-F5DD-C01C-31DB864023C4}"/>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10" name="Slide Title">
            <a:extLst>
              <a:ext uri="{FF2B5EF4-FFF2-40B4-BE49-F238E27FC236}">
                <a16:creationId xmlns:a16="http://schemas.microsoft.com/office/drawing/2014/main" id="{3A952167-C3B4-1084-FFBA-22C369A9DAED}"/>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lumMod val="85000"/>
                    <a:lumOff val="1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Slide Title</a:t>
            </a:r>
          </a:p>
        </p:txBody>
      </p:sp>
    </p:spTree>
    <p:extLst>
      <p:ext uri="{BB962C8B-B14F-4D97-AF65-F5344CB8AC3E}">
        <p14:creationId xmlns:p14="http://schemas.microsoft.com/office/powerpoint/2010/main" val="54385760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meline Version 1">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01847246-611E-4A50-B9ED-FE51E21CF5DB}"/>
              </a:ext>
            </a:extLst>
          </p:cNvPr>
          <p:cNvCxnSpPr>
            <a:cxnSpLocks/>
          </p:cNvCxnSpPr>
          <p:nvPr userDrawn="1"/>
        </p:nvCxnSpPr>
        <p:spPr>
          <a:xfrm>
            <a:off x="1317072" y="4045460"/>
            <a:ext cx="9597006" cy="0"/>
          </a:xfrm>
          <a:prstGeom prst="line">
            <a:avLst/>
          </a:prstGeom>
          <a:ln w="28575">
            <a:solidFill>
              <a:schemeClr val="bg1">
                <a:lumMod val="65000"/>
              </a:schemeClr>
            </a:solidFill>
          </a:ln>
        </p:spPr>
        <p:style>
          <a:lnRef idx="1">
            <a:schemeClr val="accent2"/>
          </a:lnRef>
          <a:fillRef idx="0">
            <a:schemeClr val="accent2"/>
          </a:fillRef>
          <a:effectRef idx="0">
            <a:schemeClr val="accent2"/>
          </a:effectRef>
          <a:fontRef idx="minor">
            <a:schemeClr val="tx1"/>
          </a:fontRef>
        </p:style>
      </p:cxnSp>
      <p:sp>
        <p:nvSpPr>
          <p:cNvPr id="9" name="object 9">
            <a:extLst>
              <a:ext uri="{FF2B5EF4-FFF2-40B4-BE49-F238E27FC236}">
                <a16:creationId xmlns:a16="http://schemas.microsoft.com/office/drawing/2014/main" id="{5A0FC398-BE1A-51B1-32FC-E1B806CAA9D5}"/>
              </a:ext>
            </a:extLst>
          </p:cNvPr>
          <p:cNvSpPr/>
          <p:nvPr userDrawn="1"/>
        </p:nvSpPr>
        <p:spPr>
          <a:xfrm>
            <a:off x="3151401" y="3515900"/>
            <a:ext cx="1097434" cy="1097434"/>
          </a:xfrm>
          <a:custGeom>
            <a:avLst/>
            <a:gdLst/>
            <a:ahLst/>
            <a:cxnLst/>
            <a:rect l="l" t="t" r="r" b="b"/>
            <a:pathLst>
              <a:path w="1809750" h="1809750">
                <a:moveTo>
                  <a:pt x="904778" y="0"/>
                </a:moveTo>
                <a:lnTo>
                  <a:pt x="856726" y="1254"/>
                </a:lnTo>
                <a:lnTo>
                  <a:pt x="809327" y="4974"/>
                </a:lnTo>
                <a:lnTo>
                  <a:pt x="762643" y="11099"/>
                </a:lnTo>
                <a:lnTo>
                  <a:pt x="716738" y="19566"/>
                </a:lnTo>
                <a:lnTo>
                  <a:pt x="671674" y="30311"/>
                </a:lnTo>
                <a:lnTo>
                  <a:pt x="627514" y="43273"/>
                </a:lnTo>
                <a:lnTo>
                  <a:pt x="584319" y="58389"/>
                </a:lnTo>
                <a:lnTo>
                  <a:pt x="542153" y="75597"/>
                </a:lnTo>
                <a:lnTo>
                  <a:pt x="501078" y="94833"/>
                </a:lnTo>
                <a:lnTo>
                  <a:pt x="461156" y="116036"/>
                </a:lnTo>
                <a:lnTo>
                  <a:pt x="422451" y="139142"/>
                </a:lnTo>
                <a:lnTo>
                  <a:pt x="385024" y="164090"/>
                </a:lnTo>
                <a:lnTo>
                  <a:pt x="348938" y="190817"/>
                </a:lnTo>
                <a:lnTo>
                  <a:pt x="314255" y="219260"/>
                </a:lnTo>
                <a:lnTo>
                  <a:pt x="281039" y="249357"/>
                </a:lnTo>
                <a:lnTo>
                  <a:pt x="249352" y="281045"/>
                </a:lnTo>
                <a:lnTo>
                  <a:pt x="219256" y="314261"/>
                </a:lnTo>
                <a:lnTo>
                  <a:pt x="190813" y="348944"/>
                </a:lnTo>
                <a:lnTo>
                  <a:pt x="164087" y="385031"/>
                </a:lnTo>
                <a:lnTo>
                  <a:pt x="139139" y="422458"/>
                </a:lnTo>
                <a:lnTo>
                  <a:pt x="116033" y="461164"/>
                </a:lnTo>
                <a:lnTo>
                  <a:pt x="94831" y="501086"/>
                </a:lnTo>
                <a:lnTo>
                  <a:pt x="75595" y="542162"/>
                </a:lnTo>
                <a:lnTo>
                  <a:pt x="58388" y="584328"/>
                </a:lnTo>
                <a:lnTo>
                  <a:pt x="43272" y="627523"/>
                </a:lnTo>
                <a:lnTo>
                  <a:pt x="30311" y="671684"/>
                </a:lnTo>
                <a:lnTo>
                  <a:pt x="19565" y="716748"/>
                </a:lnTo>
                <a:lnTo>
                  <a:pt x="11099" y="762654"/>
                </a:lnTo>
                <a:lnTo>
                  <a:pt x="4974" y="809337"/>
                </a:lnTo>
                <a:lnTo>
                  <a:pt x="1254" y="856736"/>
                </a:lnTo>
                <a:lnTo>
                  <a:pt x="0" y="904789"/>
                </a:lnTo>
                <a:lnTo>
                  <a:pt x="1254" y="952841"/>
                </a:lnTo>
                <a:lnTo>
                  <a:pt x="4974" y="1000240"/>
                </a:lnTo>
                <a:lnTo>
                  <a:pt x="11099" y="1046924"/>
                </a:lnTo>
                <a:lnTo>
                  <a:pt x="19565" y="1092829"/>
                </a:lnTo>
                <a:lnTo>
                  <a:pt x="30311" y="1137893"/>
                </a:lnTo>
                <a:lnTo>
                  <a:pt x="43272" y="1182054"/>
                </a:lnTo>
                <a:lnTo>
                  <a:pt x="58388" y="1225249"/>
                </a:lnTo>
                <a:lnTo>
                  <a:pt x="75595" y="1267416"/>
                </a:lnTo>
                <a:lnTo>
                  <a:pt x="94831" y="1308491"/>
                </a:lnTo>
                <a:lnTo>
                  <a:pt x="116033" y="1348413"/>
                </a:lnTo>
                <a:lnTo>
                  <a:pt x="139139" y="1387119"/>
                </a:lnTo>
                <a:lnTo>
                  <a:pt x="164087" y="1424547"/>
                </a:lnTo>
                <a:lnTo>
                  <a:pt x="190813" y="1460633"/>
                </a:lnTo>
                <a:lnTo>
                  <a:pt x="219256" y="1495316"/>
                </a:lnTo>
                <a:lnTo>
                  <a:pt x="249352" y="1528533"/>
                </a:lnTo>
                <a:lnTo>
                  <a:pt x="281039" y="1560221"/>
                </a:lnTo>
                <a:lnTo>
                  <a:pt x="314255" y="1590317"/>
                </a:lnTo>
                <a:lnTo>
                  <a:pt x="348938" y="1618760"/>
                </a:lnTo>
                <a:lnTo>
                  <a:pt x="385024" y="1645487"/>
                </a:lnTo>
                <a:lnTo>
                  <a:pt x="422451" y="1670435"/>
                </a:lnTo>
                <a:lnTo>
                  <a:pt x="461156" y="1693542"/>
                </a:lnTo>
                <a:lnTo>
                  <a:pt x="501078" y="1714744"/>
                </a:lnTo>
                <a:lnTo>
                  <a:pt x="542153" y="1733981"/>
                </a:lnTo>
                <a:lnTo>
                  <a:pt x="584319" y="1751188"/>
                </a:lnTo>
                <a:lnTo>
                  <a:pt x="627514" y="1766304"/>
                </a:lnTo>
                <a:lnTo>
                  <a:pt x="671674" y="1779266"/>
                </a:lnTo>
                <a:lnTo>
                  <a:pt x="716738" y="1790012"/>
                </a:lnTo>
                <a:lnTo>
                  <a:pt x="762643" y="1798478"/>
                </a:lnTo>
                <a:lnTo>
                  <a:pt x="809327" y="1804603"/>
                </a:lnTo>
                <a:lnTo>
                  <a:pt x="856726" y="1808324"/>
                </a:lnTo>
                <a:lnTo>
                  <a:pt x="904778" y="1809578"/>
                </a:lnTo>
                <a:lnTo>
                  <a:pt x="952831" y="1808324"/>
                </a:lnTo>
                <a:lnTo>
                  <a:pt x="1000230" y="1804603"/>
                </a:lnTo>
                <a:lnTo>
                  <a:pt x="1046913" y="1798478"/>
                </a:lnTo>
                <a:lnTo>
                  <a:pt x="1092818" y="1790012"/>
                </a:lnTo>
                <a:lnTo>
                  <a:pt x="1137883" y="1779266"/>
                </a:lnTo>
                <a:lnTo>
                  <a:pt x="1182044" y="1766304"/>
                </a:lnTo>
                <a:lnTo>
                  <a:pt x="1225239" y="1751188"/>
                </a:lnTo>
                <a:lnTo>
                  <a:pt x="1267405" y="1733981"/>
                </a:lnTo>
                <a:lnTo>
                  <a:pt x="1308481" y="1714744"/>
                </a:lnTo>
                <a:lnTo>
                  <a:pt x="1348403" y="1693542"/>
                </a:lnTo>
                <a:lnTo>
                  <a:pt x="1387109" y="1670435"/>
                </a:lnTo>
                <a:lnTo>
                  <a:pt x="1424536" y="1645487"/>
                </a:lnTo>
                <a:lnTo>
                  <a:pt x="1460623" y="1618760"/>
                </a:lnTo>
                <a:lnTo>
                  <a:pt x="1495306" y="1590317"/>
                </a:lnTo>
                <a:lnTo>
                  <a:pt x="1528522" y="1560221"/>
                </a:lnTo>
                <a:lnTo>
                  <a:pt x="1560210" y="1528533"/>
                </a:lnTo>
                <a:lnTo>
                  <a:pt x="1590307" y="1495316"/>
                </a:lnTo>
                <a:lnTo>
                  <a:pt x="1618750" y="1460633"/>
                </a:lnTo>
                <a:lnTo>
                  <a:pt x="1645477" y="1424547"/>
                </a:lnTo>
                <a:lnTo>
                  <a:pt x="1670425" y="1387119"/>
                </a:lnTo>
                <a:lnTo>
                  <a:pt x="1693531" y="1348413"/>
                </a:lnTo>
                <a:lnTo>
                  <a:pt x="1714734" y="1308491"/>
                </a:lnTo>
                <a:lnTo>
                  <a:pt x="1733970" y="1267416"/>
                </a:lnTo>
                <a:lnTo>
                  <a:pt x="1751178" y="1225249"/>
                </a:lnTo>
                <a:lnTo>
                  <a:pt x="1766294" y="1182054"/>
                </a:lnTo>
                <a:lnTo>
                  <a:pt x="1779256" y="1137893"/>
                </a:lnTo>
                <a:lnTo>
                  <a:pt x="1790001" y="1092829"/>
                </a:lnTo>
                <a:lnTo>
                  <a:pt x="1798468" y="1046924"/>
                </a:lnTo>
                <a:lnTo>
                  <a:pt x="1804592" y="1000240"/>
                </a:lnTo>
                <a:lnTo>
                  <a:pt x="1808313" y="952841"/>
                </a:lnTo>
                <a:lnTo>
                  <a:pt x="1809567" y="904789"/>
                </a:lnTo>
                <a:lnTo>
                  <a:pt x="1808313" y="856736"/>
                </a:lnTo>
                <a:lnTo>
                  <a:pt x="1804592" y="809337"/>
                </a:lnTo>
                <a:lnTo>
                  <a:pt x="1798468" y="762654"/>
                </a:lnTo>
                <a:lnTo>
                  <a:pt x="1790001" y="716748"/>
                </a:lnTo>
                <a:lnTo>
                  <a:pt x="1779256" y="671684"/>
                </a:lnTo>
                <a:lnTo>
                  <a:pt x="1766294" y="627523"/>
                </a:lnTo>
                <a:lnTo>
                  <a:pt x="1751178" y="584328"/>
                </a:lnTo>
                <a:lnTo>
                  <a:pt x="1733970" y="542162"/>
                </a:lnTo>
                <a:lnTo>
                  <a:pt x="1714734" y="501086"/>
                </a:lnTo>
                <a:lnTo>
                  <a:pt x="1693531" y="461164"/>
                </a:lnTo>
                <a:lnTo>
                  <a:pt x="1670425" y="422458"/>
                </a:lnTo>
                <a:lnTo>
                  <a:pt x="1645477" y="385031"/>
                </a:lnTo>
                <a:lnTo>
                  <a:pt x="1618750" y="348944"/>
                </a:lnTo>
                <a:lnTo>
                  <a:pt x="1590307" y="314261"/>
                </a:lnTo>
                <a:lnTo>
                  <a:pt x="1560210" y="281045"/>
                </a:lnTo>
                <a:lnTo>
                  <a:pt x="1528522" y="249357"/>
                </a:lnTo>
                <a:lnTo>
                  <a:pt x="1495306" y="219260"/>
                </a:lnTo>
                <a:lnTo>
                  <a:pt x="1460623" y="190817"/>
                </a:lnTo>
                <a:lnTo>
                  <a:pt x="1424536" y="164090"/>
                </a:lnTo>
                <a:lnTo>
                  <a:pt x="1387109" y="139142"/>
                </a:lnTo>
                <a:lnTo>
                  <a:pt x="1348403" y="116036"/>
                </a:lnTo>
                <a:lnTo>
                  <a:pt x="1308481" y="94833"/>
                </a:lnTo>
                <a:lnTo>
                  <a:pt x="1267405" y="75597"/>
                </a:lnTo>
                <a:lnTo>
                  <a:pt x="1225239" y="58389"/>
                </a:lnTo>
                <a:lnTo>
                  <a:pt x="1182044" y="43273"/>
                </a:lnTo>
                <a:lnTo>
                  <a:pt x="1137883" y="30311"/>
                </a:lnTo>
                <a:lnTo>
                  <a:pt x="1092818" y="19566"/>
                </a:lnTo>
                <a:lnTo>
                  <a:pt x="1046913" y="11099"/>
                </a:lnTo>
                <a:lnTo>
                  <a:pt x="1000230" y="4974"/>
                </a:lnTo>
                <a:lnTo>
                  <a:pt x="952831" y="1254"/>
                </a:lnTo>
                <a:lnTo>
                  <a:pt x="904778" y="0"/>
                </a:lnTo>
                <a:close/>
              </a:path>
            </a:pathLst>
          </a:custGeom>
          <a:solidFill>
            <a:srgbClr val="0F9ED5"/>
          </a:solidFill>
        </p:spPr>
        <p:txBody>
          <a:bodyPr wrap="square" lIns="0" tIns="0" rIns="0" bIns="0" rtlCol="0"/>
          <a:lstStyle/>
          <a:p>
            <a:endParaRPr sz="1092"/>
          </a:p>
        </p:txBody>
      </p:sp>
      <p:sp>
        <p:nvSpPr>
          <p:cNvPr id="12" name="object 12">
            <a:extLst>
              <a:ext uri="{FF2B5EF4-FFF2-40B4-BE49-F238E27FC236}">
                <a16:creationId xmlns:a16="http://schemas.microsoft.com/office/drawing/2014/main" id="{C303AD77-440B-B113-5BE9-AAAB05948643}"/>
              </a:ext>
            </a:extLst>
          </p:cNvPr>
          <p:cNvSpPr/>
          <p:nvPr userDrawn="1"/>
        </p:nvSpPr>
        <p:spPr>
          <a:xfrm>
            <a:off x="5456925" y="3515900"/>
            <a:ext cx="1097434" cy="1097434"/>
          </a:xfrm>
          <a:custGeom>
            <a:avLst/>
            <a:gdLst/>
            <a:ahLst/>
            <a:cxnLst/>
            <a:rect l="l" t="t" r="r" b="b"/>
            <a:pathLst>
              <a:path w="1809750" h="1809750">
                <a:moveTo>
                  <a:pt x="904778" y="0"/>
                </a:moveTo>
                <a:lnTo>
                  <a:pt x="856726" y="1254"/>
                </a:lnTo>
                <a:lnTo>
                  <a:pt x="809327" y="4974"/>
                </a:lnTo>
                <a:lnTo>
                  <a:pt x="762643" y="11099"/>
                </a:lnTo>
                <a:lnTo>
                  <a:pt x="716738" y="19566"/>
                </a:lnTo>
                <a:lnTo>
                  <a:pt x="671674" y="30311"/>
                </a:lnTo>
                <a:lnTo>
                  <a:pt x="627514" y="43273"/>
                </a:lnTo>
                <a:lnTo>
                  <a:pt x="584319" y="58389"/>
                </a:lnTo>
                <a:lnTo>
                  <a:pt x="542153" y="75597"/>
                </a:lnTo>
                <a:lnTo>
                  <a:pt x="501078" y="94833"/>
                </a:lnTo>
                <a:lnTo>
                  <a:pt x="461156" y="116036"/>
                </a:lnTo>
                <a:lnTo>
                  <a:pt x="422451" y="139142"/>
                </a:lnTo>
                <a:lnTo>
                  <a:pt x="385024" y="164090"/>
                </a:lnTo>
                <a:lnTo>
                  <a:pt x="348938" y="190817"/>
                </a:lnTo>
                <a:lnTo>
                  <a:pt x="314255" y="219260"/>
                </a:lnTo>
                <a:lnTo>
                  <a:pt x="281039" y="249357"/>
                </a:lnTo>
                <a:lnTo>
                  <a:pt x="249352" y="281045"/>
                </a:lnTo>
                <a:lnTo>
                  <a:pt x="219256" y="314261"/>
                </a:lnTo>
                <a:lnTo>
                  <a:pt x="190813" y="348944"/>
                </a:lnTo>
                <a:lnTo>
                  <a:pt x="164087" y="385031"/>
                </a:lnTo>
                <a:lnTo>
                  <a:pt x="139139" y="422458"/>
                </a:lnTo>
                <a:lnTo>
                  <a:pt x="116033" y="461164"/>
                </a:lnTo>
                <a:lnTo>
                  <a:pt x="94831" y="501086"/>
                </a:lnTo>
                <a:lnTo>
                  <a:pt x="75595" y="542162"/>
                </a:lnTo>
                <a:lnTo>
                  <a:pt x="58388" y="584328"/>
                </a:lnTo>
                <a:lnTo>
                  <a:pt x="43272" y="627523"/>
                </a:lnTo>
                <a:lnTo>
                  <a:pt x="30311" y="671684"/>
                </a:lnTo>
                <a:lnTo>
                  <a:pt x="19565" y="716748"/>
                </a:lnTo>
                <a:lnTo>
                  <a:pt x="11099" y="762654"/>
                </a:lnTo>
                <a:lnTo>
                  <a:pt x="4974" y="809337"/>
                </a:lnTo>
                <a:lnTo>
                  <a:pt x="1254" y="856736"/>
                </a:lnTo>
                <a:lnTo>
                  <a:pt x="0" y="904789"/>
                </a:lnTo>
                <a:lnTo>
                  <a:pt x="1254" y="952841"/>
                </a:lnTo>
                <a:lnTo>
                  <a:pt x="4974" y="1000240"/>
                </a:lnTo>
                <a:lnTo>
                  <a:pt x="11099" y="1046924"/>
                </a:lnTo>
                <a:lnTo>
                  <a:pt x="19565" y="1092829"/>
                </a:lnTo>
                <a:lnTo>
                  <a:pt x="30311" y="1137893"/>
                </a:lnTo>
                <a:lnTo>
                  <a:pt x="43272" y="1182054"/>
                </a:lnTo>
                <a:lnTo>
                  <a:pt x="58388" y="1225249"/>
                </a:lnTo>
                <a:lnTo>
                  <a:pt x="75595" y="1267416"/>
                </a:lnTo>
                <a:lnTo>
                  <a:pt x="94831" y="1308491"/>
                </a:lnTo>
                <a:lnTo>
                  <a:pt x="116033" y="1348413"/>
                </a:lnTo>
                <a:lnTo>
                  <a:pt x="139139" y="1387119"/>
                </a:lnTo>
                <a:lnTo>
                  <a:pt x="164087" y="1424547"/>
                </a:lnTo>
                <a:lnTo>
                  <a:pt x="190813" y="1460633"/>
                </a:lnTo>
                <a:lnTo>
                  <a:pt x="219256" y="1495316"/>
                </a:lnTo>
                <a:lnTo>
                  <a:pt x="249352" y="1528533"/>
                </a:lnTo>
                <a:lnTo>
                  <a:pt x="281039" y="1560221"/>
                </a:lnTo>
                <a:lnTo>
                  <a:pt x="314255" y="1590317"/>
                </a:lnTo>
                <a:lnTo>
                  <a:pt x="348938" y="1618760"/>
                </a:lnTo>
                <a:lnTo>
                  <a:pt x="385024" y="1645487"/>
                </a:lnTo>
                <a:lnTo>
                  <a:pt x="422451" y="1670435"/>
                </a:lnTo>
                <a:lnTo>
                  <a:pt x="461156" y="1693542"/>
                </a:lnTo>
                <a:lnTo>
                  <a:pt x="501078" y="1714744"/>
                </a:lnTo>
                <a:lnTo>
                  <a:pt x="542153" y="1733981"/>
                </a:lnTo>
                <a:lnTo>
                  <a:pt x="584319" y="1751188"/>
                </a:lnTo>
                <a:lnTo>
                  <a:pt x="627514" y="1766304"/>
                </a:lnTo>
                <a:lnTo>
                  <a:pt x="671674" y="1779266"/>
                </a:lnTo>
                <a:lnTo>
                  <a:pt x="716738" y="1790012"/>
                </a:lnTo>
                <a:lnTo>
                  <a:pt x="762643" y="1798478"/>
                </a:lnTo>
                <a:lnTo>
                  <a:pt x="809327" y="1804603"/>
                </a:lnTo>
                <a:lnTo>
                  <a:pt x="856726" y="1808324"/>
                </a:lnTo>
                <a:lnTo>
                  <a:pt x="904778" y="1809578"/>
                </a:lnTo>
                <a:lnTo>
                  <a:pt x="952831" y="1808324"/>
                </a:lnTo>
                <a:lnTo>
                  <a:pt x="1000230" y="1804603"/>
                </a:lnTo>
                <a:lnTo>
                  <a:pt x="1046913" y="1798478"/>
                </a:lnTo>
                <a:lnTo>
                  <a:pt x="1092818" y="1790012"/>
                </a:lnTo>
                <a:lnTo>
                  <a:pt x="1137883" y="1779266"/>
                </a:lnTo>
                <a:lnTo>
                  <a:pt x="1182044" y="1766304"/>
                </a:lnTo>
                <a:lnTo>
                  <a:pt x="1225239" y="1751188"/>
                </a:lnTo>
                <a:lnTo>
                  <a:pt x="1267405" y="1733981"/>
                </a:lnTo>
                <a:lnTo>
                  <a:pt x="1308481" y="1714744"/>
                </a:lnTo>
                <a:lnTo>
                  <a:pt x="1348403" y="1693542"/>
                </a:lnTo>
                <a:lnTo>
                  <a:pt x="1387109" y="1670435"/>
                </a:lnTo>
                <a:lnTo>
                  <a:pt x="1424536" y="1645487"/>
                </a:lnTo>
                <a:lnTo>
                  <a:pt x="1460623" y="1618760"/>
                </a:lnTo>
                <a:lnTo>
                  <a:pt x="1495306" y="1590317"/>
                </a:lnTo>
                <a:lnTo>
                  <a:pt x="1528522" y="1560221"/>
                </a:lnTo>
                <a:lnTo>
                  <a:pt x="1560210" y="1528533"/>
                </a:lnTo>
                <a:lnTo>
                  <a:pt x="1590307" y="1495316"/>
                </a:lnTo>
                <a:lnTo>
                  <a:pt x="1618750" y="1460633"/>
                </a:lnTo>
                <a:lnTo>
                  <a:pt x="1645477" y="1424547"/>
                </a:lnTo>
                <a:lnTo>
                  <a:pt x="1670425" y="1387119"/>
                </a:lnTo>
                <a:lnTo>
                  <a:pt x="1693531" y="1348413"/>
                </a:lnTo>
                <a:lnTo>
                  <a:pt x="1714734" y="1308491"/>
                </a:lnTo>
                <a:lnTo>
                  <a:pt x="1733970" y="1267416"/>
                </a:lnTo>
                <a:lnTo>
                  <a:pt x="1751178" y="1225249"/>
                </a:lnTo>
                <a:lnTo>
                  <a:pt x="1766294" y="1182054"/>
                </a:lnTo>
                <a:lnTo>
                  <a:pt x="1779256" y="1137893"/>
                </a:lnTo>
                <a:lnTo>
                  <a:pt x="1790001" y="1092829"/>
                </a:lnTo>
                <a:lnTo>
                  <a:pt x="1798468" y="1046924"/>
                </a:lnTo>
                <a:lnTo>
                  <a:pt x="1804592" y="1000240"/>
                </a:lnTo>
                <a:lnTo>
                  <a:pt x="1808313" y="952841"/>
                </a:lnTo>
                <a:lnTo>
                  <a:pt x="1809567" y="904789"/>
                </a:lnTo>
                <a:lnTo>
                  <a:pt x="1808313" y="856736"/>
                </a:lnTo>
                <a:lnTo>
                  <a:pt x="1804592" y="809337"/>
                </a:lnTo>
                <a:lnTo>
                  <a:pt x="1798468" y="762654"/>
                </a:lnTo>
                <a:lnTo>
                  <a:pt x="1790001" y="716748"/>
                </a:lnTo>
                <a:lnTo>
                  <a:pt x="1779256" y="671684"/>
                </a:lnTo>
                <a:lnTo>
                  <a:pt x="1766294" y="627523"/>
                </a:lnTo>
                <a:lnTo>
                  <a:pt x="1751178" y="584328"/>
                </a:lnTo>
                <a:lnTo>
                  <a:pt x="1733970" y="542162"/>
                </a:lnTo>
                <a:lnTo>
                  <a:pt x="1714734" y="501086"/>
                </a:lnTo>
                <a:lnTo>
                  <a:pt x="1693531" y="461164"/>
                </a:lnTo>
                <a:lnTo>
                  <a:pt x="1670425" y="422458"/>
                </a:lnTo>
                <a:lnTo>
                  <a:pt x="1645477" y="385031"/>
                </a:lnTo>
                <a:lnTo>
                  <a:pt x="1618750" y="348944"/>
                </a:lnTo>
                <a:lnTo>
                  <a:pt x="1590307" y="314261"/>
                </a:lnTo>
                <a:lnTo>
                  <a:pt x="1560210" y="281045"/>
                </a:lnTo>
                <a:lnTo>
                  <a:pt x="1528522" y="249357"/>
                </a:lnTo>
                <a:lnTo>
                  <a:pt x="1495306" y="219260"/>
                </a:lnTo>
                <a:lnTo>
                  <a:pt x="1460623" y="190817"/>
                </a:lnTo>
                <a:lnTo>
                  <a:pt x="1424536" y="164090"/>
                </a:lnTo>
                <a:lnTo>
                  <a:pt x="1387109" y="139142"/>
                </a:lnTo>
                <a:lnTo>
                  <a:pt x="1348403" y="116036"/>
                </a:lnTo>
                <a:lnTo>
                  <a:pt x="1308481" y="94833"/>
                </a:lnTo>
                <a:lnTo>
                  <a:pt x="1267405" y="75597"/>
                </a:lnTo>
                <a:lnTo>
                  <a:pt x="1225239" y="58389"/>
                </a:lnTo>
                <a:lnTo>
                  <a:pt x="1182044" y="43273"/>
                </a:lnTo>
                <a:lnTo>
                  <a:pt x="1137883" y="30311"/>
                </a:lnTo>
                <a:lnTo>
                  <a:pt x="1092818" y="19566"/>
                </a:lnTo>
                <a:lnTo>
                  <a:pt x="1046913" y="11099"/>
                </a:lnTo>
                <a:lnTo>
                  <a:pt x="1000230" y="4974"/>
                </a:lnTo>
                <a:lnTo>
                  <a:pt x="952831" y="1254"/>
                </a:lnTo>
                <a:lnTo>
                  <a:pt x="904778" y="0"/>
                </a:lnTo>
                <a:close/>
              </a:path>
            </a:pathLst>
          </a:custGeom>
          <a:solidFill>
            <a:srgbClr val="4EA72E"/>
          </a:solidFill>
        </p:spPr>
        <p:txBody>
          <a:bodyPr wrap="square" lIns="0" tIns="0" rIns="0" bIns="0" rtlCol="0"/>
          <a:lstStyle/>
          <a:p>
            <a:endParaRPr sz="1092"/>
          </a:p>
        </p:txBody>
      </p:sp>
      <p:sp>
        <p:nvSpPr>
          <p:cNvPr id="15" name="object 15">
            <a:extLst>
              <a:ext uri="{FF2B5EF4-FFF2-40B4-BE49-F238E27FC236}">
                <a16:creationId xmlns:a16="http://schemas.microsoft.com/office/drawing/2014/main" id="{CC3D0D6F-970E-5E9A-534A-948260764CC7}"/>
              </a:ext>
            </a:extLst>
          </p:cNvPr>
          <p:cNvSpPr/>
          <p:nvPr userDrawn="1"/>
        </p:nvSpPr>
        <p:spPr>
          <a:xfrm>
            <a:off x="7762449" y="3515900"/>
            <a:ext cx="1097434" cy="1097434"/>
          </a:xfrm>
          <a:custGeom>
            <a:avLst/>
            <a:gdLst/>
            <a:ahLst/>
            <a:cxnLst/>
            <a:rect l="l" t="t" r="r" b="b"/>
            <a:pathLst>
              <a:path w="1809750" h="1809750">
                <a:moveTo>
                  <a:pt x="904778" y="0"/>
                </a:moveTo>
                <a:lnTo>
                  <a:pt x="856727" y="1254"/>
                </a:lnTo>
                <a:lnTo>
                  <a:pt x="809328" y="4974"/>
                </a:lnTo>
                <a:lnTo>
                  <a:pt x="762646" y="11099"/>
                </a:lnTo>
                <a:lnTo>
                  <a:pt x="716742" y="19566"/>
                </a:lnTo>
                <a:lnTo>
                  <a:pt x="671678" y="30311"/>
                </a:lnTo>
                <a:lnTo>
                  <a:pt x="627518" y="43273"/>
                </a:lnTo>
                <a:lnTo>
                  <a:pt x="584323" y="58389"/>
                </a:lnTo>
                <a:lnTo>
                  <a:pt x="542158" y="75597"/>
                </a:lnTo>
                <a:lnTo>
                  <a:pt x="501082" y="94833"/>
                </a:lnTo>
                <a:lnTo>
                  <a:pt x="461161" y="116036"/>
                </a:lnTo>
                <a:lnTo>
                  <a:pt x="422455" y="139142"/>
                </a:lnTo>
                <a:lnTo>
                  <a:pt x="385028" y="164090"/>
                </a:lnTo>
                <a:lnTo>
                  <a:pt x="348942" y="190817"/>
                </a:lnTo>
                <a:lnTo>
                  <a:pt x="314260" y="219260"/>
                </a:lnTo>
                <a:lnTo>
                  <a:pt x="281043" y="249357"/>
                </a:lnTo>
                <a:lnTo>
                  <a:pt x="249356" y="281045"/>
                </a:lnTo>
                <a:lnTo>
                  <a:pt x="219259" y="314261"/>
                </a:lnTo>
                <a:lnTo>
                  <a:pt x="190816" y="348944"/>
                </a:lnTo>
                <a:lnTo>
                  <a:pt x="164090" y="385031"/>
                </a:lnTo>
                <a:lnTo>
                  <a:pt x="139142" y="422458"/>
                </a:lnTo>
                <a:lnTo>
                  <a:pt x="116035" y="461164"/>
                </a:lnTo>
                <a:lnTo>
                  <a:pt x="94833" y="501086"/>
                </a:lnTo>
                <a:lnTo>
                  <a:pt x="75597" y="542162"/>
                </a:lnTo>
                <a:lnTo>
                  <a:pt x="58389" y="584328"/>
                </a:lnTo>
                <a:lnTo>
                  <a:pt x="43273" y="627523"/>
                </a:lnTo>
                <a:lnTo>
                  <a:pt x="30311" y="671684"/>
                </a:lnTo>
                <a:lnTo>
                  <a:pt x="19566" y="716748"/>
                </a:lnTo>
                <a:lnTo>
                  <a:pt x="11099" y="762654"/>
                </a:lnTo>
                <a:lnTo>
                  <a:pt x="4974" y="809337"/>
                </a:lnTo>
                <a:lnTo>
                  <a:pt x="1254" y="856736"/>
                </a:lnTo>
                <a:lnTo>
                  <a:pt x="0" y="904789"/>
                </a:lnTo>
                <a:lnTo>
                  <a:pt x="1254" y="952841"/>
                </a:lnTo>
                <a:lnTo>
                  <a:pt x="4974" y="1000240"/>
                </a:lnTo>
                <a:lnTo>
                  <a:pt x="11099" y="1046924"/>
                </a:lnTo>
                <a:lnTo>
                  <a:pt x="19566" y="1092829"/>
                </a:lnTo>
                <a:lnTo>
                  <a:pt x="30311" y="1137893"/>
                </a:lnTo>
                <a:lnTo>
                  <a:pt x="43273" y="1182054"/>
                </a:lnTo>
                <a:lnTo>
                  <a:pt x="58389" y="1225249"/>
                </a:lnTo>
                <a:lnTo>
                  <a:pt x="75597" y="1267416"/>
                </a:lnTo>
                <a:lnTo>
                  <a:pt x="94833" y="1308491"/>
                </a:lnTo>
                <a:lnTo>
                  <a:pt x="116035" y="1348413"/>
                </a:lnTo>
                <a:lnTo>
                  <a:pt x="139142" y="1387119"/>
                </a:lnTo>
                <a:lnTo>
                  <a:pt x="164090" y="1424547"/>
                </a:lnTo>
                <a:lnTo>
                  <a:pt x="190816" y="1460633"/>
                </a:lnTo>
                <a:lnTo>
                  <a:pt x="219259" y="1495316"/>
                </a:lnTo>
                <a:lnTo>
                  <a:pt x="249356" y="1528533"/>
                </a:lnTo>
                <a:lnTo>
                  <a:pt x="281043" y="1560221"/>
                </a:lnTo>
                <a:lnTo>
                  <a:pt x="314260" y="1590317"/>
                </a:lnTo>
                <a:lnTo>
                  <a:pt x="348942" y="1618760"/>
                </a:lnTo>
                <a:lnTo>
                  <a:pt x="385028" y="1645487"/>
                </a:lnTo>
                <a:lnTo>
                  <a:pt x="422455" y="1670435"/>
                </a:lnTo>
                <a:lnTo>
                  <a:pt x="461161" y="1693542"/>
                </a:lnTo>
                <a:lnTo>
                  <a:pt x="501082" y="1714744"/>
                </a:lnTo>
                <a:lnTo>
                  <a:pt x="542158" y="1733981"/>
                </a:lnTo>
                <a:lnTo>
                  <a:pt x="584323" y="1751188"/>
                </a:lnTo>
                <a:lnTo>
                  <a:pt x="627518" y="1766304"/>
                </a:lnTo>
                <a:lnTo>
                  <a:pt x="671678" y="1779266"/>
                </a:lnTo>
                <a:lnTo>
                  <a:pt x="716742" y="1790012"/>
                </a:lnTo>
                <a:lnTo>
                  <a:pt x="762646" y="1798478"/>
                </a:lnTo>
                <a:lnTo>
                  <a:pt x="809328" y="1804603"/>
                </a:lnTo>
                <a:lnTo>
                  <a:pt x="856727" y="1808324"/>
                </a:lnTo>
                <a:lnTo>
                  <a:pt x="904778" y="1809578"/>
                </a:lnTo>
                <a:lnTo>
                  <a:pt x="952831" y="1808324"/>
                </a:lnTo>
                <a:lnTo>
                  <a:pt x="1000230" y="1804603"/>
                </a:lnTo>
                <a:lnTo>
                  <a:pt x="1046913" y="1798478"/>
                </a:lnTo>
                <a:lnTo>
                  <a:pt x="1092818" y="1790012"/>
                </a:lnTo>
                <a:lnTo>
                  <a:pt x="1137883" y="1779266"/>
                </a:lnTo>
                <a:lnTo>
                  <a:pt x="1182044" y="1766304"/>
                </a:lnTo>
                <a:lnTo>
                  <a:pt x="1225239" y="1751188"/>
                </a:lnTo>
                <a:lnTo>
                  <a:pt x="1267405" y="1733981"/>
                </a:lnTo>
                <a:lnTo>
                  <a:pt x="1308481" y="1714744"/>
                </a:lnTo>
                <a:lnTo>
                  <a:pt x="1348403" y="1693542"/>
                </a:lnTo>
                <a:lnTo>
                  <a:pt x="1387109" y="1670435"/>
                </a:lnTo>
                <a:lnTo>
                  <a:pt x="1424536" y="1645487"/>
                </a:lnTo>
                <a:lnTo>
                  <a:pt x="1460623" y="1618760"/>
                </a:lnTo>
                <a:lnTo>
                  <a:pt x="1495306" y="1590317"/>
                </a:lnTo>
                <a:lnTo>
                  <a:pt x="1528522" y="1560221"/>
                </a:lnTo>
                <a:lnTo>
                  <a:pt x="1560210" y="1528533"/>
                </a:lnTo>
                <a:lnTo>
                  <a:pt x="1590307" y="1495316"/>
                </a:lnTo>
                <a:lnTo>
                  <a:pt x="1618750" y="1460633"/>
                </a:lnTo>
                <a:lnTo>
                  <a:pt x="1645477" y="1424547"/>
                </a:lnTo>
                <a:lnTo>
                  <a:pt x="1670425" y="1387119"/>
                </a:lnTo>
                <a:lnTo>
                  <a:pt x="1693531" y="1348413"/>
                </a:lnTo>
                <a:lnTo>
                  <a:pt x="1714734" y="1308491"/>
                </a:lnTo>
                <a:lnTo>
                  <a:pt x="1733970" y="1267416"/>
                </a:lnTo>
                <a:lnTo>
                  <a:pt x="1751178" y="1225249"/>
                </a:lnTo>
                <a:lnTo>
                  <a:pt x="1766294" y="1182054"/>
                </a:lnTo>
                <a:lnTo>
                  <a:pt x="1779256" y="1137893"/>
                </a:lnTo>
                <a:lnTo>
                  <a:pt x="1790001" y="1092829"/>
                </a:lnTo>
                <a:lnTo>
                  <a:pt x="1798468" y="1046924"/>
                </a:lnTo>
                <a:lnTo>
                  <a:pt x="1804592" y="1000240"/>
                </a:lnTo>
                <a:lnTo>
                  <a:pt x="1808313" y="952841"/>
                </a:lnTo>
                <a:lnTo>
                  <a:pt x="1809567" y="904789"/>
                </a:lnTo>
                <a:lnTo>
                  <a:pt x="1808313" y="856736"/>
                </a:lnTo>
                <a:lnTo>
                  <a:pt x="1804592" y="809337"/>
                </a:lnTo>
                <a:lnTo>
                  <a:pt x="1798468" y="762654"/>
                </a:lnTo>
                <a:lnTo>
                  <a:pt x="1790001" y="716748"/>
                </a:lnTo>
                <a:lnTo>
                  <a:pt x="1779256" y="671684"/>
                </a:lnTo>
                <a:lnTo>
                  <a:pt x="1766294" y="627523"/>
                </a:lnTo>
                <a:lnTo>
                  <a:pt x="1751178" y="584328"/>
                </a:lnTo>
                <a:lnTo>
                  <a:pt x="1733970" y="542162"/>
                </a:lnTo>
                <a:lnTo>
                  <a:pt x="1714734" y="501086"/>
                </a:lnTo>
                <a:lnTo>
                  <a:pt x="1693531" y="461164"/>
                </a:lnTo>
                <a:lnTo>
                  <a:pt x="1670425" y="422458"/>
                </a:lnTo>
                <a:lnTo>
                  <a:pt x="1645477" y="385031"/>
                </a:lnTo>
                <a:lnTo>
                  <a:pt x="1618750" y="348944"/>
                </a:lnTo>
                <a:lnTo>
                  <a:pt x="1590307" y="314261"/>
                </a:lnTo>
                <a:lnTo>
                  <a:pt x="1560210" y="281045"/>
                </a:lnTo>
                <a:lnTo>
                  <a:pt x="1528522" y="249357"/>
                </a:lnTo>
                <a:lnTo>
                  <a:pt x="1495306" y="219260"/>
                </a:lnTo>
                <a:lnTo>
                  <a:pt x="1460623" y="190817"/>
                </a:lnTo>
                <a:lnTo>
                  <a:pt x="1424536" y="164090"/>
                </a:lnTo>
                <a:lnTo>
                  <a:pt x="1387109" y="139142"/>
                </a:lnTo>
                <a:lnTo>
                  <a:pt x="1348403" y="116036"/>
                </a:lnTo>
                <a:lnTo>
                  <a:pt x="1308481" y="94833"/>
                </a:lnTo>
                <a:lnTo>
                  <a:pt x="1267405" y="75597"/>
                </a:lnTo>
                <a:lnTo>
                  <a:pt x="1225239" y="58389"/>
                </a:lnTo>
                <a:lnTo>
                  <a:pt x="1182044" y="43273"/>
                </a:lnTo>
                <a:lnTo>
                  <a:pt x="1137883" y="30311"/>
                </a:lnTo>
                <a:lnTo>
                  <a:pt x="1092818" y="19566"/>
                </a:lnTo>
                <a:lnTo>
                  <a:pt x="1046913" y="11099"/>
                </a:lnTo>
                <a:lnTo>
                  <a:pt x="1000230" y="4974"/>
                </a:lnTo>
                <a:lnTo>
                  <a:pt x="952831" y="1254"/>
                </a:lnTo>
                <a:lnTo>
                  <a:pt x="904778" y="0"/>
                </a:lnTo>
                <a:close/>
              </a:path>
            </a:pathLst>
          </a:custGeom>
          <a:solidFill>
            <a:srgbClr val="156082"/>
          </a:solidFill>
        </p:spPr>
        <p:txBody>
          <a:bodyPr wrap="square" lIns="0" tIns="0" rIns="0" bIns="0" rtlCol="0"/>
          <a:lstStyle/>
          <a:p>
            <a:endParaRPr sz="1092"/>
          </a:p>
        </p:txBody>
      </p:sp>
      <p:sp>
        <p:nvSpPr>
          <p:cNvPr id="18" name="object 18">
            <a:extLst>
              <a:ext uri="{FF2B5EF4-FFF2-40B4-BE49-F238E27FC236}">
                <a16:creationId xmlns:a16="http://schemas.microsoft.com/office/drawing/2014/main" id="{FF0468A6-6B26-436F-762C-616900B546F8}"/>
              </a:ext>
            </a:extLst>
          </p:cNvPr>
          <p:cNvSpPr/>
          <p:nvPr userDrawn="1"/>
        </p:nvSpPr>
        <p:spPr>
          <a:xfrm>
            <a:off x="10067975" y="3515900"/>
            <a:ext cx="1097434" cy="1097434"/>
          </a:xfrm>
          <a:custGeom>
            <a:avLst/>
            <a:gdLst/>
            <a:ahLst/>
            <a:cxnLst/>
            <a:rect l="l" t="t" r="r" b="b"/>
            <a:pathLst>
              <a:path w="1809750" h="1809750">
                <a:moveTo>
                  <a:pt x="904778" y="0"/>
                </a:moveTo>
                <a:lnTo>
                  <a:pt x="856726" y="1254"/>
                </a:lnTo>
                <a:lnTo>
                  <a:pt x="809327" y="4974"/>
                </a:lnTo>
                <a:lnTo>
                  <a:pt x="762643" y="11099"/>
                </a:lnTo>
                <a:lnTo>
                  <a:pt x="716738" y="19566"/>
                </a:lnTo>
                <a:lnTo>
                  <a:pt x="671674" y="30311"/>
                </a:lnTo>
                <a:lnTo>
                  <a:pt x="627514" y="43273"/>
                </a:lnTo>
                <a:lnTo>
                  <a:pt x="584319" y="58389"/>
                </a:lnTo>
                <a:lnTo>
                  <a:pt x="542153" y="75597"/>
                </a:lnTo>
                <a:lnTo>
                  <a:pt x="501078" y="94833"/>
                </a:lnTo>
                <a:lnTo>
                  <a:pt x="461156" y="116036"/>
                </a:lnTo>
                <a:lnTo>
                  <a:pt x="422451" y="139142"/>
                </a:lnTo>
                <a:lnTo>
                  <a:pt x="385024" y="164090"/>
                </a:lnTo>
                <a:lnTo>
                  <a:pt x="348938" y="190817"/>
                </a:lnTo>
                <a:lnTo>
                  <a:pt x="314255" y="219260"/>
                </a:lnTo>
                <a:lnTo>
                  <a:pt x="281039" y="249357"/>
                </a:lnTo>
                <a:lnTo>
                  <a:pt x="249352" y="281045"/>
                </a:lnTo>
                <a:lnTo>
                  <a:pt x="219256" y="314261"/>
                </a:lnTo>
                <a:lnTo>
                  <a:pt x="190813" y="348944"/>
                </a:lnTo>
                <a:lnTo>
                  <a:pt x="164087" y="385031"/>
                </a:lnTo>
                <a:lnTo>
                  <a:pt x="139139" y="422458"/>
                </a:lnTo>
                <a:lnTo>
                  <a:pt x="116033" y="461164"/>
                </a:lnTo>
                <a:lnTo>
                  <a:pt x="94831" y="501086"/>
                </a:lnTo>
                <a:lnTo>
                  <a:pt x="75595" y="542162"/>
                </a:lnTo>
                <a:lnTo>
                  <a:pt x="58388" y="584328"/>
                </a:lnTo>
                <a:lnTo>
                  <a:pt x="43272" y="627523"/>
                </a:lnTo>
                <a:lnTo>
                  <a:pt x="30311" y="671684"/>
                </a:lnTo>
                <a:lnTo>
                  <a:pt x="19565" y="716748"/>
                </a:lnTo>
                <a:lnTo>
                  <a:pt x="11099" y="762654"/>
                </a:lnTo>
                <a:lnTo>
                  <a:pt x="4974" y="809337"/>
                </a:lnTo>
                <a:lnTo>
                  <a:pt x="1254" y="856736"/>
                </a:lnTo>
                <a:lnTo>
                  <a:pt x="0" y="904789"/>
                </a:lnTo>
                <a:lnTo>
                  <a:pt x="1254" y="952841"/>
                </a:lnTo>
                <a:lnTo>
                  <a:pt x="4974" y="1000240"/>
                </a:lnTo>
                <a:lnTo>
                  <a:pt x="11099" y="1046924"/>
                </a:lnTo>
                <a:lnTo>
                  <a:pt x="19565" y="1092829"/>
                </a:lnTo>
                <a:lnTo>
                  <a:pt x="30311" y="1137893"/>
                </a:lnTo>
                <a:lnTo>
                  <a:pt x="43272" y="1182054"/>
                </a:lnTo>
                <a:lnTo>
                  <a:pt x="58388" y="1225249"/>
                </a:lnTo>
                <a:lnTo>
                  <a:pt x="75595" y="1267416"/>
                </a:lnTo>
                <a:lnTo>
                  <a:pt x="94831" y="1308491"/>
                </a:lnTo>
                <a:lnTo>
                  <a:pt x="116033" y="1348413"/>
                </a:lnTo>
                <a:lnTo>
                  <a:pt x="139139" y="1387119"/>
                </a:lnTo>
                <a:lnTo>
                  <a:pt x="164087" y="1424547"/>
                </a:lnTo>
                <a:lnTo>
                  <a:pt x="190813" y="1460633"/>
                </a:lnTo>
                <a:lnTo>
                  <a:pt x="219256" y="1495316"/>
                </a:lnTo>
                <a:lnTo>
                  <a:pt x="249352" y="1528533"/>
                </a:lnTo>
                <a:lnTo>
                  <a:pt x="281039" y="1560221"/>
                </a:lnTo>
                <a:lnTo>
                  <a:pt x="314255" y="1590317"/>
                </a:lnTo>
                <a:lnTo>
                  <a:pt x="348938" y="1618760"/>
                </a:lnTo>
                <a:lnTo>
                  <a:pt x="385024" y="1645487"/>
                </a:lnTo>
                <a:lnTo>
                  <a:pt x="422451" y="1670435"/>
                </a:lnTo>
                <a:lnTo>
                  <a:pt x="461156" y="1693542"/>
                </a:lnTo>
                <a:lnTo>
                  <a:pt x="501078" y="1714744"/>
                </a:lnTo>
                <a:lnTo>
                  <a:pt x="542153" y="1733981"/>
                </a:lnTo>
                <a:lnTo>
                  <a:pt x="584319" y="1751188"/>
                </a:lnTo>
                <a:lnTo>
                  <a:pt x="627514" y="1766304"/>
                </a:lnTo>
                <a:lnTo>
                  <a:pt x="671674" y="1779266"/>
                </a:lnTo>
                <a:lnTo>
                  <a:pt x="716738" y="1790012"/>
                </a:lnTo>
                <a:lnTo>
                  <a:pt x="762643" y="1798478"/>
                </a:lnTo>
                <a:lnTo>
                  <a:pt x="809327" y="1804603"/>
                </a:lnTo>
                <a:lnTo>
                  <a:pt x="856726" y="1808324"/>
                </a:lnTo>
                <a:lnTo>
                  <a:pt x="904778" y="1809578"/>
                </a:lnTo>
                <a:lnTo>
                  <a:pt x="952831" y="1808324"/>
                </a:lnTo>
                <a:lnTo>
                  <a:pt x="1000230" y="1804603"/>
                </a:lnTo>
                <a:lnTo>
                  <a:pt x="1046913" y="1798478"/>
                </a:lnTo>
                <a:lnTo>
                  <a:pt x="1092818" y="1790012"/>
                </a:lnTo>
                <a:lnTo>
                  <a:pt x="1137883" y="1779266"/>
                </a:lnTo>
                <a:lnTo>
                  <a:pt x="1182044" y="1766304"/>
                </a:lnTo>
                <a:lnTo>
                  <a:pt x="1225239" y="1751188"/>
                </a:lnTo>
                <a:lnTo>
                  <a:pt x="1267405" y="1733981"/>
                </a:lnTo>
                <a:lnTo>
                  <a:pt x="1308481" y="1714744"/>
                </a:lnTo>
                <a:lnTo>
                  <a:pt x="1348403" y="1693542"/>
                </a:lnTo>
                <a:lnTo>
                  <a:pt x="1387109" y="1670435"/>
                </a:lnTo>
                <a:lnTo>
                  <a:pt x="1424536" y="1645487"/>
                </a:lnTo>
                <a:lnTo>
                  <a:pt x="1460623" y="1618760"/>
                </a:lnTo>
                <a:lnTo>
                  <a:pt x="1495306" y="1590317"/>
                </a:lnTo>
                <a:lnTo>
                  <a:pt x="1528522" y="1560221"/>
                </a:lnTo>
                <a:lnTo>
                  <a:pt x="1560210" y="1528533"/>
                </a:lnTo>
                <a:lnTo>
                  <a:pt x="1590307" y="1495316"/>
                </a:lnTo>
                <a:lnTo>
                  <a:pt x="1618750" y="1460633"/>
                </a:lnTo>
                <a:lnTo>
                  <a:pt x="1645477" y="1424547"/>
                </a:lnTo>
                <a:lnTo>
                  <a:pt x="1670425" y="1387119"/>
                </a:lnTo>
                <a:lnTo>
                  <a:pt x="1693531" y="1348413"/>
                </a:lnTo>
                <a:lnTo>
                  <a:pt x="1714734" y="1308491"/>
                </a:lnTo>
                <a:lnTo>
                  <a:pt x="1733970" y="1267416"/>
                </a:lnTo>
                <a:lnTo>
                  <a:pt x="1751178" y="1225249"/>
                </a:lnTo>
                <a:lnTo>
                  <a:pt x="1766294" y="1182054"/>
                </a:lnTo>
                <a:lnTo>
                  <a:pt x="1779256" y="1137893"/>
                </a:lnTo>
                <a:lnTo>
                  <a:pt x="1790001" y="1092829"/>
                </a:lnTo>
                <a:lnTo>
                  <a:pt x="1798468" y="1046924"/>
                </a:lnTo>
                <a:lnTo>
                  <a:pt x="1804592" y="1000240"/>
                </a:lnTo>
                <a:lnTo>
                  <a:pt x="1808313" y="952841"/>
                </a:lnTo>
                <a:lnTo>
                  <a:pt x="1809567" y="904789"/>
                </a:lnTo>
                <a:lnTo>
                  <a:pt x="1808313" y="856736"/>
                </a:lnTo>
                <a:lnTo>
                  <a:pt x="1804592" y="809337"/>
                </a:lnTo>
                <a:lnTo>
                  <a:pt x="1798468" y="762654"/>
                </a:lnTo>
                <a:lnTo>
                  <a:pt x="1790001" y="716748"/>
                </a:lnTo>
                <a:lnTo>
                  <a:pt x="1779256" y="671684"/>
                </a:lnTo>
                <a:lnTo>
                  <a:pt x="1766294" y="627523"/>
                </a:lnTo>
                <a:lnTo>
                  <a:pt x="1751178" y="584328"/>
                </a:lnTo>
                <a:lnTo>
                  <a:pt x="1733970" y="542162"/>
                </a:lnTo>
                <a:lnTo>
                  <a:pt x="1714734" y="501086"/>
                </a:lnTo>
                <a:lnTo>
                  <a:pt x="1693531" y="461164"/>
                </a:lnTo>
                <a:lnTo>
                  <a:pt x="1670425" y="422458"/>
                </a:lnTo>
                <a:lnTo>
                  <a:pt x="1645477" y="385031"/>
                </a:lnTo>
                <a:lnTo>
                  <a:pt x="1618750" y="348944"/>
                </a:lnTo>
                <a:lnTo>
                  <a:pt x="1590307" y="314261"/>
                </a:lnTo>
                <a:lnTo>
                  <a:pt x="1560210" y="281045"/>
                </a:lnTo>
                <a:lnTo>
                  <a:pt x="1528522" y="249357"/>
                </a:lnTo>
                <a:lnTo>
                  <a:pt x="1495306" y="219260"/>
                </a:lnTo>
                <a:lnTo>
                  <a:pt x="1460623" y="190817"/>
                </a:lnTo>
                <a:lnTo>
                  <a:pt x="1424536" y="164090"/>
                </a:lnTo>
                <a:lnTo>
                  <a:pt x="1387109" y="139142"/>
                </a:lnTo>
                <a:lnTo>
                  <a:pt x="1348403" y="116036"/>
                </a:lnTo>
                <a:lnTo>
                  <a:pt x="1308481" y="94833"/>
                </a:lnTo>
                <a:lnTo>
                  <a:pt x="1267405" y="75597"/>
                </a:lnTo>
                <a:lnTo>
                  <a:pt x="1225239" y="58389"/>
                </a:lnTo>
                <a:lnTo>
                  <a:pt x="1182044" y="43273"/>
                </a:lnTo>
                <a:lnTo>
                  <a:pt x="1137883" y="30311"/>
                </a:lnTo>
                <a:lnTo>
                  <a:pt x="1092818" y="19566"/>
                </a:lnTo>
                <a:lnTo>
                  <a:pt x="1046913" y="11099"/>
                </a:lnTo>
                <a:lnTo>
                  <a:pt x="1000230" y="4974"/>
                </a:lnTo>
                <a:lnTo>
                  <a:pt x="952831" y="1254"/>
                </a:lnTo>
                <a:lnTo>
                  <a:pt x="904778" y="0"/>
                </a:lnTo>
                <a:close/>
              </a:path>
            </a:pathLst>
          </a:custGeom>
          <a:solidFill>
            <a:srgbClr val="156082"/>
          </a:solidFill>
        </p:spPr>
        <p:txBody>
          <a:bodyPr wrap="square" lIns="0" tIns="0" rIns="0" bIns="0" rtlCol="0"/>
          <a:lstStyle/>
          <a:p>
            <a:endParaRPr sz="1092"/>
          </a:p>
        </p:txBody>
      </p:sp>
      <p:sp>
        <p:nvSpPr>
          <p:cNvPr id="20" name="object 20">
            <a:extLst>
              <a:ext uri="{FF2B5EF4-FFF2-40B4-BE49-F238E27FC236}">
                <a16:creationId xmlns:a16="http://schemas.microsoft.com/office/drawing/2014/main" id="{10959761-D4D4-C72C-7BC3-F171E6FB58C7}"/>
              </a:ext>
            </a:extLst>
          </p:cNvPr>
          <p:cNvSpPr/>
          <p:nvPr userDrawn="1"/>
        </p:nvSpPr>
        <p:spPr>
          <a:xfrm>
            <a:off x="1394594" y="5004165"/>
            <a:ext cx="0" cy="949954"/>
          </a:xfrm>
          <a:custGeom>
            <a:avLst/>
            <a:gdLst/>
            <a:ahLst/>
            <a:cxnLst/>
            <a:rect l="l" t="t" r="r" b="b"/>
            <a:pathLst>
              <a:path h="1566545">
                <a:moveTo>
                  <a:pt x="0" y="0"/>
                </a:moveTo>
                <a:lnTo>
                  <a:pt x="0" y="1565952"/>
                </a:lnTo>
              </a:path>
            </a:pathLst>
          </a:custGeom>
          <a:ln w="12700">
            <a:solidFill>
              <a:schemeClr val="bg1">
                <a:lumMod val="65000"/>
              </a:schemeClr>
            </a:solidFill>
          </a:ln>
        </p:spPr>
        <p:txBody>
          <a:bodyPr wrap="square" lIns="0" tIns="0" rIns="0" bIns="0" rtlCol="0"/>
          <a:lstStyle/>
          <a:p>
            <a:endParaRPr sz="1092"/>
          </a:p>
        </p:txBody>
      </p:sp>
      <p:sp>
        <p:nvSpPr>
          <p:cNvPr id="21" name="object 21">
            <a:extLst>
              <a:ext uri="{FF2B5EF4-FFF2-40B4-BE49-F238E27FC236}">
                <a16:creationId xmlns:a16="http://schemas.microsoft.com/office/drawing/2014/main" id="{AC63399D-1278-B951-474E-2F2D5385254E}"/>
              </a:ext>
            </a:extLst>
          </p:cNvPr>
          <p:cNvSpPr/>
          <p:nvPr userDrawn="1"/>
        </p:nvSpPr>
        <p:spPr>
          <a:xfrm>
            <a:off x="6122540" y="5004165"/>
            <a:ext cx="0" cy="949954"/>
          </a:xfrm>
          <a:custGeom>
            <a:avLst/>
            <a:gdLst/>
            <a:ahLst/>
            <a:cxnLst/>
            <a:rect l="l" t="t" r="r" b="b"/>
            <a:pathLst>
              <a:path h="1566545">
                <a:moveTo>
                  <a:pt x="0" y="0"/>
                </a:moveTo>
                <a:lnTo>
                  <a:pt x="0" y="1565952"/>
                </a:lnTo>
              </a:path>
            </a:pathLst>
          </a:custGeom>
          <a:ln w="12700">
            <a:solidFill>
              <a:schemeClr val="accent1"/>
            </a:solidFill>
          </a:ln>
        </p:spPr>
        <p:txBody>
          <a:bodyPr wrap="square" lIns="0" tIns="0" rIns="0" bIns="0" rtlCol="0"/>
          <a:lstStyle/>
          <a:p>
            <a:endParaRPr sz="1092"/>
          </a:p>
        </p:txBody>
      </p:sp>
      <p:sp>
        <p:nvSpPr>
          <p:cNvPr id="22" name="object 22">
            <a:extLst>
              <a:ext uri="{FF2B5EF4-FFF2-40B4-BE49-F238E27FC236}">
                <a16:creationId xmlns:a16="http://schemas.microsoft.com/office/drawing/2014/main" id="{FAF153EE-46C2-34C6-EDF5-0B42FA2E6332}"/>
              </a:ext>
            </a:extLst>
          </p:cNvPr>
          <p:cNvSpPr/>
          <p:nvPr userDrawn="1"/>
        </p:nvSpPr>
        <p:spPr>
          <a:xfrm>
            <a:off x="10616692" y="5004165"/>
            <a:ext cx="0" cy="949954"/>
          </a:xfrm>
          <a:custGeom>
            <a:avLst/>
            <a:gdLst/>
            <a:ahLst/>
            <a:cxnLst/>
            <a:rect l="l" t="t" r="r" b="b"/>
            <a:pathLst>
              <a:path h="1566545">
                <a:moveTo>
                  <a:pt x="0" y="0"/>
                </a:moveTo>
                <a:lnTo>
                  <a:pt x="0" y="1565952"/>
                </a:lnTo>
              </a:path>
            </a:pathLst>
          </a:custGeom>
          <a:ln w="12700">
            <a:solidFill>
              <a:schemeClr val="bg1">
                <a:lumMod val="65000"/>
              </a:schemeClr>
            </a:solidFill>
          </a:ln>
        </p:spPr>
        <p:txBody>
          <a:bodyPr wrap="square" lIns="0" tIns="0" rIns="0" bIns="0" rtlCol="0"/>
          <a:lstStyle/>
          <a:p>
            <a:endParaRPr sz="1092"/>
          </a:p>
        </p:txBody>
      </p:sp>
      <p:sp>
        <p:nvSpPr>
          <p:cNvPr id="23" name="object 23">
            <a:extLst>
              <a:ext uri="{FF2B5EF4-FFF2-40B4-BE49-F238E27FC236}">
                <a16:creationId xmlns:a16="http://schemas.microsoft.com/office/drawing/2014/main" id="{BC8DFDB2-64A8-77C2-7346-D6676B6534CE}"/>
              </a:ext>
            </a:extLst>
          </p:cNvPr>
          <p:cNvSpPr/>
          <p:nvPr userDrawn="1"/>
        </p:nvSpPr>
        <p:spPr>
          <a:xfrm>
            <a:off x="3905004" y="2129755"/>
            <a:ext cx="0" cy="962661"/>
          </a:xfrm>
          <a:custGeom>
            <a:avLst/>
            <a:gdLst/>
            <a:ahLst/>
            <a:cxnLst/>
            <a:rect l="l" t="t" r="r" b="b"/>
            <a:pathLst>
              <a:path h="1587500">
                <a:moveTo>
                  <a:pt x="0" y="0"/>
                </a:moveTo>
                <a:lnTo>
                  <a:pt x="0" y="1587155"/>
                </a:lnTo>
              </a:path>
            </a:pathLst>
          </a:custGeom>
          <a:ln w="12700">
            <a:solidFill>
              <a:schemeClr val="bg1">
                <a:lumMod val="65000"/>
              </a:schemeClr>
            </a:solidFill>
          </a:ln>
        </p:spPr>
        <p:txBody>
          <a:bodyPr wrap="square" lIns="0" tIns="0" rIns="0" bIns="0" rtlCol="0"/>
          <a:lstStyle/>
          <a:p>
            <a:endParaRPr sz="1092"/>
          </a:p>
        </p:txBody>
      </p:sp>
      <p:sp>
        <p:nvSpPr>
          <p:cNvPr id="24" name="object 24">
            <a:extLst>
              <a:ext uri="{FF2B5EF4-FFF2-40B4-BE49-F238E27FC236}">
                <a16:creationId xmlns:a16="http://schemas.microsoft.com/office/drawing/2014/main" id="{23C41B3D-8928-B55B-5B7E-40F1FE96B98C}"/>
              </a:ext>
            </a:extLst>
          </p:cNvPr>
          <p:cNvSpPr/>
          <p:nvPr userDrawn="1"/>
        </p:nvSpPr>
        <p:spPr>
          <a:xfrm>
            <a:off x="8575664" y="2129755"/>
            <a:ext cx="0" cy="962661"/>
          </a:xfrm>
          <a:custGeom>
            <a:avLst/>
            <a:gdLst/>
            <a:ahLst/>
            <a:cxnLst/>
            <a:rect l="l" t="t" r="r" b="b"/>
            <a:pathLst>
              <a:path h="1587500">
                <a:moveTo>
                  <a:pt x="0" y="0"/>
                </a:moveTo>
                <a:lnTo>
                  <a:pt x="0" y="1587155"/>
                </a:lnTo>
              </a:path>
            </a:pathLst>
          </a:custGeom>
          <a:ln w="12700">
            <a:solidFill>
              <a:schemeClr val="bg1">
                <a:lumMod val="65000"/>
              </a:schemeClr>
            </a:solidFill>
          </a:ln>
        </p:spPr>
        <p:txBody>
          <a:bodyPr wrap="square" lIns="0" tIns="0" rIns="0" bIns="0" rtlCol="0"/>
          <a:lstStyle/>
          <a:p>
            <a:endParaRPr sz="1092"/>
          </a:p>
        </p:txBody>
      </p:sp>
      <p:sp>
        <p:nvSpPr>
          <p:cNvPr id="27" name="Header 1">
            <a:extLst>
              <a:ext uri="{FF2B5EF4-FFF2-40B4-BE49-F238E27FC236}">
                <a16:creationId xmlns:a16="http://schemas.microsoft.com/office/drawing/2014/main" id="{DF19536A-3F3C-F4FE-EB13-1C21009300C7}"/>
              </a:ext>
            </a:extLst>
          </p:cNvPr>
          <p:cNvSpPr>
            <a:spLocks noGrp="1"/>
          </p:cNvSpPr>
          <p:nvPr>
            <p:ph type="body" sz="quarter" idx="23" hasCustomPrompt="1"/>
          </p:nvPr>
        </p:nvSpPr>
        <p:spPr>
          <a:xfrm>
            <a:off x="494800" y="1995038"/>
            <a:ext cx="2871216" cy="356616"/>
          </a:xfrm>
          <a:prstGeom prst="rect">
            <a:avLst/>
          </a:prstGeom>
        </p:spPr>
        <p:txBody>
          <a:bodyPr vert="horz" lIns="0" tIns="0" rIns="0" bIns="0" rtlCol="0">
            <a:noAutofit/>
          </a:bodyPr>
          <a:lstStyle>
            <a:lvl1pPr marL="0" algn="ctr">
              <a:spcBef>
                <a:spcPts val="0"/>
              </a:spcBef>
              <a:defRPr kumimoji="0" lang="en-US" sz="900" b="1" i="0" u="none" strike="noStrike" cap="none" spc="300" normalizeH="0" baseline="0" dirty="0">
                <a:ln>
                  <a:noFill/>
                </a:ln>
                <a:solidFill>
                  <a:srgbClr val="000000"/>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HEADER 1</a:t>
            </a:r>
          </a:p>
        </p:txBody>
      </p:sp>
      <p:sp>
        <p:nvSpPr>
          <p:cNvPr id="28" name="Supporting Text 1&#10;Supporting Text 1&#10;">
            <a:extLst>
              <a:ext uri="{FF2B5EF4-FFF2-40B4-BE49-F238E27FC236}">
                <a16:creationId xmlns:a16="http://schemas.microsoft.com/office/drawing/2014/main" id="{858110E3-4B45-199F-8C8D-446DEF9AD9BB}"/>
              </a:ext>
            </a:extLst>
          </p:cNvPr>
          <p:cNvSpPr>
            <a:spLocks noGrp="1"/>
          </p:cNvSpPr>
          <p:nvPr>
            <p:ph type="body" sz="quarter" idx="26" hasCustomPrompt="1"/>
          </p:nvPr>
        </p:nvSpPr>
        <p:spPr>
          <a:xfrm>
            <a:off x="490821" y="2428457"/>
            <a:ext cx="2871216" cy="566928"/>
          </a:xfrm>
          <a:prstGeom prst="rect">
            <a:avLst/>
          </a:prstGeom>
        </p:spPr>
        <p:txBody>
          <a:bodyPr vert="horz" lIns="0" tIns="0" rIns="0" bIns="0" rtlCol="0">
            <a:noAutofit/>
          </a:bodyPr>
          <a:lstStyle>
            <a:lvl1pPr algn="ctr">
              <a:defRPr kumimoji="0" lang="en-US" sz="900" b="0" i="0" u="none" strike="noStrike" kern="1200" cap="none" spc="-30" normalizeH="0" baseline="0" dirty="0" smtClean="0">
                <a:ln>
                  <a:noFill/>
                </a:ln>
                <a:solidFill>
                  <a:srgbClr val="313131"/>
                </a:solidFill>
                <a:effectLst/>
                <a:uLnTx/>
                <a:uFillTx/>
                <a:latin typeface="Open Sans"/>
                <a:ea typeface="+mn-ea"/>
                <a:cs typeface="Frutiger Next Pro Light"/>
              </a:defRPr>
            </a:lvl1pPr>
          </a:lstStyle>
          <a:p>
            <a:pPr marL="228600" marR="0" lvl="0" indent="-228600" defTabSz="914400" fontAlgn="auto">
              <a:lnSpc>
                <a:spcPct val="100000"/>
              </a:lnSpc>
              <a:spcBef>
                <a:spcPts val="1000"/>
              </a:spcBef>
              <a:spcAft>
                <a:spcPts val="0"/>
              </a:spcAft>
              <a:buClr>
                <a:srgbClr val="787878"/>
              </a:buClr>
              <a:buSzPct val="75000"/>
              <a:tabLst/>
            </a:pPr>
            <a:r>
              <a:rPr lang="en-US"/>
              <a:t>Supporting Text 1</a:t>
            </a:r>
          </a:p>
        </p:txBody>
      </p:sp>
      <p:sp>
        <p:nvSpPr>
          <p:cNvPr id="29" name="object 9">
            <a:extLst>
              <a:ext uri="{FF2B5EF4-FFF2-40B4-BE49-F238E27FC236}">
                <a16:creationId xmlns:a16="http://schemas.microsoft.com/office/drawing/2014/main" id="{B2B2700C-8BFD-E5B2-B8F1-4A358471A437}"/>
              </a:ext>
            </a:extLst>
          </p:cNvPr>
          <p:cNvSpPr/>
          <p:nvPr userDrawn="1"/>
        </p:nvSpPr>
        <p:spPr>
          <a:xfrm>
            <a:off x="845877" y="3515900"/>
            <a:ext cx="1097434" cy="1097434"/>
          </a:xfrm>
          <a:custGeom>
            <a:avLst/>
            <a:gdLst/>
            <a:ahLst/>
            <a:cxnLst/>
            <a:rect l="l" t="t" r="r" b="b"/>
            <a:pathLst>
              <a:path w="1809750" h="1809750">
                <a:moveTo>
                  <a:pt x="904778" y="0"/>
                </a:moveTo>
                <a:lnTo>
                  <a:pt x="856726" y="1254"/>
                </a:lnTo>
                <a:lnTo>
                  <a:pt x="809327" y="4974"/>
                </a:lnTo>
                <a:lnTo>
                  <a:pt x="762643" y="11099"/>
                </a:lnTo>
                <a:lnTo>
                  <a:pt x="716738" y="19566"/>
                </a:lnTo>
                <a:lnTo>
                  <a:pt x="671674" y="30311"/>
                </a:lnTo>
                <a:lnTo>
                  <a:pt x="627514" y="43273"/>
                </a:lnTo>
                <a:lnTo>
                  <a:pt x="584319" y="58389"/>
                </a:lnTo>
                <a:lnTo>
                  <a:pt x="542153" y="75597"/>
                </a:lnTo>
                <a:lnTo>
                  <a:pt x="501078" y="94833"/>
                </a:lnTo>
                <a:lnTo>
                  <a:pt x="461156" y="116036"/>
                </a:lnTo>
                <a:lnTo>
                  <a:pt x="422451" y="139142"/>
                </a:lnTo>
                <a:lnTo>
                  <a:pt x="385024" y="164090"/>
                </a:lnTo>
                <a:lnTo>
                  <a:pt x="348938" y="190817"/>
                </a:lnTo>
                <a:lnTo>
                  <a:pt x="314255" y="219260"/>
                </a:lnTo>
                <a:lnTo>
                  <a:pt x="281039" y="249357"/>
                </a:lnTo>
                <a:lnTo>
                  <a:pt x="249352" y="281045"/>
                </a:lnTo>
                <a:lnTo>
                  <a:pt x="219256" y="314261"/>
                </a:lnTo>
                <a:lnTo>
                  <a:pt x="190813" y="348944"/>
                </a:lnTo>
                <a:lnTo>
                  <a:pt x="164087" y="385031"/>
                </a:lnTo>
                <a:lnTo>
                  <a:pt x="139139" y="422458"/>
                </a:lnTo>
                <a:lnTo>
                  <a:pt x="116033" y="461164"/>
                </a:lnTo>
                <a:lnTo>
                  <a:pt x="94831" y="501086"/>
                </a:lnTo>
                <a:lnTo>
                  <a:pt x="75595" y="542162"/>
                </a:lnTo>
                <a:lnTo>
                  <a:pt x="58388" y="584328"/>
                </a:lnTo>
                <a:lnTo>
                  <a:pt x="43272" y="627523"/>
                </a:lnTo>
                <a:lnTo>
                  <a:pt x="30311" y="671684"/>
                </a:lnTo>
                <a:lnTo>
                  <a:pt x="19565" y="716748"/>
                </a:lnTo>
                <a:lnTo>
                  <a:pt x="11099" y="762654"/>
                </a:lnTo>
                <a:lnTo>
                  <a:pt x="4974" y="809337"/>
                </a:lnTo>
                <a:lnTo>
                  <a:pt x="1254" y="856736"/>
                </a:lnTo>
                <a:lnTo>
                  <a:pt x="0" y="904789"/>
                </a:lnTo>
                <a:lnTo>
                  <a:pt x="1254" y="952841"/>
                </a:lnTo>
                <a:lnTo>
                  <a:pt x="4974" y="1000240"/>
                </a:lnTo>
                <a:lnTo>
                  <a:pt x="11099" y="1046924"/>
                </a:lnTo>
                <a:lnTo>
                  <a:pt x="19565" y="1092829"/>
                </a:lnTo>
                <a:lnTo>
                  <a:pt x="30311" y="1137893"/>
                </a:lnTo>
                <a:lnTo>
                  <a:pt x="43272" y="1182054"/>
                </a:lnTo>
                <a:lnTo>
                  <a:pt x="58388" y="1225249"/>
                </a:lnTo>
                <a:lnTo>
                  <a:pt x="75595" y="1267416"/>
                </a:lnTo>
                <a:lnTo>
                  <a:pt x="94831" y="1308491"/>
                </a:lnTo>
                <a:lnTo>
                  <a:pt x="116033" y="1348413"/>
                </a:lnTo>
                <a:lnTo>
                  <a:pt x="139139" y="1387119"/>
                </a:lnTo>
                <a:lnTo>
                  <a:pt x="164087" y="1424547"/>
                </a:lnTo>
                <a:lnTo>
                  <a:pt x="190813" y="1460633"/>
                </a:lnTo>
                <a:lnTo>
                  <a:pt x="219256" y="1495316"/>
                </a:lnTo>
                <a:lnTo>
                  <a:pt x="249352" y="1528533"/>
                </a:lnTo>
                <a:lnTo>
                  <a:pt x="281039" y="1560221"/>
                </a:lnTo>
                <a:lnTo>
                  <a:pt x="314255" y="1590317"/>
                </a:lnTo>
                <a:lnTo>
                  <a:pt x="348938" y="1618760"/>
                </a:lnTo>
                <a:lnTo>
                  <a:pt x="385024" y="1645487"/>
                </a:lnTo>
                <a:lnTo>
                  <a:pt x="422451" y="1670435"/>
                </a:lnTo>
                <a:lnTo>
                  <a:pt x="461156" y="1693542"/>
                </a:lnTo>
                <a:lnTo>
                  <a:pt x="501078" y="1714744"/>
                </a:lnTo>
                <a:lnTo>
                  <a:pt x="542153" y="1733981"/>
                </a:lnTo>
                <a:lnTo>
                  <a:pt x="584319" y="1751188"/>
                </a:lnTo>
                <a:lnTo>
                  <a:pt x="627514" y="1766304"/>
                </a:lnTo>
                <a:lnTo>
                  <a:pt x="671674" y="1779266"/>
                </a:lnTo>
                <a:lnTo>
                  <a:pt x="716738" y="1790012"/>
                </a:lnTo>
                <a:lnTo>
                  <a:pt x="762643" y="1798478"/>
                </a:lnTo>
                <a:lnTo>
                  <a:pt x="809327" y="1804603"/>
                </a:lnTo>
                <a:lnTo>
                  <a:pt x="856726" y="1808324"/>
                </a:lnTo>
                <a:lnTo>
                  <a:pt x="904778" y="1809578"/>
                </a:lnTo>
                <a:lnTo>
                  <a:pt x="952831" y="1808324"/>
                </a:lnTo>
                <a:lnTo>
                  <a:pt x="1000230" y="1804603"/>
                </a:lnTo>
                <a:lnTo>
                  <a:pt x="1046913" y="1798478"/>
                </a:lnTo>
                <a:lnTo>
                  <a:pt x="1092818" y="1790012"/>
                </a:lnTo>
                <a:lnTo>
                  <a:pt x="1137883" y="1779266"/>
                </a:lnTo>
                <a:lnTo>
                  <a:pt x="1182044" y="1766304"/>
                </a:lnTo>
                <a:lnTo>
                  <a:pt x="1225239" y="1751188"/>
                </a:lnTo>
                <a:lnTo>
                  <a:pt x="1267405" y="1733981"/>
                </a:lnTo>
                <a:lnTo>
                  <a:pt x="1308481" y="1714744"/>
                </a:lnTo>
                <a:lnTo>
                  <a:pt x="1348403" y="1693542"/>
                </a:lnTo>
                <a:lnTo>
                  <a:pt x="1387109" y="1670435"/>
                </a:lnTo>
                <a:lnTo>
                  <a:pt x="1424536" y="1645487"/>
                </a:lnTo>
                <a:lnTo>
                  <a:pt x="1460623" y="1618760"/>
                </a:lnTo>
                <a:lnTo>
                  <a:pt x="1495306" y="1590317"/>
                </a:lnTo>
                <a:lnTo>
                  <a:pt x="1528522" y="1560221"/>
                </a:lnTo>
                <a:lnTo>
                  <a:pt x="1560210" y="1528533"/>
                </a:lnTo>
                <a:lnTo>
                  <a:pt x="1590307" y="1495316"/>
                </a:lnTo>
                <a:lnTo>
                  <a:pt x="1618750" y="1460633"/>
                </a:lnTo>
                <a:lnTo>
                  <a:pt x="1645477" y="1424547"/>
                </a:lnTo>
                <a:lnTo>
                  <a:pt x="1670425" y="1387119"/>
                </a:lnTo>
                <a:lnTo>
                  <a:pt x="1693531" y="1348413"/>
                </a:lnTo>
                <a:lnTo>
                  <a:pt x="1714734" y="1308491"/>
                </a:lnTo>
                <a:lnTo>
                  <a:pt x="1733970" y="1267416"/>
                </a:lnTo>
                <a:lnTo>
                  <a:pt x="1751178" y="1225249"/>
                </a:lnTo>
                <a:lnTo>
                  <a:pt x="1766294" y="1182054"/>
                </a:lnTo>
                <a:lnTo>
                  <a:pt x="1779256" y="1137893"/>
                </a:lnTo>
                <a:lnTo>
                  <a:pt x="1790001" y="1092829"/>
                </a:lnTo>
                <a:lnTo>
                  <a:pt x="1798468" y="1046924"/>
                </a:lnTo>
                <a:lnTo>
                  <a:pt x="1804592" y="1000240"/>
                </a:lnTo>
                <a:lnTo>
                  <a:pt x="1808313" y="952841"/>
                </a:lnTo>
                <a:lnTo>
                  <a:pt x="1809567" y="904789"/>
                </a:lnTo>
                <a:lnTo>
                  <a:pt x="1808313" y="856736"/>
                </a:lnTo>
                <a:lnTo>
                  <a:pt x="1804592" y="809337"/>
                </a:lnTo>
                <a:lnTo>
                  <a:pt x="1798468" y="762654"/>
                </a:lnTo>
                <a:lnTo>
                  <a:pt x="1790001" y="716748"/>
                </a:lnTo>
                <a:lnTo>
                  <a:pt x="1779256" y="671684"/>
                </a:lnTo>
                <a:lnTo>
                  <a:pt x="1766294" y="627523"/>
                </a:lnTo>
                <a:lnTo>
                  <a:pt x="1751178" y="584328"/>
                </a:lnTo>
                <a:lnTo>
                  <a:pt x="1733970" y="542162"/>
                </a:lnTo>
                <a:lnTo>
                  <a:pt x="1714734" y="501086"/>
                </a:lnTo>
                <a:lnTo>
                  <a:pt x="1693531" y="461164"/>
                </a:lnTo>
                <a:lnTo>
                  <a:pt x="1670425" y="422458"/>
                </a:lnTo>
                <a:lnTo>
                  <a:pt x="1645477" y="385031"/>
                </a:lnTo>
                <a:lnTo>
                  <a:pt x="1618750" y="348944"/>
                </a:lnTo>
                <a:lnTo>
                  <a:pt x="1590307" y="314261"/>
                </a:lnTo>
                <a:lnTo>
                  <a:pt x="1560210" y="281045"/>
                </a:lnTo>
                <a:lnTo>
                  <a:pt x="1528522" y="249357"/>
                </a:lnTo>
                <a:lnTo>
                  <a:pt x="1495306" y="219260"/>
                </a:lnTo>
                <a:lnTo>
                  <a:pt x="1460623" y="190817"/>
                </a:lnTo>
                <a:lnTo>
                  <a:pt x="1424536" y="164090"/>
                </a:lnTo>
                <a:lnTo>
                  <a:pt x="1387109" y="139142"/>
                </a:lnTo>
                <a:lnTo>
                  <a:pt x="1348403" y="116036"/>
                </a:lnTo>
                <a:lnTo>
                  <a:pt x="1308481" y="94833"/>
                </a:lnTo>
                <a:lnTo>
                  <a:pt x="1267405" y="75597"/>
                </a:lnTo>
                <a:lnTo>
                  <a:pt x="1225239" y="58389"/>
                </a:lnTo>
                <a:lnTo>
                  <a:pt x="1182044" y="43273"/>
                </a:lnTo>
                <a:lnTo>
                  <a:pt x="1137883" y="30311"/>
                </a:lnTo>
                <a:lnTo>
                  <a:pt x="1092818" y="19566"/>
                </a:lnTo>
                <a:lnTo>
                  <a:pt x="1046913" y="11099"/>
                </a:lnTo>
                <a:lnTo>
                  <a:pt x="1000230" y="4974"/>
                </a:lnTo>
                <a:lnTo>
                  <a:pt x="952831" y="1254"/>
                </a:lnTo>
                <a:lnTo>
                  <a:pt x="904778" y="0"/>
                </a:lnTo>
                <a:close/>
              </a:path>
            </a:pathLst>
          </a:custGeom>
          <a:solidFill>
            <a:srgbClr val="0F9ED5"/>
          </a:solidFill>
        </p:spPr>
        <p:txBody>
          <a:bodyPr wrap="square" lIns="0" tIns="0" rIns="0" bIns="0" rtlCol="0"/>
          <a:lstStyle/>
          <a:p>
            <a:endParaRPr sz="1092"/>
          </a:p>
        </p:txBody>
      </p:sp>
      <p:sp>
        <p:nvSpPr>
          <p:cNvPr id="35" name="Header 2">
            <a:extLst>
              <a:ext uri="{FF2B5EF4-FFF2-40B4-BE49-F238E27FC236}">
                <a16:creationId xmlns:a16="http://schemas.microsoft.com/office/drawing/2014/main" id="{B8400FBF-9A7A-403E-5E0D-267450C8BDA1}"/>
              </a:ext>
            </a:extLst>
          </p:cNvPr>
          <p:cNvSpPr>
            <a:spLocks noGrp="1"/>
          </p:cNvSpPr>
          <p:nvPr>
            <p:ph type="body" sz="quarter" idx="27" hasCustomPrompt="1"/>
          </p:nvPr>
        </p:nvSpPr>
        <p:spPr>
          <a:xfrm>
            <a:off x="2469396" y="5049904"/>
            <a:ext cx="2871216" cy="356616"/>
          </a:xfrm>
          <a:prstGeom prst="rect">
            <a:avLst/>
          </a:prstGeom>
        </p:spPr>
        <p:txBody>
          <a:bodyPr vert="horz" lIns="0" tIns="0" rIns="0" bIns="0" rtlCol="0">
            <a:noAutofit/>
          </a:bodyPr>
          <a:lstStyle>
            <a:lvl1pPr algn="ctr">
              <a:defRPr kumimoji="0" lang="en-US" sz="900" b="1" i="0" u="none" strike="noStrike" cap="none" spc="300" normalizeH="0" baseline="0" dirty="0">
                <a:ln>
                  <a:noFill/>
                </a:ln>
                <a:solidFill>
                  <a:srgbClr val="000000"/>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HEADER 2</a:t>
            </a:r>
          </a:p>
        </p:txBody>
      </p:sp>
      <p:sp>
        <p:nvSpPr>
          <p:cNvPr id="36" name="Supporting Text 1&#10;Supporting Text 2">
            <a:extLst>
              <a:ext uri="{FF2B5EF4-FFF2-40B4-BE49-F238E27FC236}">
                <a16:creationId xmlns:a16="http://schemas.microsoft.com/office/drawing/2014/main" id="{178F315E-B5F0-568B-861D-761753F6D596}"/>
              </a:ext>
            </a:extLst>
          </p:cNvPr>
          <p:cNvSpPr>
            <a:spLocks noGrp="1"/>
          </p:cNvSpPr>
          <p:nvPr>
            <p:ph type="body" sz="quarter" idx="28" hasCustomPrompt="1"/>
          </p:nvPr>
        </p:nvSpPr>
        <p:spPr>
          <a:xfrm>
            <a:off x="2469396" y="5455995"/>
            <a:ext cx="2871216" cy="566928"/>
          </a:xfrm>
          <a:prstGeom prst="rect">
            <a:avLst/>
          </a:prstGeom>
        </p:spPr>
        <p:txBody>
          <a:bodyPr vert="horz" lIns="0" tIns="0" rIns="0" bIns="0" rtlCol="0">
            <a:noAutofit/>
          </a:bodyPr>
          <a:lstStyle>
            <a:lvl1pPr algn="ctr">
              <a:defRPr kumimoji="0" lang="en-US" sz="900" b="0" i="0" u="none" strike="noStrike" kern="1200" cap="none" spc="-30" normalizeH="0" baseline="0" dirty="0" smtClean="0">
                <a:ln>
                  <a:noFill/>
                </a:ln>
                <a:solidFill>
                  <a:srgbClr val="313131"/>
                </a:solidFill>
                <a:effectLst/>
                <a:uLnTx/>
                <a:uFillTx/>
                <a:latin typeface="Open Sans"/>
                <a:ea typeface="+mn-ea"/>
                <a:cs typeface="Frutiger Next Pro Light"/>
              </a:defRPr>
            </a:lvl1pPr>
          </a:lstStyle>
          <a:p>
            <a:pPr marL="228600" marR="0" lvl="0" indent="-228600" defTabSz="914400" fontAlgn="auto">
              <a:lnSpc>
                <a:spcPct val="100000"/>
              </a:lnSpc>
              <a:spcBef>
                <a:spcPts val="1000"/>
              </a:spcBef>
              <a:spcAft>
                <a:spcPts val="0"/>
              </a:spcAft>
              <a:buClr>
                <a:srgbClr val="787878"/>
              </a:buClr>
              <a:buSzPct val="75000"/>
              <a:tabLst/>
            </a:pPr>
            <a:r>
              <a:rPr lang="en-US"/>
              <a:t>Supporting Text 2</a:t>
            </a:r>
          </a:p>
        </p:txBody>
      </p:sp>
      <p:sp>
        <p:nvSpPr>
          <p:cNvPr id="37" name="Header 3">
            <a:extLst>
              <a:ext uri="{FF2B5EF4-FFF2-40B4-BE49-F238E27FC236}">
                <a16:creationId xmlns:a16="http://schemas.microsoft.com/office/drawing/2014/main" id="{9C94275A-E5AC-76C0-03D7-F0CC8BDB3212}"/>
              </a:ext>
            </a:extLst>
          </p:cNvPr>
          <p:cNvSpPr>
            <a:spLocks noGrp="1"/>
          </p:cNvSpPr>
          <p:nvPr>
            <p:ph type="body" sz="quarter" idx="29" hasCustomPrompt="1"/>
          </p:nvPr>
        </p:nvSpPr>
        <p:spPr>
          <a:xfrm>
            <a:off x="4686932" y="1995038"/>
            <a:ext cx="2871216" cy="356616"/>
          </a:xfrm>
          <a:prstGeom prst="rect">
            <a:avLst/>
          </a:prstGeom>
        </p:spPr>
        <p:txBody>
          <a:bodyPr vert="horz" lIns="0" tIns="0" rIns="0" bIns="0" rtlCol="0">
            <a:noAutofit/>
          </a:bodyPr>
          <a:lstStyle>
            <a:lvl1pPr algn="ctr">
              <a:defRPr kumimoji="0" lang="en-US" sz="900" b="1" i="0" u="none" strike="noStrike" cap="none" spc="300" normalizeH="0" baseline="0" dirty="0">
                <a:ln>
                  <a:noFill/>
                </a:ln>
                <a:solidFill>
                  <a:srgbClr val="000000"/>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HEADER 3</a:t>
            </a:r>
          </a:p>
        </p:txBody>
      </p:sp>
      <p:sp>
        <p:nvSpPr>
          <p:cNvPr id="38" name="Supporting Text 1&#10;Supporting Text 3">
            <a:extLst>
              <a:ext uri="{FF2B5EF4-FFF2-40B4-BE49-F238E27FC236}">
                <a16:creationId xmlns:a16="http://schemas.microsoft.com/office/drawing/2014/main" id="{0EF4C9CB-25C0-F619-158D-95F29ED6B87B}"/>
              </a:ext>
            </a:extLst>
          </p:cNvPr>
          <p:cNvSpPr>
            <a:spLocks noGrp="1"/>
          </p:cNvSpPr>
          <p:nvPr>
            <p:ph type="body" sz="quarter" idx="30" hasCustomPrompt="1"/>
          </p:nvPr>
        </p:nvSpPr>
        <p:spPr>
          <a:xfrm>
            <a:off x="4686932" y="2428457"/>
            <a:ext cx="2871216" cy="566928"/>
          </a:xfrm>
          <a:prstGeom prst="rect">
            <a:avLst/>
          </a:prstGeom>
        </p:spPr>
        <p:txBody>
          <a:bodyPr vert="horz" lIns="0" tIns="0" rIns="0" bIns="0" rtlCol="0">
            <a:noAutofit/>
          </a:bodyPr>
          <a:lstStyle>
            <a:lvl1pPr algn="ctr">
              <a:defRPr kumimoji="0" lang="en-US" sz="900" b="0" i="0" u="none" strike="noStrike" kern="1200" cap="none" spc="-30" normalizeH="0" baseline="0" dirty="0" smtClean="0">
                <a:ln>
                  <a:noFill/>
                </a:ln>
                <a:solidFill>
                  <a:srgbClr val="313131"/>
                </a:solidFill>
                <a:effectLst/>
                <a:uLnTx/>
                <a:uFillTx/>
                <a:latin typeface="Open Sans"/>
                <a:ea typeface="+mn-ea"/>
                <a:cs typeface="Frutiger Next Pro Light"/>
              </a:defRPr>
            </a:lvl1pPr>
          </a:lstStyle>
          <a:p>
            <a:pPr marL="228600" marR="0" lvl="0" indent="-228600" defTabSz="914400" fontAlgn="auto">
              <a:lnSpc>
                <a:spcPct val="100000"/>
              </a:lnSpc>
              <a:spcBef>
                <a:spcPts val="1000"/>
              </a:spcBef>
              <a:spcAft>
                <a:spcPts val="0"/>
              </a:spcAft>
              <a:buClr>
                <a:srgbClr val="787878"/>
              </a:buClr>
              <a:buSzPct val="75000"/>
              <a:tabLst/>
            </a:pPr>
            <a:r>
              <a:rPr lang="en-US"/>
              <a:t>Supporting Text 3</a:t>
            </a:r>
          </a:p>
        </p:txBody>
      </p:sp>
      <p:sp>
        <p:nvSpPr>
          <p:cNvPr id="39" name="Header 5">
            <a:extLst>
              <a:ext uri="{FF2B5EF4-FFF2-40B4-BE49-F238E27FC236}">
                <a16:creationId xmlns:a16="http://schemas.microsoft.com/office/drawing/2014/main" id="{D7690A7F-FD1D-72E2-D79F-9CD41B6A1561}"/>
              </a:ext>
            </a:extLst>
          </p:cNvPr>
          <p:cNvSpPr>
            <a:spLocks noGrp="1"/>
          </p:cNvSpPr>
          <p:nvPr>
            <p:ph type="body" sz="quarter" idx="31" hasCustomPrompt="1"/>
          </p:nvPr>
        </p:nvSpPr>
        <p:spPr>
          <a:xfrm>
            <a:off x="9181084" y="1995038"/>
            <a:ext cx="2871216" cy="356616"/>
          </a:xfrm>
          <a:prstGeom prst="rect">
            <a:avLst/>
          </a:prstGeom>
        </p:spPr>
        <p:txBody>
          <a:bodyPr vert="horz" lIns="0" tIns="0" rIns="0" bIns="0" rtlCol="0">
            <a:noAutofit/>
          </a:bodyPr>
          <a:lstStyle>
            <a:lvl1pPr algn="ctr">
              <a:defRPr kumimoji="0" lang="en-US" sz="900" b="1" i="0" u="none" strike="noStrike" cap="none" spc="300" normalizeH="0" baseline="0" dirty="0">
                <a:ln>
                  <a:noFill/>
                </a:ln>
                <a:solidFill>
                  <a:srgbClr val="000000"/>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HEADER 5</a:t>
            </a:r>
          </a:p>
        </p:txBody>
      </p:sp>
      <p:sp>
        <p:nvSpPr>
          <p:cNvPr id="40" name="Supporting Text 1&#10;Supporting Text 5">
            <a:extLst>
              <a:ext uri="{FF2B5EF4-FFF2-40B4-BE49-F238E27FC236}">
                <a16:creationId xmlns:a16="http://schemas.microsoft.com/office/drawing/2014/main" id="{07BEBEE2-4592-9D25-036B-6FBCCA81B649}"/>
              </a:ext>
            </a:extLst>
          </p:cNvPr>
          <p:cNvSpPr>
            <a:spLocks noGrp="1"/>
          </p:cNvSpPr>
          <p:nvPr>
            <p:ph type="body" sz="quarter" idx="32" hasCustomPrompt="1"/>
          </p:nvPr>
        </p:nvSpPr>
        <p:spPr>
          <a:xfrm>
            <a:off x="9181084" y="2428457"/>
            <a:ext cx="2871216" cy="566928"/>
          </a:xfrm>
          <a:prstGeom prst="rect">
            <a:avLst/>
          </a:prstGeom>
        </p:spPr>
        <p:txBody>
          <a:bodyPr vert="horz" lIns="0" tIns="0" rIns="0" bIns="0" rtlCol="0">
            <a:noAutofit/>
          </a:bodyPr>
          <a:lstStyle>
            <a:lvl1pPr algn="ctr">
              <a:defRPr kumimoji="0" lang="en-US" sz="900" b="0" i="0" u="none" strike="noStrike" kern="1200" cap="none" spc="-30" normalizeH="0" baseline="0" dirty="0" smtClean="0">
                <a:ln>
                  <a:noFill/>
                </a:ln>
                <a:solidFill>
                  <a:srgbClr val="313131"/>
                </a:solidFill>
                <a:effectLst/>
                <a:uLnTx/>
                <a:uFillTx/>
                <a:latin typeface="Open Sans"/>
                <a:ea typeface="+mn-ea"/>
                <a:cs typeface="Frutiger Next Pro Light"/>
              </a:defRPr>
            </a:lvl1pPr>
          </a:lstStyle>
          <a:p>
            <a:pPr marL="228600" marR="0" lvl="0" indent="-228600" defTabSz="914400" fontAlgn="auto">
              <a:lnSpc>
                <a:spcPct val="100000"/>
              </a:lnSpc>
              <a:spcBef>
                <a:spcPts val="1000"/>
              </a:spcBef>
              <a:spcAft>
                <a:spcPts val="0"/>
              </a:spcAft>
              <a:buClr>
                <a:srgbClr val="787878"/>
              </a:buClr>
              <a:buSzPct val="75000"/>
              <a:tabLst/>
            </a:pPr>
            <a:r>
              <a:rPr lang="en-US"/>
              <a:t>Supporting Text 5</a:t>
            </a:r>
          </a:p>
        </p:txBody>
      </p:sp>
      <p:sp>
        <p:nvSpPr>
          <p:cNvPr id="41" name="Header 4">
            <a:extLst>
              <a:ext uri="{FF2B5EF4-FFF2-40B4-BE49-F238E27FC236}">
                <a16:creationId xmlns:a16="http://schemas.microsoft.com/office/drawing/2014/main" id="{DA87E455-B55B-FCEB-70F4-D72AAF9F7899}"/>
              </a:ext>
            </a:extLst>
          </p:cNvPr>
          <p:cNvSpPr>
            <a:spLocks noGrp="1"/>
          </p:cNvSpPr>
          <p:nvPr>
            <p:ph type="body" sz="quarter" idx="33" hasCustomPrompt="1"/>
          </p:nvPr>
        </p:nvSpPr>
        <p:spPr>
          <a:xfrm>
            <a:off x="7140056" y="5049904"/>
            <a:ext cx="2871216" cy="356616"/>
          </a:xfrm>
          <a:prstGeom prst="rect">
            <a:avLst/>
          </a:prstGeom>
        </p:spPr>
        <p:txBody>
          <a:bodyPr vert="horz" lIns="0" tIns="0" rIns="0" bIns="0" rtlCol="0">
            <a:noAutofit/>
          </a:bodyPr>
          <a:lstStyle>
            <a:lvl1pPr algn="ctr">
              <a:defRPr kumimoji="0" lang="en-US" sz="900" b="1" i="0" u="none" strike="noStrike" cap="none" spc="300" normalizeH="0" baseline="0" dirty="0">
                <a:ln>
                  <a:noFill/>
                </a:ln>
                <a:solidFill>
                  <a:srgbClr val="000000"/>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HEADER 4</a:t>
            </a:r>
          </a:p>
        </p:txBody>
      </p:sp>
      <p:sp>
        <p:nvSpPr>
          <p:cNvPr id="42" name="Supporting Text 1&#10;Supporting Text 4">
            <a:extLst>
              <a:ext uri="{FF2B5EF4-FFF2-40B4-BE49-F238E27FC236}">
                <a16:creationId xmlns:a16="http://schemas.microsoft.com/office/drawing/2014/main" id="{8CBEAC5D-2CD5-7E36-3BC1-93A033228242}"/>
              </a:ext>
            </a:extLst>
          </p:cNvPr>
          <p:cNvSpPr>
            <a:spLocks noGrp="1"/>
          </p:cNvSpPr>
          <p:nvPr>
            <p:ph type="body" sz="quarter" idx="34" hasCustomPrompt="1"/>
          </p:nvPr>
        </p:nvSpPr>
        <p:spPr>
          <a:xfrm>
            <a:off x="7140056" y="5455995"/>
            <a:ext cx="2871216" cy="566928"/>
          </a:xfrm>
          <a:prstGeom prst="rect">
            <a:avLst/>
          </a:prstGeom>
        </p:spPr>
        <p:txBody>
          <a:bodyPr vert="horz" lIns="0" tIns="0" rIns="0" bIns="0" rtlCol="0">
            <a:noAutofit/>
          </a:bodyPr>
          <a:lstStyle>
            <a:lvl1pPr algn="ctr">
              <a:defRPr kumimoji="0" lang="en-US" sz="900" b="0" i="0" u="none" strike="noStrike" kern="1200" cap="none" spc="-30" normalizeH="0" baseline="0" dirty="0" smtClean="0">
                <a:ln>
                  <a:noFill/>
                </a:ln>
                <a:solidFill>
                  <a:srgbClr val="313131"/>
                </a:solidFill>
                <a:effectLst/>
                <a:uLnTx/>
                <a:uFillTx/>
                <a:latin typeface="Open Sans"/>
                <a:ea typeface="+mn-ea"/>
                <a:cs typeface="Frutiger Next Pro Light"/>
              </a:defRPr>
            </a:lvl1pPr>
          </a:lstStyle>
          <a:p>
            <a:pPr marL="228600" marR="0" lvl="0" indent="-228600" defTabSz="914400" fontAlgn="auto">
              <a:lnSpc>
                <a:spcPct val="100000"/>
              </a:lnSpc>
              <a:spcBef>
                <a:spcPts val="1000"/>
              </a:spcBef>
              <a:spcAft>
                <a:spcPts val="0"/>
              </a:spcAft>
              <a:buClr>
                <a:srgbClr val="787878"/>
              </a:buClr>
              <a:buSzPct val="75000"/>
              <a:tabLst/>
            </a:pPr>
            <a:r>
              <a:rPr lang="en-US"/>
              <a:t>Supporting Text 4</a:t>
            </a:r>
          </a:p>
        </p:txBody>
      </p:sp>
      <p:sp>
        <p:nvSpPr>
          <p:cNvPr id="43" name="Timeline Number 1">
            <a:extLst>
              <a:ext uri="{FF2B5EF4-FFF2-40B4-BE49-F238E27FC236}">
                <a16:creationId xmlns:a16="http://schemas.microsoft.com/office/drawing/2014/main" id="{F34B2784-E5F1-8F87-6C8C-4244DC1C12F5}"/>
              </a:ext>
            </a:extLst>
          </p:cNvPr>
          <p:cNvSpPr>
            <a:spLocks noGrp="1"/>
          </p:cNvSpPr>
          <p:nvPr>
            <p:ph type="body" sz="quarter" idx="35" hasCustomPrompt="1"/>
          </p:nvPr>
        </p:nvSpPr>
        <p:spPr>
          <a:xfrm>
            <a:off x="950321" y="3762230"/>
            <a:ext cx="863246" cy="576149"/>
          </a:xfrm>
          <a:prstGeom prst="rect">
            <a:avLst/>
          </a:prstGeom>
        </p:spPr>
        <p:txBody>
          <a:bodyPr vert="horz" lIns="0" tIns="0" rIns="0" bIns="0" rtlCol="0">
            <a:noAutofit/>
          </a:bodyPr>
          <a:lstStyle>
            <a:lvl1pPr algn="ctr">
              <a:defRPr kumimoji="0" lang="en-US" sz="4000" b="1" i="0" u="none" strike="noStrike" cap="none" spc="300" normalizeH="0" baseline="0" dirty="0">
                <a:ln>
                  <a:noFill/>
                </a:ln>
                <a:solidFill>
                  <a:schemeClr val="bg1"/>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T1</a:t>
            </a:r>
          </a:p>
        </p:txBody>
      </p:sp>
      <p:sp>
        <p:nvSpPr>
          <p:cNvPr id="44" name="Timeline Number 2">
            <a:extLst>
              <a:ext uri="{FF2B5EF4-FFF2-40B4-BE49-F238E27FC236}">
                <a16:creationId xmlns:a16="http://schemas.microsoft.com/office/drawing/2014/main" id="{D18A9E91-97B6-21EF-0967-8595D0DC9956}"/>
              </a:ext>
            </a:extLst>
          </p:cNvPr>
          <p:cNvSpPr>
            <a:spLocks noGrp="1"/>
          </p:cNvSpPr>
          <p:nvPr>
            <p:ph type="body" sz="quarter" idx="36" hasCustomPrompt="1"/>
          </p:nvPr>
        </p:nvSpPr>
        <p:spPr>
          <a:xfrm>
            <a:off x="3259008" y="3762230"/>
            <a:ext cx="863246" cy="576149"/>
          </a:xfrm>
          <a:prstGeom prst="rect">
            <a:avLst/>
          </a:prstGeom>
        </p:spPr>
        <p:txBody>
          <a:bodyPr vert="horz" lIns="0" tIns="0" rIns="0" bIns="0" rtlCol="0">
            <a:noAutofit/>
          </a:bodyPr>
          <a:lstStyle>
            <a:lvl1pPr algn="ctr">
              <a:defRPr kumimoji="0" lang="en-US" sz="4000" b="1" i="0" u="none" strike="noStrike" cap="none" spc="300" normalizeH="0" baseline="0" dirty="0">
                <a:ln>
                  <a:noFill/>
                </a:ln>
                <a:solidFill>
                  <a:schemeClr val="bg1"/>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T2</a:t>
            </a:r>
          </a:p>
        </p:txBody>
      </p:sp>
      <p:sp>
        <p:nvSpPr>
          <p:cNvPr id="45" name="Timeline Number 3">
            <a:extLst>
              <a:ext uri="{FF2B5EF4-FFF2-40B4-BE49-F238E27FC236}">
                <a16:creationId xmlns:a16="http://schemas.microsoft.com/office/drawing/2014/main" id="{CD2D9E41-C124-85CD-3D75-2278346DAEC2}"/>
              </a:ext>
            </a:extLst>
          </p:cNvPr>
          <p:cNvSpPr>
            <a:spLocks noGrp="1"/>
          </p:cNvSpPr>
          <p:nvPr>
            <p:ph type="body" sz="quarter" idx="37" hasCustomPrompt="1"/>
          </p:nvPr>
        </p:nvSpPr>
        <p:spPr>
          <a:xfrm>
            <a:off x="5567695" y="3762230"/>
            <a:ext cx="863246" cy="576149"/>
          </a:xfrm>
          <a:prstGeom prst="rect">
            <a:avLst/>
          </a:prstGeom>
        </p:spPr>
        <p:txBody>
          <a:bodyPr vert="horz" lIns="0" tIns="0" rIns="0" bIns="0" rtlCol="0">
            <a:noAutofit/>
          </a:bodyPr>
          <a:lstStyle>
            <a:lvl1pPr algn="ctr">
              <a:defRPr kumimoji="0" lang="en-US" sz="4000" b="1" i="0" u="none" strike="noStrike" cap="none" spc="300" normalizeH="0" baseline="0" dirty="0">
                <a:ln>
                  <a:noFill/>
                </a:ln>
                <a:solidFill>
                  <a:schemeClr val="bg1"/>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T3</a:t>
            </a:r>
          </a:p>
        </p:txBody>
      </p:sp>
      <p:sp>
        <p:nvSpPr>
          <p:cNvPr id="46" name="Timeline Number 4">
            <a:extLst>
              <a:ext uri="{FF2B5EF4-FFF2-40B4-BE49-F238E27FC236}">
                <a16:creationId xmlns:a16="http://schemas.microsoft.com/office/drawing/2014/main" id="{B6D9F714-B97B-C436-C87E-93E37AF16A9D}"/>
              </a:ext>
            </a:extLst>
          </p:cNvPr>
          <p:cNvSpPr>
            <a:spLocks noGrp="1"/>
          </p:cNvSpPr>
          <p:nvPr>
            <p:ph type="body" sz="quarter" idx="38" hasCustomPrompt="1"/>
          </p:nvPr>
        </p:nvSpPr>
        <p:spPr>
          <a:xfrm>
            <a:off x="7876382" y="3762230"/>
            <a:ext cx="863246" cy="576149"/>
          </a:xfrm>
          <a:prstGeom prst="rect">
            <a:avLst/>
          </a:prstGeom>
        </p:spPr>
        <p:txBody>
          <a:bodyPr vert="horz" lIns="0" tIns="0" rIns="0" bIns="0" rtlCol="0">
            <a:noAutofit/>
          </a:bodyPr>
          <a:lstStyle>
            <a:lvl1pPr algn="ctr">
              <a:defRPr kumimoji="0" lang="en-US" sz="4000" b="1" i="0" u="none" strike="noStrike" cap="none" spc="300" normalizeH="0" baseline="0" dirty="0">
                <a:ln>
                  <a:noFill/>
                </a:ln>
                <a:solidFill>
                  <a:schemeClr val="bg1"/>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T4</a:t>
            </a:r>
          </a:p>
        </p:txBody>
      </p:sp>
      <p:sp>
        <p:nvSpPr>
          <p:cNvPr id="47" name="Timeline Number 5">
            <a:extLst>
              <a:ext uri="{FF2B5EF4-FFF2-40B4-BE49-F238E27FC236}">
                <a16:creationId xmlns:a16="http://schemas.microsoft.com/office/drawing/2014/main" id="{34A13DEF-5037-B9E0-504F-C2751EDF13C1}"/>
              </a:ext>
            </a:extLst>
          </p:cNvPr>
          <p:cNvSpPr>
            <a:spLocks noGrp="1"/>
          </p:cNvSpPr>
          <p:nvPr>
            <p:ph type="body" sz="quarter" idx="39" hasCustomPrompt="1"/>
          </p:nvPr>
        </p:nvSpPr>
        <p:spPr>
          <a:xfrm>
            <a:off x="10185069" y="3762230"/>
            <a:ext cx="863246" cy="576149"/>
          </a:xfrm>
          <a:prstGeom prst="rect">
            <a:avLst/>
          </a:prstGeom>
        </p:spPr>
        <p:txBody>
          <a:bodyPr vert="horz" lIns="0" tIns="0" rIns="0" bIns="0" rtlCol="0">
            <a:noAutofit/>
          </a:bodyPr>
          <a:lstStyle>
            <a:lvl1pPr algn="ctr">
              <a:defRPr kumimoji="0" lang="en-US" sz="4000" b="1" i="0" u="none" strike="noStrike" cap="none" spc="300" normalizeH="0" baseline="0" dirty="0">
                <a:ln>
                  <a:noFill/>
                </a:ln>
                <a:solidFill>
                  <a:schemeClr val="bg1"/>
                </a:solidFill>
                <a:effectLst/>
                <a:uLnTx/>
                <a:uFillTx/>
                <a:latin typeface="Open Sans"/>
                <a:ea typeface="Open Sans" charset="0"/>
                <a:cs typeface="Frutiger Next Pro Medium"/>
              </a:defRPr>
            </a:lvl1pPr>
          </a:lstStyle>
          <a:p>
            <a:pPr marL="228600" marR="0" lvl="0" indent="-228600" defTabSz="914400" fontAlgn="auto">
              <a:lnSpc>
                <a:spcPct val="100000"/>
              </a:lnSpc>
              <a:spcBef>
                <a:spcPts val="1000"/>
              </a:spcBef>
              <a:spcAft>
                <a:spcPts val="0"/>
              </a:spcAft>
              <a:buClr>
                <a:srgbClr val="787878"/>
              </a:buClr>
              <a:buSzPct val="75000"/>
              <a:tabLst/>
            </a:pPr>
            <a:r>
              <a:rPr lang="en-US"/>
              <a:t>T5</a:t>
            </a:r>
          </a:p>
        </p:txBody>
      </p:sp>
      <p:sp>
        <p:nvSpPr>
          <p:cNvPr id="4" name="ai generated label">
            <a:extLst>
              <a:ext uri="{FF2B5EF4-FFF2-40B4-BE49-F238E27FC236}">
                <a16:creationId xmlns:a16="http://schemas.microsoft.com/office/drawing/2014/main" id="{3F6B6BC8-53CD-B47E-69D3-04D48D9AA220}"/>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
        <p:nvSpPr>
          <p:cNvPr id="6" name="Slide Title">
            <a:extLst>
              <a:ext uri="{FF2B5EF4-FFF2-40B4-BE49-F238E27FC236}">
                <a16:creationId xmlns:a16="http://schemas.microsoft.com/office/drawing/2014/main" id="{8C8F2F86-34AA-653A-3D0E-DABBAB7D8331}"/>
              </a:ext>
            </a:extLst>
          </p:cNvPr>
          <p:cNvSpPr>
            <a:spLocks noGrp="1"/>
          </p:cNvSpPr>
          <p:nvPr>
            <p:ph type="title" hasCustomPrompt="1"/>
          </p:nvPr>
        </p:nvSpPr>
        <p:spPr>
          <a:xfrm>
            <a:off x="551688" y="576196"/>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Slide Title</a:t>
            </a:r>
          </a:p>
        </p:txBody>
      </p:sp>
    </p:spTree>
    <p:extLst>
      <p:ext uri="{BB962C8B-B14F-4D97-AF65-F5344CB8AC3E}">
        <p14:creationId xmlns:p14="http://schemas.microsoft.com/office/powerpoint/2010/main" val="9655336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6.1: Content &amp; Intro">
    <p:spTree>
      <p:nvGrpSpPr>
        <p:cNvPr id="1" name=""/>
        <p:cNvGrpSpPr/>
        <p:nvPr/>
      </p:nvGrpSpPr>
      <p:grpSpPr>
        <a:xfrm>
          <a:off x="0" y="0"/>
          <a:ext cx="0" cy="0"/>
          <a:chOff x="0" y="0"/>
          <a:chExt cx="0" cy="0"/>
        </a:xfrm>
      </p:grpSpPr>
      <p:sp>
        <p:nvSpPr>
          <p:cNvPr id="14" name="Case Study 1  Photo">
            <a:extLst>
              <a:ext uri="{FF2B5EF4-FFF2-40B4-BE49-F238E27FC236}">
                <a16:creationId xmlns:a16="http://schemas.microsoft.com/office/drawing/2014/main" id="{5EFFA438-3801-B3D3-9853-2B46D35715EB}"/>
              </a:ext>
            </a:extLst>
          </p:cNvPr>
          <p:cNvSpPr>
            <a:spLocks noGrp="1"/>
          </p:cNvSpPr>
          <p:nvPr>
            <p:ph type="pic" sz="quarter" idx="20" hasCustomPrompt="1"/>
          </p:nvPr>
        </p:nvSpPr>
        <p:spPr>
          <a:xfrm>
            <a:off x="0" y="0"/>
            <a:ext cx="5496934" cy="6868221"/>
          </a:xfrm>
          <a:prstGeom prst="rect">
            <a:avLst/>
          </a:prstGeom>
        </p:spPr>
        <p:txBody>
          <a:bodyPr/>
          <a:lstStyle>
            <a:lvl1pPr marL="0" indent="0">
              <a:buNone/>
              <a:defRPr sz="800"/>
            </a:lvl1pPr>
          </a:lstStyle>
          <a:p>
            <a:r>
              <a:rPr lang="en-US" sz="800"/>
              <a:t>{{ </a:t>
            </a:r>
            <a:r>
              <a:rPr lang="en-US" sz="800" err="1"/>
              <a:t>dynamic_image_placeholder</a:t>
            </a:r>
            <a:r>
              <a:rPr lang="en-US" sz="800"/>
              <a:t> }}</a:t>
            </a:r>
            <a:endParaRPr lang="en-US"/>
          </a:p>
        </p:txBody>
      </p:sp>
      <p:cxnSp>
        <p:nvCxnSpPr>
          <p:cNvPr id="10" name="Straight Connector 9">
            <a:extLst>
              <a:ext uri="{FF2B5EF4-FFF2-40B4-BE49-F238E27FC236}">
                <a16:creationId xmlns:a16="http://schemas.microsoft.com/office/drawing/2014/main" id="{A0D4A820-38BF-BEED-5C95-A85A318510EC}"/>
              </a:ext>
            </a:extLst>
          </p:cNvPr>
          <p:cNvCxnSpPr>
            <a:cxnSpLocks/>
          </p:cNvCxnSpPr>
          <p:nvPr userDrawn="1"/>
        </p:nvCxnSpPr>
        <p:spPr>
          <a:xfrm flipV="1">
            <a:off x="5503377" y="0"/>
            <a:ext cx="0" cy="6858000"/>
          </a:xfrm>
          <a:prstGeom prst="line">
            <a:avLst/>
          </a:prstGeom>
          <a:ln w="57150">
            <a:solidFill>
              <a:schemeClr val="tx1"/>
            </a:solidFill>
          </a:ln>
        </p:spPr>
        <p:style>
          <a:lnRef idx="1">
            <a:schemeClr val="accent2"/>
          </a:lnRef>
          <a:fillRef idx="0">
            <a:schemeClr val="accent2"/>
          </a:fillRef>
          <a:effectRef idx="0">
            <a:schemeClr val="accent2"/>
          </a:effectRef>
          <a:fontRef idx="minor">
            <a:schemeClr val="tx1"/>
          </a:fontRef>
        </p:style>
      </p:cxnSp>
      <p:sp>
        <p:nvSpPr>
          <p:cNvPr id="8" name="Slide Subtitle">
            <a:extLst>
              <a:ext uri="{FF2B5EF4-FFF2-40B4-BE49-F238E27FC236}">
                <a16:creationId xmlns:a16="http://schemas.microsoft.com/office/drawing/2014/main" id="{E781337B-1FAE-0666-3CC0-880E4EE8FDDF}"/>
              </a:ext>
            </a:extLst>
          </p:cNvPr>
          <p:cNvSpPr>
            <a:spLocks noGrp="1"/>
          </p:cNvSpPr>
          <p:nvPr>
            <p:ph type="body" sz="quarter" idx="13" hasCustomPrompt="1"/>
          </p:nvPr>
        </p:nvSpPr>
        <p:spPr>
          <a:xfrm>
            <a:off x="6013262" y="1027253"/>
            <a:ext cx="5929151" cy="357978"/>
          </a:xfrm>
          <a:prstGeom prst="rect">
            <a:avLst/>
          </a:prstGeom>
        </p:spPr>
        <p:txBody>
          <a:bodyPr lIns="0" tIns="0" rIns="0" bIns="0">
            <a:noAutofit/>
          </a:bodyPr>
          <a:lstStyle>
            <a:lvl1pPr marL="0" marR="0" indent="0" algn="l" defTabSz="914400" rtl="0" eaLnBrk="1" fontAlgn="auto" latinLnBrk="0" hangingPunct="1">
              <a:lnSpc>
                <a:spcPct val="100000"/>
              </a:lnSpc>
              <a:spcBef>
                <a:spcPts val="200"/>
              </a:spcBef>
              <a:spcAft>
                <a:spcPts val="1333"/>
              </a:spcAft>
              <a:buClrTx/>
              <a:buSzPct val="100000"/>
              <a:buFontTx/>
              <a:buNone/>
              <a:tabLst/>
              <a:defRPr lang="en-US" sz="1400" kern="1200" noProof="0" dirty="0">
                <a:solidFill>
                  <a:schemeClr val="tx1"/>
                </a:solidFill>
                <a:latin typeface="+mn-lt"/>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200"/>
              </a:spcBef>
              <a:spcAft>
                <a:spcPts val="1333"/>
              </a:spcAft>
              <a:buClrTx/>
              <a:buSzPct val="100000"/>
              <a:buFontTx/>
              <a:buNone/>
              <a:tabLst/>
              <a:defRPr/>
            </a:pPr>
            <a:r>
              <a:rPr lang="en-US"/>
              <a:t>Case Study Subtitle</a:t>
            </a:r>
          </a:p>
        </p:txBody>
      </p:sp>
      <p:sp>
        <p:nvSpPr>
          <p:cNvPr id="9" name="Slide Title">
            <a:extLst>
              <a:ext uri="{FF2B5EF4-FFF2-40B4-BE49-F238E27FC236}">
                <a16:creationId xmlns:a16="http://schemas.microsoft.com/office/drawing/2014/main" id="{E32BE6A5-7C8C-F7C4-1AF6-8FA3222D27E9}"/>
              </a:ext>
            </a:extLst>
          </p:cNvPr>
          <p:cNvSpPr>
            <a:spLocks noGrp="1"/>
          </p:cNvSpPr>
          <p:nvPr>
            <p:ph type="title" hasCustomPrompt="1"/>
          </p:nvPr>
        </p:nvSpPr>
        <p:spPr>
          <a:xfrm>
            <a:off x="6013262" y="576196"/>
            <a:ext cx="5929151" cy="357978"/>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Case Study 1</a:t>
            </a:r>
          </a:p>
        </p:txBody>
      </p:sp>
      <p:sp>
        <p:nvSpPr>
          <p:cNvPr id="3" name="Case Study 2 Supporting Text 1">
            <a:extLst>
              <a:ext uri="{FF2B5EF4-FFF2-40B4-BE49-F238E27FC236}">
                <a16:creationId xmlns:a16="http://schemas.microsoft.com/office/drawing/2014/main" id="{24A26586-504E-33C1-018B-C5E488F832FA}"/>
              </a:ext>
            </a:extLst>
          </p:cNvPr>
          <p:cNvSpPr>
            <a:spLocks noGrp="1"/>
          </p:cNvSpPr>
          <p:nvPr>
            <p:ph type="body" sz="quarter" idx="32" hasCustomPrompt="1"/>
          </p:nvPr>
        </p:nvSpPr>
        <p:spPr>
          <a:xfrm>
            <a:off x="6034746" y="1973929"/>
            <a:ext cx="5737058" cy="1101710"/>
          </a:xfrm>
          <a:prstGeom prst="rect">
            <a:avLst/>
          </a:prstGeom>
          <a:noFill/>
          <a:ln w="9525" algn="ctr">
            <a:noFill/>
            <a:miter lim="800000"/>
            <a:headEnd/>
            <a:tailEnd/>
          </a:ln>
          <a:effectLst/>
        </p:spPr>
        <p:txBody>
          <a:bodyPr lIns="91440" tIns="45720" rIns="91440" bIns="45720" anchor="t"/>
          <a:lstStyle>
            <a:lvl1pPr algn="l" hangingPunct="1">
              <a:lnSpc>
                <a:spcPct val="100000"/>
              </a:lnSpc>
              <a:spcAft>
                <a:spcPts val="0"/>
              </a:spcAft>
              <a:defRPr kumimoji="0" lang="en-US" i="0" u="none" strike="noStrike" cap="none" spc="0" normalizeH="0" baseline="0" dirty="0">
                <a:ln>
                  <a:noFill/>
                </a:ln>
                <a:solidFill>
                  <a:srgbClr val="000000"/>
                </a:solidFill>
                <a:effectLst/>
                <a:uLnTx/>
                <a:uFillTx/>
                <a:latin typeface="Open Sans"/>
              </a:defRPr>
            </a:lvl1pPr>
          </a:lstStyle>
          <a:p>
            <a:pPr marR="0" lvl="0" defTabSz="914400" fontAlgn="auto">
              <a:lnSpc>
                <a:spcPct val="120000"/>
              </a:lnSpc>
              <a:spcAft>
                <a:spcPts val="600"/>
              </a:spcAft>
              <a:buClrTx/>
              <a:buSzTx/>
              <a:tabLst/>
            </a:pPr>
            <a:r>
              <a:rPr lang="en-US"/>
              <a:t>Case Study 2 </a:t>
            </a:r>
            <a:r>
              <a:rPr lang="en-US" b="0"/>
              <a:t>Supporting Text 1</a:t>
            </a:r>
            <a:endParaRPr lang="en-US"/>
          </a:p>
        </p:txBody>
      </p:sp>
      <p:sp>
        <p:nvSpPr>
          <p:cNvPr id="4" name="Case Study 2 Supporting Text 2">
            <a:extLst>
              <a:ext uri="{FF2B5EF4-FFF2-40B4-BE49-F238E27FC236}">
                <a16:creationId xmlns:a16="http://schemas.microsoft.com/office/drawing/2014/main" id="{F51194E5-8E7F-5D32-5065-4130E441CF48}"/>
              </a:ext>
            </a:extLst>
          </p:cNvPr>
          <p:cNvSpPr>
            <a:spLocks noGrp="1"/>
          </p:cNvSpPr>
          <p:nvPr>
            <p:ph type="body" sz="quarter" idx="63" hasCustomPrompt="1"/>
          </p:nvPr>
        </p:nvSpPr>
        <p:spPr>
          <a:xfrm>
            <a:off x="6041963" y="3565539"/>
            <a:ext cx="5737058" cy="1101710"/>
          </a:xfrm>
          <a:prstGeom prst="rect">
            <a:avLst/>
          </a:prstGeom>
          <a:noFill/>
          <a:ln w="9525" algn="ctr">
            <a:noFill/>
            <a:miter lim="800000"/>
            <a:headEnd/>
            <a:tailEnd/>
          </a:ln>
          <a:effectLst/>
        </p:spPr>
        <p:txBody>
          <a:bodyPr lIns="91440" tIns="45720" rIns="91440" bIns="45720" anchor="t"/>
          <a:lstStyle>
            <a:lvl1pPr algn="l" hangingPunct="1">
              <a:lnSpc>
                <a:spcPct val="100000"/>
              </a:lnSpc>
              <a:spcAft>
                <a:spcPts val="0"/>
              </a:spcAft>
              <a:defRPr kumimoji="0" lang="en-US" i="0" u="none" strike="noStrike" cap="none" spc="0" normalizeH="0" baseline="0" dirty="0">
                <a:ln>
                  <a:noFill/>
                </a:ln>
                <a:solidFill>
                  <a:srgbClr val="000000"/>
                </a:solidFill>
                <a:effectLst/>
                <a:uLnTx/>
                <a:uFillTx/>
                <a:latin typeface="Open Sans"/>
              </a:defRPr>
            </a:lvl1pPr>
          </a:lstStyle>
          <a:p>
            <a:pPr marR="0" lvl="0" defTabSz="914400" fontAlgn="auto">
              <a:lnSpc>
                <a:spcPct val="120000"/>
              </a:lnSpc>
              <a:spcAft>
                <a:spcPts val="600"/>
              </a:spcAft>
              <a:buClrTx/>
              <a:buSzTx/>
              <a:tabLst/>
            </a:pPr>
            <a:r>
              <a:rPr lang="en-US"/>
              <a:t>Case Study 2 </a:t>
            </a:r>
            <a:r>
              <a:rPr lang="en-US" b="0"/>
              <a:t>Supporting Text 1</a:t>
            </a:r>
            <a:endParaRPr lang="en-US"/>
          </a:p>
        </p:txBody>
      </p:sp>
      <p:sp>
        <p:nvSpPr>
          <p:cNvPr id="6" name="Case Study 2 Supporting Text 3">
            <a:extLst>
              <a:ext uri="{FF2B5EF4-FFF2-40B4-BE49-F238E27FC236}">
                <a16:creationId xmlns:a16="http://schemas.microsoft.com/office/drawing/2014/main" id="{80ECB4EA-44C8-29FD-2984-37B1E6D9DAE8}"/>
              </a:ext>
            </a:extLst>
          </p:cNvPr>
          <p:cNvSpPr>
            <a:spLocks noGrp="1"/>
          </p:cNvSpPr>
          <p:nvPr>
            <p:ph type="body" sz="quarter" idx="65" hasCustomPrompt="1"/>
          </p:nvPr>
        </p:nvSpPr>
        <p:spPr>
          <a:xfrm>
            <a:off x="6041963" y="5172938"/>
            <a:ext cx="5737058" cy="1101710"/>
          </a:xfrm>
          <a:prstGeom prst="rect">
            <a:avLst/>
          </a:prstGeom>
          <a:noFill/>
          <a:ln w="9525" algn="ctr">
            <a:noFill/>
            <a:miter lim="800000"/>
            <a:headEnd/>
            <a:tailEnd/>
          </a:ln>
          <a:effectLst/>
        </p:spPr>
        <p:txBody>
          <a:bodyPr lIns="91440" tIns="45720" rIns="91440" bIns="45720" anchor="t"/>
          <a:lstStyle>
            <a:lvl1pPr algn="l" hangingPunct="1">
              <a:lnSpc>
                <a:spcPct val="100000"/>
              </a:lnSpc>
              <a:spcAft>
                <a:spcPts val="0"/>
              </a:spcAft>
              <a:defRPr kumimoji="0" lang="en-US" i="0" u="none" strike="noStrike" cap="none" spc="0" normalizeH="0" baseline="0" dirty="0">
                <a:ln>
                  <a:noFill/>
                </a:ln>
                <a:solidFill>
                  <a:srgbClr val="000000"/>
                </a:solidFill>
                <a:effectLst/>
                <a:uLnTx/>
                <a:uFillTx/>
                <a:latin typeface="Open Sans"/>
              </a:defRPr>
            </a:lvl1pPr>
          </a:lstStyle>
          <a:p>
            <a:pPr marR="0" lvl="0" defTabSz="914400" fontAlgn="auto">
              <a:lnSpc>
                <a:spcPct val="120000"/>
              </a:lnSpc>
              <a:spcAft>
                <a:spcPts val="600"/>
              </a:spcAft>
              <a:buClrTx/>
              <a:buSzTx/>
              <a:tabLst/>
            </a:pPr>
            <a:r>
              <a:rPr lang="en-US"/>
              <a:t>Case Study 2 </a:t>
            </a:r>
            <a:r>
              <a:rPr lang="en-US" b="0"/>
              <a:t>Supporting Text 3</a:t>
            </a:r>
            <a:endParaRPr lang="en-US"/>
          </a:p>
        </p:txBody>
      </p:sp>
      <p:sp>
        <p:nvSpPr>
          <p:cNvPr id="7" name="CASE STUDY 2 TOPIC 1">
            <a:extLst>
              <a:ext uri="{FF2B5EF4-FFF2-40B4-BE49-F238E27FC236}">
                <a16:creationId xmlns:a16="http://schemas.microsoft.com/office/drawing/2014/main" id="{AB5AEE52-0F6D-4BBC-EF45-6C6A1B20C7B4}"/>
              </a:ext>
            </a:extLst>
          </p:cNvPr>
          <p:cNvSpPr>
            <a:spLocks noGrp="1"/>
          </p:cNvSpPr>
          <p:nvPr>
            <p:ph type="body" sz="quarter" idx="62" hasCustomPrompt="1"/>
          </p:nvPr>
        </p:nvSpPr>
        <p:spPr>
          <a:xfrm>
            <a:off x="6034746" y="1653750"/>
            <a:ext cx="5744275" cy="276999"/>
          </a:xfrm>
          <a:prstGeom prst="rect">
            <a:avLst/>
          </a:prstGeom>
        </p:spPr>
        <p:txBody>
          <a:bodyPr wrap="square">
            <a:spAutoFit/>
          </a:bodyPr>
          <a:lstStyle>
            <a:lvl1pPr>
              <a:spcAft>
                <a:spcPts val="0"/>
              </a:spcAft>
              <a:defRPr kumimoji="0" lang="en-US" sz="12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CASE STUDY 2 TOPIC 1</a:t>
            </a:r>
          </a:p>
        </p:txBody>
      </p:sp>
      <p:sp>
        <p:nvSpPr>
          <p:cNvPr id="16" name="CASE STUDY 2 TOPIC 2">
            <a:extLst>
              <a:ext uri="{FF2B5EF4-FFF2-40B4-BE49-F238E27FC236}">
                <a16:creationId xmlns:a16="http://schemas.microsoft.com/office/drawing/2014/main" id="{D5B9E763-4381-CCB2-2A62-8C58BEFF1F83}"/>
              </a:ext>
            </a:extLst>
          </p:cNvPr>
          <p:cNvSpPr>
            <a:spLocks noGrp="1"/>
          </p:cNvSpPr>
          <p:nvPr>
            <p:ph type="body" sz="quarter" idx="64" hasCustomPrompt="1"/>
          </p:nvPr>
        </p:nvSpPr>
        <p:spPr>
          <a:xfrm>
            <a:off x="6034746" y="3246156"/>
            <a:ext cx="5744275" cy="276999"/>
          </a:xfrm>
          <a:prstGeom prst="rect">
            <a:avLst/>
          </a:prstGeom>
        </p:spPr>
        <p:txBody>
          <a:bodyPr wrap="square">
            <a:spAutoFit/>
          </a:bodyPr>
          <a:lstStyle>
            <a:lvl1pPr>
              <a:spcAft>
                <a:spcPts val="0"/>
              </a:spcAft>
              <a:defRPr kumimoji="0" lang="en-US" sz="12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CASE STUDY 2 TOPIC 2</a:t>
            </a:r>
          </a:p>
        </p:txBody>
      </p:sp>
      <p:sp>
        <p:nvSpPr>
          <p:cNvPr id="22" name="CASE STUDY 2 TOPIC 3">
            <a:extLst>
              <a:ext uri="{FF2B5EF4-FFF2-40B4-BE49-F238E27FC236}">
                <a16:creationId xmlns:a16="http://schemas.microsoft.com/office/drawing/2014/main" id="{2ACD745B-3935-E022-047A-6A9FF160B0EB}"/>
              </a:ext>
            </a:extLst>
          </p:cNvPr>
          <p:cNvSpPr>
            <a:spLocks noGrp="1"/>
          </p:cNvSpPr>
          <p:nvPr>
            <p:ph type="body" sz="quarter" idx="66" hasCustomPrompt="1"/>
          </p:nvPr>
        </p:nvSpPr>
        <p:spPr>
          <a:xfrm>
            <a:off x="6034746" y="4856837"/>
            <a:ext cx="5744275" cy="276999"/>
          </a:xfrm>
          <a:prstGeom prst="rect">
            <a:avLst/>
          </a:prstGeom>
        </p:spPr>
        <p:txBody>
          <a:bodyPr wrap="square">
            <a:spAutoFit/>
          </a:bodyPr>
          <a:lstStyle>
            <a:lvl1pPr>
              <a:spcAft>
                <a:spcPts val="0"/>
              </a:spcAft>
              <a:defRPr kumimoji="0" lang="en-US" sz="12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CASE STUDY 2 TOPIC 3</a:t>
            </a:r>
          </a:p>
        </p:txBody>
      </p:sp>
      <p:sp>
        <p:nvSpPr>
          <p:cNvPr id="11" name="ai generated label">
            <a:extLst>
              <a:ext uri="{FF2B5EF4-FFF2-40B4-BE49-F238E27FC236}">
                <a16:creationId xmlns:a16="http://schemas.microsoft.com/office/drawing/2014/main" id="{5F50D859-979C-A53C-618B-D9B9C4160DF2}"/>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Tree>
    <p:extLst>
      <p:ext uri="{BB962C8B-B14F-4D97-AF65-F5344CB8AC3E}">
        <p14:creationId xmlns:p14="http://schemas.microsoft.com/office/powerpoint/2010/main" val="186416045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6.1: Content &amp; Intro">
    <p:spTree>
      <p:nvGrpSpPr>
        <p:cNvPr id="1" name=""/>
        <p:cNvGrpSpPr/>
        <p:nvPr/>
      </p:nvGrpSpPr>
      <p:grpSpPr>
        <a:xfrm>
          <a:off x="0" y="0"/>
          <a:ext cx="0" cy="0"/>
          <a:chOff x="0" y="0"/>
          <a:chExt cx="0" cy="0"/>
        </a:xfrm>
      </p:grpSpPr>
      <p:sp>
        <p:nvSpPr>
          <p:cNvPr id="14" name="Case Study 2 Photo">
            <a:extLst>
              <a:ext uri="{FF2B5EF4-FFF2-40B4-BE49-F238E27FC236}">
                <a16:creationId xmlns:a16="http://schemas.microsoft.com/office/drawing/2014/main" id="{5EFFA438-3801-B3D3-9853-2B46D35715EB}"/>
              </a:ext>
            </a:extLst>
          </p:cNvPr>
          <p:cNvSpPr>
            <a:spLocks noGrp="1"/>
          </p:cNvSpPr>
          <p:nvPr>
            <p:ph type="pic" sz="quarter" idx="20" hasCustomPrompt="1"/>
          </p:nvPr>
        </p:nvSpPr>
        <p:spPr>
          <a:xfrm>
            <a:off x="6725518" y="0"/>
            <a:ext cx="5496933" cy="6868221"/>
          </a:xfrm>
          <a:prstGeom prst="rect">
            <a:avLst/>
          </a:prstGeom>
        </p:spPr>
        <p:txBody>
          <a:bodyPr/>
          <a:lstStyle>
            <a:lvl1pPr marL="0" indent="0">
              <a:buNone/>
              <a:defRPr sz="800"/>
            </a:lvl1pPr>
          </a:lstStyle>
          <a:p>
            <a:r>
              <a:rPr lang="en-US" sz="800"/>
              <a:t>{{ </a:t>
            </a:r>
            <a:r>
              <a:rPr lang="en-US" sz="800" err="1"/>
              <a:t>dynamic_image_placeholder</a:t>
            </a:r>
            <a:r>
              <a:rPr lang="en-US" sz="800"/>
              <a:t> }}</a:t>
            </a:r>
            <a:endParaRPr lang="en-US"/>
          </a:p>
        </p:txBody>
      </p:sp>
      <p:cxnSp>
        <p:nvCxnSpPr>
          <p:cNvPr id="10" name="Straight Connector 9">
            <a:extLst>
              <a:ext uri="{FF2B5EF4-FFF2-40B4-BE49-F238E27FC236}">
                <a16:creationId xmlns:a16="http://schemas.microsoft.com/office/drawing/2014/main" id="{A0D4A820-38BF-BEED-5C95-A85A318510EC}"/>
              </a:ext>
            </a:extLst>
          </p:cNvPr>
          <p:cNvCxnSpPr>
            <a:cxnSpLocks/>
          </p:cNvCxnSpPr>
          <p:nvPr userDrawn="1"/>
        </p:nvCxnSpPr>
        <p:spPr>
          <a:xfrm flipV="1">
            <a:off x="6718300" y="0"/>
            <a:ext cx="0" cy="6858000"/>
          </a:xfrm>
          <a:prstGeom prst="line">
            <a:avLst/>
          </a:prstGeom>
          <a:ln w="57150">
            <a:solidFill>
              <a:schemeClr val="tx1"/>
            </a:solidFill>
          </a:ln>
        </p:spPr>
        <p:style>
          <a:lnRef idx="1">
            <a:schemeClr val="accent2"/>
          </a:lnRef>
          <a:fillRef idx="0">
            <a:schemeClr val="accent2"/>
          </a:fillRef>
          <a:effectRef idx="0">
            <a:schemeClr val="accent2"/>
          </a:effectRef>
          <a:fontRef idx="minor">
            <a:schemeClr val="tx1"/>
          </a:fontRef>
        </p:style>
      </p:cxnSp>
      <p:sp>
        <p:nvSpPr>
          <p:cNvPr id="11" name="Case Study 2 Supporting Text 1">
            <a:extLst>
              <a:ext uri="{FF2B5EF4-FFF2-40B4-BE49-F238E27FC236}">
                <a16:creationId xmlns:a16="http://schemas.microsoft.com/office/drawing/2014/main" id="{D1B09E3A-E3F1-E43F-0111-34C57FA4D058}"/>
              </a:ext>
            </a:extLst>
          </p:cNvPr>
          <p:cNvSpPr>
            <a:spLocks noGrp="1"/>
          </p:cNvSpPr>
          <p:nvPr>
            <p:ph type="body" sz="quarter" idx="32" hasCustomPrompt="1"/>
          </p:nvPr>
        </p:nvSpPr>
        <p:spPr>
          <a:xfrm>
            <a:off x="535832" y="1973929"/>
            <a:ext cx="5737058" cy="1101710"/>
          </a:xfrm>
          <a:prstGeom prst="rect">
            <a:avLst/>
          </a:prstGeom>
          <a:noFill/>
          <a:ln w="9525" algn="ctr">
            <a:noFill/>
            <a:miter lim="800000"/>
            <a:headEnd/>
            <a:tailEnd/>
          </a:ln>
          <a:effectLst/>
        </p:spPr>
        <p:txBody>
          <a:bodyPr lIns="91440" tIns="45720" rIns="91440" bIns="45720" anchor="t"/>
          <a:lstStyle>
            <a:lvl1pPr algn="l" hangingPunct="1">
              <a:lnSpc>
                <a:spcPct val="100000"/>
              </a:lnSpc>
              <a:spcAft>
                <a:spcPts val="0"/>
              </a:spcAft>
              <a:defRPr kumimoji="0" lang="en-US" i="0" u="none" strike="noStrike" cap="none" spc="0" normalizeH="0" baseline="0" dirty="0">
                <a:ln>
                  <a:noFill/>
                </a:ln>
                <a:solidFill>
                  <a:srgbClr val="000000"/>
                </a:solidFill>
                <a:effectLst/>
                <a:uLnTx/>
                <a:uFillTx/>
                <a:latin typeface="Open Sans"/>
              </a:defRPr>
            </a:lvl1pPr>
          </a:lstStyle>
          <a:p>
            <a:pPr marR="0" lvl="0" defTabSz="914400" fontAlgn="auto">
              <a:lnSpc>
                <a:spcPct val="120000"/>
              </a:lnSpc>
              <a:spcAft>
                <a:spcPts val="600"/>
              </a:spcAft>
              <a:buClrTx/>
              <a:buSzTx/>
              <a:tabLst/>
            </a:pPr>
            <a:r>
              <a:rPr lang="en-US"/>
              <a:t>Case Study 2 </a:t>
            </a:r>
            <a:r>
              <a:rPr lang="en-US" b="0"/>
              <a:t>Supporting Text 1</a:t>
            </a:r>
            <a:endParaRPr lang="en-US"/>
          </a:p>
        </p:txBody>
      </p:sp>
      <p:sp>
        <p:nvSpPr>
          <p:cNvPr id="12" name="Case Study 2 Supporting Text 2">
            <a:extLst>
              <a:ext uri="{FF2B5EF4-FFF2-40B4-BE49-F238E27FC236}">
                <a16:creationId xmlns:a16="http://schemas.microsoft.com/office/drawing/2014/main" id="{5F3513FB-13C3-402B-026D-EE133C8A9FBE}"/>
              </a:ext>
            </a:extLst>
          </p:cNvPr>
          <p:cNvSpPr>
            <a:spLocks noGrp="1"/>
          </p:cNvSpPr>
          <p:nvPr>
            <p:ph type="body" sz="quarter" idx="63" hasCustomPrompt="1"/>
          </p:nvPr>
        </p:nvSpPr>
        <p:spPr>
          <a:xfrm>
            <a:off x="543049" y="3565539"/>
            <a:ext cx="5737058" cy="1101710"/>
          </a:xfrm>
          <a:prstGeom prst="rect">
            <a:avLst/>
          </a:prstGeom>
          <a:noFill/>
          <a:ln w="9525" algn="ctr">
            <a:noFill/>
            <a:miter lim="800000"/>
            <a:headEnd/>
            <a:tailEnd/>
          </a:ln>
          <a:effectLst/>
        </p:spPr>
        <p:txBody>
          <a:bodyPr lIns="91440" tIns="45720" rIns="91440" bIns="45720" anchor="t"/>
          <a:lstStyle>
            <a:lvl1pPr algn="l" hangingPunct="1">
              <a:lnSpc>
                <a:spcPct val="100000"/>
              </a:lnSpc>
              <a:spcAft>
                <a:spcPts val="0"/>
              </a:spcAft>
              <a:defRPr kumimoji="0" lang="en-US" i="0" u="none" strike="noStrike" cap="none" spc="0" normalizeH="0" baseline="0" dirty="0">
                <a:ln>
                  <a:noFill/>
                </a:ln>
                <a:solidFill>
                  <a:srgbClr val="000000"/>
                </a:solidFill>
                <a:effectLst/>
                <a:uLnTx/>
                <a:uFillTx/>
                <a:latin typeface="Open Sans"/>
              </a:defRPr>
            </a:lvl1pPr>
          </a:lstStyle>
          <a:p>
            <a:pPr marR="0" lvl="0" defTabSz="914400" fontAlgn="auto">
              <a:lnSpc>
                <a:spcPct val="120000"/>
              </a:lnSpc>
              <a:spcAft>
                <a:spcPts val="600"/>
              </a:spcAft>
              <a:buClrTx/>
              <a:buSzTx/>
              <a:tabLst/>
            </a:pPr>
            <a:r>
              <a:rPr lang="en-US"/>
              <a:t>Case Study 2 </a:t>
            </a:r>
            <a:r>
              <a:rPr lang="en-US" b="0"/>
              <a:t>Supporting Text 1</a:t>
            </a:r>
            <a:endParaRPr lang="en-US"/>
          </a:p>
        </p:txBody>
      </p:sp>
      <p:sp>
        <p:nvSpPr>
          <p:cNvPr id="13" name="Case Study 2 Supporting Text 3">
            <a:extLst>
              <a:ext uri="{FF2B5EF4-FFF2-40B4-BE49-F238E27FC236}">
                <a16:creationId xmlns:a16="http://schemas.microsoft.com/office/drawing/2014/main" id="{33A97402-C9EB-39D1-91A1-777C56EBAC19}"/>
              </a:ext>
            </a:extLst>
          </p:cNvPr>
          <p:cNvSpPr>
            <a:spLocks noGrp="1"/>
          </p:cNvSpPr>
          <p:nvPr>
            <p:ph type="body" sz="quarter" idx="65" hasCustomPrompt="1"/>
          </p:nvPr>
        </p:nvSpPr>
        <p:spPr>
          <a:xfrm>
            <a:off x="543049" y="5172938"/>
            <a:ext cx="5737058" cy="1101710"/>
          </a:xfrm>
          <a:prstGeom prst="rect">
            <a:avLst/>
          </a:prstGeom>
          <a:noFill/>
          <a:ln w="9525" algn="ctr">
            <a:noFill/>
            <a:miter lim="800000"/>
            <a:headEnd/>
            <a:tailEnd/>
          </a:ln>
          <a:effectLst/>
        </p:spPr>
        <p:txBody>
          <a:bodyPr lIns="91440" tIns="45720" rIns="91440" bIns="45720" anchor="t"/>
          <a:lstStyle>
            <a:lvl1pPr algn="l" hangingPunct="1">
              <a:lnSpc>
                <a:spcPct val="100000"/>
              </a:lnSpc>
              <a:spcAft>
                <a:spcPts val="0"/>
              </a:spcAft>
              <a:defRPr kumimoji="0" lang="en-US" i="0" u="none" strike="noStrike" cap="none" spc="0" normalizeH="0" baseline="0" dirty="0">
                <a:ln>
                  <a:noFill/>
                </a:ln>
                <a:solidFill>
                  <a:srgbClr val="000000"/>
                </a:solidFill>
                <a:effectLst/>
                <a:uLnTx/>
                <a:uFillTx/>
                <a:latin typeface="Open Sans"/>
              </a:defRPr>
            </a:lvl1pPr>
          </a:lstStyle>
          <a:p>
            <a:pPr marR="0" lvl="0" defTabSz="914400" fontAlgn="auto">
              <a:lnSpc>
                <a:spcPct val="120000"/>
              </a:lnSpc>
              <a:spcAft>
                <a:spcPts val="600"/>
              </a:spcAft>
              <a:buClrTx/>
              <a:buSzTx/>
              <a:tabLst/>
            </a:pPr>
            <a:r>
              <a:rPr lang="en-US"/>
              <a:t>Case Study 2 </a:t>
            </a:r>
            <a:r>
              <a:rPr lang="en-US" b="0"/>
              <a:t>Supporting Text 3</a:t>
            </a:r>
            <a:endParaRPr lang="en-US"/>
          </a:p>
        </p:txBody>
      </p:sp>
      <p:sp>
        <p:nvSpPr>
          <p:cNvPr id="15" name="CASE STUDY 2 TOPIC 1">
            <a:extLst>
              <a:ext uri="{FF2B5EF4-FFF2-40B4-BE49-F238E27FC236}">
                <a16:creationId xmlns:a16="http://schemas.microsoft.com/office/drawing/2014/main" id="{02AFF9CE-924E-2D98-1F0F-E856F7AC1B92}"/>
              </a:ext>
            </a:extLst>
          </p:cNvPr>
          <p:cNvSpPr>
            <a:spLocks noGrp="1"/>
          </p:cNvSpPr>
          <p:nvPr>
            <p:ph type="body" sz="quarter" idx="62" hasCustomPrompt="1"/>
          </p:nvPr>
        </p:nvSpPr>
        <p:spPr>
          <a:xfrm>
            <a:off x="535832" y="1653750"/>
            <a:ext cx="5744275" cy="276999"/>
          </a:xfrm>
          <a:prstGeom prst="rect">
            <a:avLst/>
          </a:prstGeom>
        </p:spPr>
        <p:txBody>
          <a:bodyPr wrap="square">
            <a:spAutoFit/>
          </a:bodyPr>
          <a:lstStyle>
            <a:lvl1pPr>
              <a:spcAft>
                <a:spcPts val="0"/>
              </a:spcAft>
              <a:defRPr kumimoji="0" lang="en-US" sz="12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CASE STUDY 2 TOPIC 1</a:t>
            </a:r>
          </a:p>
        </p:txBody>
      </p:sp>
      <p:sp>
        <p:nvSpPr>
          <p:cNvPr id="17" name="CASE STUDY 2 TOPIC 2">
            <a:extLst>
              <a:ext uri="{FF2B5EF4-FFF2-40B4-BE49-F238E27FC236}">
                <a16:creationId xmlns:a16="http://schemas.microsoft.com/office/drawing/2014/main" id="{8FFFF56A-876A-EE41-888C-B9C749ADBC64}"/>
              </a:ext>
            </a:extLst>
          </p:cNvPr>
          <p:cNvSpPr>
            <a:spLocks noGrp="1"/>
          </p:cNvSpPr>
          <p:nvPr>
            <p:ph type="body" sz="quarter" idx="64" hasCustomPrompt="1"/>
          </p:nvPr>
        </p:nvSpPr>
        <p:spPr>
          <a:xfrm>
            <a:off x="535832" y="3246156"/>
            <a:ext cx="5744275" cy="276999"/>
          </a:xfrm>
          <a:prstGeom prst="rect">
            <a:avLst/>
          </a:prstGeom>
        </p:spPr>
        <p:txBody>
          <a:bodyPr wrap="square">
            <a:spAutoFit/>
          </a:bodyPr>
          <a:lstStyle>
            <a:lvl1pPr>
              <a:spcAft>
                <a:spcPts val="0"/>
              </a:spcAft>
              <a:defRPr kumimoji="0" lang="en-US" sz="12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CASE STUDY 2 TOPIC 2</a:t>
            </a:r>
          </a:p>
        </p:txBody>
      </p:sp>
      <p:sp>
        <p:nvSpPr>
          <p:cNvPr id="18" name="CASE STUDY 2 TOPIC 3">
            <a:extLst>
              <a:ext uri="{FF2B5EF4-FFF2-40B4-BE49-F238E27FC236}">
                <a16:creationId xmlns:a16="http://schemas.microsoft.com/office/drawing/2014/main" id="{D8D37432-4019-4254-921C-7AAAEDA5E148}"/>
              </a:ext>
            </a:extLst>
          </p:cNvPr>
          <p:cNvSpPr>
            <a:spLocks noGrp="1"/>
          </p:cNvSpPr>
          <p:nvPr>
            <p:ph type="body" sz="quarter" idx="66" hasCustomPrompt="1"/>
          </p:nvPr>
        </p:nvSpPr>
        <p:spPr>
          <a:xfrm>
            <a:off x="535832" y="4856837"/>
            <a:ext cx="5744275" cy="276999"/>
          </a:xfrm>
          <a:prstGeom prst="rect">
            <a:avLst/>
          </a:prstGeom>
        </p:spPr>
        <p:txBody>
          <a:bodyPr wrap="square">
            <a:spAutoFit/>
          </a:bodyPr>
          <a:lstStyle>
            <a:lvl1pPr>
              <a:spcAft>
                <a:spcPts val="0"/>
              </a:spcAft>
              <a:defRPr kumimoji="0" lang="en-US" sz="12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CASE STUDY 2 TOPIC 3</a:t>
            </a:r>
          </a:p>
        </p:txBody>
      </p:sp>
      <p:sp>
        <p:nvSpPr>
          <p:cNvPr id="2" name="Slide Subtitle">
            <a:extLst>
              <a:ext uri="{FF2B5EF4-FFF2-40B4-BE49-F238E27FC236}">
                <a16:creationId xmlns:a16="http://schemas.microsoft.com/office/drawing/2014/main" id="{C67EFB80-CD79-81B3-678F-7640CFD7E154}"/>
              </a:ext>
            </a:extLst>
          </p:cNvPr>
          <p:cNvSpPr>
            <a:spLocks noGrp="1"/>
          </p:cNvSpPr>
          <p:nvPr>
            <p:ph type="body" sz="quarter" idx="13" hasCustomPrompt="1"/>
          </p:nvPr>
        </p:nvSpPr>
        <p:spPr>
          <a:xfrm>
            <a:off x="543049" y="1027253"/>
            <a:ext cx="5929151" cy="454080"/>
          </a:xfrm>
          <a:prstGeom prst="rect">
            <a:avLst/>
          </a:prstGeom>
        </p:spPr>
        <p:txBody>
          <a:bodyPr lIns="0" tIns="0" rIns="0" bIns="0">
            <a:noAutofit/>
          </a:bodyPr>
          <a:lstStyle>
            <a:lvl1pPr marL="0" marR="0" indent="0" algn="l" defTabSz="914400" rtl="0" eaLnBrk="1" fontAlgn="auto" latinLnBrk="0" hangingPunct="1">
              <a:lnSpc>
                <a:spcPct val="100000"/>
              </a:lnSpc>
              <a:spcBef>
                <a:spcPts val="200"/>
              </a:spcBef>
              <a:spcAft>
                <a:spcPts val="1333"/>
              </a:spcAft>
              <a:buClrTx/>
              <a:buSzPct val="100000"/>
              <a:buFontTx/>
              <a:buNone/>
              <a:tabLst/>
              <a:defRPr lang="en-US" sz="1400" kern="1200" noProof="0" dirty="0">
                <a:solidFill>
                  <a:schemeClr val="tx1"/>
                </a:solidFill>
                <a:latin typeface="+mn-lt"/>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200"/>
              </a:spcBef>
              <a:spcAft>
                <a:spcPts val="1333"/>
              </a:spcAft>
              <a:buClrTx/>
              <a:buSzPct val="100000"/>
              <a:buFontTx/>
              <a:buNone/>
              <a:tabLst/>
              <a:defRPr/>
            </a:pPr>
            <a:r>
              <a:rPr lang="en-US"/>
              <a:t>Case Study Subtitle</a:t>
            </a:r>
          </a:p>
        </p:txBody>
      </p:sp>
      <p:sp>
        <p:nvSpPr>
          <p:cNvPr id="7" name="Slide Title">
            <a:extLst>
              <a:ext uri="{FF2B5EF4-FFF2-40B4-BE49-F238E27FC236}">
                <a16:creationId xmlns:a16="http://schemas.microsoft.com/office/drawing/2014/main" id="{0F3671E9-34DF-8BB3-22C5-B9B6DD8DF08E}"/>
              </a:ext>
            </a:extLst>
          </p:cNvPr>
          <p:cNvSpPr>
            <a:spLocks noGrp="1"/>
          </p:cNvSpPr>
          <p:nvPr>
            <p:ph type="title" hasCustomPrompt="1"/>
          </p:nvPr>
        </p:nvSpPr>
        <p:spPr>
          <a:xfrm>
            <a:off x="535832" y="576196"/>
            <a:ext cx="5929151" cy="357978"/>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solidFill>
                <a:latin typeface="+mj-lt"/>
                <a:ea typeface="Open Sans Semibold" panose="020B0606030504020204" pitchFamily="34" charset="0"/>
                <a:cs typeface="Open Sans Semibold" panose="020B0606030504020204" pitchFamily="34" charset="0"/>
              </a:defRPr>
            </a:lvl1pPr>
          </a:lstStyle>
          <a:p>
            <a:r>
              <a:rPr lang="en-US" noProof="0"/>
              <a:t>Case Study 2 Title</a:t>
            </a:r>
          </a:p>
        </p:txBody>
      </p:sp>
      <p:sp>
        <p:nvSpPr>
          <p:cNvPr id="3" name="ai generated label">
            <a:extLst>
              <a:ext uri="{FF2B5EF4-FFF2-40B4-BE49-F238E27FC236}">
                <a16:creationId xmlns:a16="http://schemas.microsoft.com/office/drawing/2014/main" id="{43D2B97E-E75A-A354-0CC7-0908D3C88B01}"/>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Tree>
    <p:extLst>
      <p:ext uri="{BB962C8B-B14F-4D97-AF65-F5344CB8AC3E}">
        <p14:creationId xmlns:p14="http://schemas.microsoft.com/office/powerpoint/2010/main" val="405373703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65DF-E889-5DCB-BFC2-EB4E99641E06}"/>
              </a:ext>
            </a:extLst>
          </p:cNvPr>
          <p:cNvSpPr>
            <a:spLocks noGrp="1"/>
          </p:cNvSpPr>
          <p:nvPr>
            <p:ph type="title" hasCustomPrompt="1"/>
          </p:nvPr>
        </p:nvSpPr>
        <p:spPr>
          <a:xfrm>
            <a:off x="551688" y="576196"/>
            <a:ext cx="11390734" cy="365760"/>
          </a:xfrm>
          <a:prstGeom prst="rect">
            <a:avLst/>
          </a:prstGeom>
        </p:spPr>
        <p:txBody>
          <a:bodyPr anchor="ctr"/>
          <a:lstStyle>
            <a:lvl1pPr>
              <a:defRPr lang="en-US" sz="2400" b="1" i="0" kern="1200" dirty="0">
                <a:solidFill>
                  <a:schemeClr val="tx1"/>
                </a:solidFill>
                <a:latin typeface="+mj-lt"/>
                <a:ea typeface="Open Sans Semibold" panose="020B0606030504020204" pitchFamily="34" charset="0"/>
                <a:cs typeface="Open Sans Semibold" panose="020B0606030504020204" pitchFamily="34" charset="0"/>
              </a:defRPr>
            </a:lvl1pPr>
          </a:lstStyle>
          <a:p>
            <a:r>
              <a:rPr lang="en-US"/>
              <a:t>Comparison Slide Title</a:t>
            </a:r>
          </a:p>
        </p:txBody>
      </p:sp>
      <p:sp>
        <p:nvSpPr>
          <p:cNvPr id="77" name="Rectangle 76">
            <a:extLst>
              <a:ext uri="{FF2B5EF4-FFF2-40B4-BE49-F238E27FC236}">
                <a16:creationId xmlns:a16="http://schemas.microsoft.com/office/drawing/2014/main" id="{38246D75-6A4F-FD39-8913-07BB8FBC8E38}"/>
              </a:ext>
            </a:extLst>
          </p:cNvPr>
          <p:cNvSpPr/>
          <p:nvPr userDrawn="1"/>
        </p:nvSpPr>
        <p:spPr>
          <a:xfrm>
            <a:off x="2341344" y="2126697"/>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3" name="Rectangle 2">
            <a:extLst>
              <a:ext uri="{FF2B5EF4-FFF2-40B4-BE49-F238E27FC236}">
                <a16:creationId xmlns:a16="http://schemas.microsoft.com/office/drawing/2014/main" id="{CBD9FE62-0C82-2328-100B-8E754876D91A}"/>
              </a:ext>
            </a:extLst>
          </p:cNvPr>
          <p:cNvSpPr/>
          <p:nvPr userDrawn="1"/>
        </p:nvSpPr>
        <p:spPr>
          <a:xfrm>
            <a:off x="583818" y="2126697"/>
            <a:ext cx="1522317" cy="548640"/>
          </a:xfrm>
          <a:prstGeom prst="rect">
            <a:avLst/>
          </a:prstGeom>
          <a:solidFill>
            <a:srgbClr val="D9F2D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92" name="Rectangle 91">
            <a:extLst>
              <a:ext uri="{FF2B5EF4-FFF2-40B4-BE49-F238E27FC236}">
                <a16:creationId xmlns:a16="http://schemas.microsoft.com/office/drawing/2014/main" id="{0E7D38E1-CE0D-AD97-E208-4CE18C03A815}"/>
              </a:ext>
            </a:extLst>
          </p:cNvPr>
          <p:cNvSpPr/>
          <p:nvPr userDrawn="1"/>
        </p:nvSpPr>
        <p:spPr>
          <a:xfrm>
            <a:off x="2354026" y="2808360"/>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93" name="Rectangle 92">
            <a:extLst>
              <a:ext uri="{FF2B5EF4-FFF2-40B4-BE49-F238E27FC236}">
                <a16:creationId xmlns:a16="http://schemas.microsoft.com/office/drawing/2014/main" id="{DAA40AA8-D281-6DF4-8A4A-4D60B373086F}"/>
              </a:ext>
            </a:extLst>
          </p:cNvPr>
          <p:cNvSpPr/>
          <p:nvPr userDrawn="1"/>
        </p:nvSpPr>
        <p:spPr>
          <a:xfrm>
            <a:off x="596500" y="2808360"/>
            <a:ext cx="1522317" cy="548640"/>
          </a:xfrm>
          <a:prstGeom prst="rect">
            <a:avLst/>
          </a:prstGeom>
          <a:solidFill>
            <a:srgbClr val="D9F2D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97" name="Rectangle 96">
            <a:extLst>
              <a:ext uri="{FF2B5EF4-FFF2-40B4-BE49-F238E27FC236}">
                <a16:creationId xmlns:a16="http://schemas.microsoft.com/office/drawing/2014/main" id="{429ADEFC-AA96-7DA8-C9A5-80CB90073A8F}"/>
              </a:ext>
            </a:extLst>
          </p:cNvPr>
          <p:cNvSpPr/>
          <p:nvPr userDrawn="1"/>
        </p:nvSpPr>
        <p:spPr>
          <a:xfrm>
            <a:off x="2354026" y="3499848"/>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98" name="Rectangle 97">
            <a:extLst>
              <a:ext uri="{FF2B5EF4-FFF2-40B4-BE49-F238E27FC236}">
                <a16:creationId xmlns:a16="http://schemas.microsoft.com/office/drawing/2014/main" id="{9C3C6167-D341-12F7-AB7C-0955A080EA01}"/>
              </a:ext>
            </a:extLst>
          </p:cNvPr>
          <p:cNvSpPr/>
          <p:nvPr userDrawn="1"/>
        </p:nvSpPr>
        <p:spPr>
          <a:xfrm>
            <a:off x="596500" y="3499848"/>
            <a:ext cx="1522317" cy="548640"/>
          </a:xfrm>
          <a:prstGeom prst="rect">
            <a:avLst/>
          </a:prstGeom>
          <a:solidFill>
            <a:srgbClr val="D9F2D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02" name="Rectangle 101">
            <a:extLst>
              <a:ext uri="{FF2B5EF4-FFF2-40B4-BE49-F238E27FC236}">
                <a16:creationId xmlns:a16="http://schemas.microsoft.com/office/drawing/2014/main" id="{246651A5-0F16-7ED9-68E3-81784C813275}"/>
              </a:ext>
            </a:extLst>
          </p:cNvPr>
          <p:cNvSpPr/>
          <p:nvPr userDrawn="1"/>
        </p:nvSpPr>
        <p:spPr>
          <a:xfrm>
            <a:off x="2354026" y="4203628"/>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03" name="Rectangle 102">
            <a:extLst>
              <a:ext uri="{FF2B5EF4-FFF2-40B4-BE49-F238E27FC236}">
                <a16:creationId xmlns:a16="http://schemas.microsoft.com/office/drawing/2014/main" id="{138CD470-5769-6B88-605A-463C469F0DCB}"/>
              </a:ext>
            </a:extLst>
          </p:cNvPr>
          <p:cNvSpPr/>
          <p:nvPr userDrawn="1"/>
        </p:nvSpPr>
        <p:spPr>
          <a:xfrm>
            <a:off x="596500" y="4203628"/>
            <a:ext cx="1522317" cy="548640"/>
          </a:xfrm>
          <a:prstGeom prst="rect">
            <a:avLst/>
          </a:prstGeom>
          <a:solidFill>
            <a:srgbClr val="D9F2D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07" name="Rectangle 106">
            <a:extLst>
              <a:ext uri="{FF2B5EF4-FFF2-40B4-BE49-F238E27FC236}">
                <a16:creationId xmlns:a16="http://schemas.microsoft.com/office/drawing/2014/main" id="{C3DC1E69-2B85-9DFD-6B6B-5F4B7F24D5E7}"/>
              </a:ext>
            </a:extLst>
          </p:cNvPr>
          <p:cNvSpPr/>
          <p:nvPr userDrawn="1"/>
        </p:nvSpPr>
        <p:spPr>
          <a:xfrm>
            <a:off x="2354026" y="4907409"/>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08" name="Rectangle 107">
            <a:extLst>
              <a:ext uri="{FF2B5EF4-FFF2-40B4-BE49-F238E27FC236}">
                <a16:creationId xmlns:a16="http://schemas.microsoft.com/office/drawing/2014/main" id="{508E4419-44D6-62E9-4844-6F49C54812B0}"/>
              </a:ext>
            </a:extLst>
          </p:cNvPr>
          <p:cNvSpPr/>
          <p:nvPr userDrawn="1"/>
        </p:nvSpPr>
        <p:spPr>
          <a:xfrm>
            <a:off x="596500" y="4907409"/>
            <a:ext cx="1522317" cy="548640"/>
          </a:xfrm>
          <a:prstGeom prst="rect">
            <a:avLst/>
          </a:prstGeom>
          <a:solidFill>
            <a:srgbClr val="D9F2D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12" name="Rectangle 111">
            <a:extLst>
              <a:ext uri="{FF2B5EF4-FFF2-40B4-BE49-F238E27FC236}">
                <a16:creationId xmlns:a16="http://schemas.microsoft.com/office/drawing/2014/main" id="{4631D3FA-FCB1-5EC7-3110-2EF081A40832}"/>
              </a:ext>
            </a:extLst>
          </p:cNvPr>
          <p:cNvSpPr/>
          <p:nvPr userDrawn="1"/>
        </p:nvSpPr>
        <p:spPr>
          <a:xfrm>
            <a:off x="2354026" y="5600105"/>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13" name="Rectangle 112">
            <a:extLst>
              <a:ext uri="{FF2B5EF4-FFF2-40B4-BE49-F238E27FC236}">
                <a16:creationId xmlns:a16="http://schemas.microsoft.com/office/drawing/2014/main" id="{4B4969DF-2266-4D59-89F2-84503AA4CA9D}"/>
              </a:ext>
            </a:extLst>
          </p:cNvPr>
          <p:cNvSpPr/>
          <p:nvPr userDrawn="1"/>
        </p:nvSpPr>
        <p:spPr>
          <a:xfrm>
            <a:off x="596500" y="5600105"/>
            <a:ext cx="1522317" cy="548640"/>
          </a:xfrm>
          <a:prstGeom prst="rect">
            <a:avLst/>
          </a:prstGeom>
          <a:solidFill>
            <a:srgbClr val="D9F2D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47" name="Rectangle 146">
            <a:extLst>
              <a:ext uri="{FF2B5EF4-FFF2-40B4-BE49-F238E27FC236}">
                <a16:creationId xmlns:a16="http://schemas.microsoft.com/office/drawing/2014/main" id="{6E657B63-3AAC-A52A-04D9-34FF8C86F756}"/>
              </a:ext>
            </a:extLst>
          </p:cNvPr>
          <p:cNvSpPr/>
          <p:nvPr userDrawn="1"/>
        </p:nvSpPr>
        <p:spPr>
          <a:xfrm>
            <a:off x="8137802" y="2128409"/>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48" name="Rectangle 147">
            <a:extLst>
              <a:ext uri="{FF2B5EF4-FFF2-40B4-BE49-F238E27FC236}">
                <a16:creationId xmlns:a16="http://schemas.microsoft.com/office/drawing/2014/main" id="{14F66C54-2306-5FE4-CD3E-85D42FFC1F7E}"/>
              </a:ext>
            </a:extLst>
          </p:cNvPr>
          <p:cNvSpPr/>
          <p:nvPr userDrawn="1"/>
        </p:nvSpPr>
        <p:spPr>
          <a:xfrm>
            <a:off x="6380276" y="2128409"/>
            <a:ext cx="1522317" cy="548640"/>
          </a:xfrm>
          <a:prstGeom prst="rect">
            <a:avLst/>
          </a:prstGeom>
          <a:solidFill>
            <a:srgbClr val="96DCF8"/>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52" name="Rectangle 151">
            <a:extLst>
              <a:ext uri="{FF2B5EF4-FFF2-40B4-BE49-F238E27FC236}">
                <a16:creationId xmlns:a16="http://schemas.microsoft.com/office/drawing/2014/main" id="{6D5E3552-25E5-5D7C-1730-D1E631E40536}"/>
              </a:ext>
            </a:extLst>
          </p:cNvPr>
          <p:cNvSpPr/>
          <p:nvPr userDrawn="1"/>
        </p:nvSpPr>
        <p:spPr>
          <a:xfrm>
            <a:off x="8150484" y="2810072"/>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53" name="Rectangle 152">
            <a:extLst>
              <a:ext uri="{FF2B5EF4-FFF2-40B4-BE49-F238E27FC236}">
                <a16:creationId xmlns:a16="http://schemas.microsoft.com/office/drawing/2014/main" id="{BBC0FD63-8146-E8AB-8F9E-A3596860C623}"/>
              </a:ext>
            </a:extLst>
          </p:cNvPr>
          <p:cNvSpPr/>
          <p:nvPr userDrawn="1"/>
        </p:nvSpPr>
        <p:spPr>
          <a:xfrm>
            <a:off x="6392958" y="2810072"/>
            <a:ext cx="1522317" cy="548640"/>
          </a:xfrm>
          <a:prstGeom prst="rect">
            <a:avLst/>
          </a:prstGeom>
          <a:solidFill>
            <a:srgbClr val="96DCF8"/>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57" name="Rectangle 156">
            <a:extLst>
              <a:ext uri="{FF2B5EF4-FFF2-40B4-BE49-F238E27FC236}">
                <a16:creationId xmlns:a16="http://schemas.microsoft.com/office/drawing/2014/main" id="{62FE7689-00ED-EBE0-3EC7-454A581DDA08}"/>
              </a:ext>
            </a:extLst>
          </p:cNvPr>
          <p:cNvSpPr/>
          <p:nvPr userDrawn="1"/>
        </p:nvSpPr>
        <p:spPr>
          <a:xfrm>
            <a:off x="8150484" y="3501560"/>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58" name="Rectangle 157">
            <a:extLst>
              <a:ext uri="{FF2B5EF4-FFF2-40B4-BE49-F238E27FC236}">
                <a16:creationId xmlns:a16="http://schemas.microsoft.com/office/drawing/2014/main" id="{6CD31DE8-7CFA-CF05-BE60-E8951F8F9350}"/>
              </a:ext>
            </a:extLst>
          </p:cNvPr>
          <p:cNvSpPr/>
          <p:nvPr userDrawn="1"/>
        </p:nvSpPr>
        <p:spPr>
          <a:xfrm>
            <a:off x="6392958" y="3501560"/>
            <a:ext cx="1522317" cy="548640"/>
          </a:xfrm>
          <a:prstGeom prst="rect">
            <a:avLst/>
          </a:prstGeom>
          <a:solidFill>
            <a:srgbClr val="96DCF8"/>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62" name="Rectangle 161">
            <a:extLst>
              <a:ext uri="{FF2B5EF4-FFF2-40B4-BE49-F238E27FC236}">
                <a16:creationId xmlns:a16="http://schemas.microsoft.com/office/drawing/2014/main" id="{C7A8E5D8-0F67-50D4-BDD1-FA4D8008346E}"/>
              </a:ext>
            </a:extLst>
          </p:cNvPr>
          <p:cNvSpPr/>
          <p:nvPr userDrawn="1"/>
        </p:nvSpPr>
        <p:spPr>
          <a:xfrm>
            <a:off x="8150484" y="4205340"/>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63" name="Rectangle 162">
            <a:extLst>
              <a:ext uri="{FF2B5EF4-FFF2-40B4-BE49-F238E27FC236}">
                <a16:creationId xmlns:a16="http://schemas.microsoft.com/office/drawing/2014/main" id="{DF40F8FB-13B0-4875-98C8-7EE30877631C}"/>
              </a:ext>
            </a:extLst>
          </p:cNvPr>
          <p:cNvSpPr/>
          <p:nvPr userDrawn="1"/>
        </p:nvSpPr>
        <p:spPr>
          <a:xfrm>
            <a:off x="6392958" y="4205340"/>
            <a:ext cx="1522317" cy="548640"/>
          </a:xfrm>
          <a:prstGeom prst="rect">
            <a:avLst/>
          </a:prstGeom>
          <a:solidFill>
            <a:srgbClr val="96DCF8"/>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67" name="Rectangle 166">
            <a:extLst>
              <a:ext uri="{FF2B5EF4-FFF2-40B4-BE49-F238E27FC236}">
                <a16:creationId xmlns:a16="http://schemas.microsoft.com/office/drawing/2014/main" id="{083CB0E0-B8A9-D532-A75C-90508EA073AC}"/>
              </a:ext>
            </a:extLst>
          </p:cNvPr>
          <p:cNvSpPr/>
          <p:nvPr userDrawn="1"/>
        </p:nvSpPr>
        <p:spPr>
          <a:xfrm>
            <a:off x="8150484" y="4909121"/>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68" name="Rectangle 167">
            <a:extLst>
              <a:ext uri="{FF2B5EF4-FFF2-40B4-BE49-F238E27FC236}">
                <a16:creationId xmlns:a16="http://schemas.microsoft.com/office/drawing/2014/main" id="{00DA5D2E-96D0-AB8E-19ED-74AC32CF853C}"/>
              </a:ext>
            </a:extLst>
          </p:cNvPr>
          <p:cNvSpPr/>
          <p:nvPr userDrawn="1"/>
        </p:nvSpPr>
        <p:spPr>
          <a:xfrm>
            <a:off x="6392958" y="4909121"/>
            <a:ext cx="1522317" cy="548640"/>
          </a:xfrm>
          <a:prstGeom prst="rect">
            <a:avLst/>
          </a:prstGeom>
          <a:solidFill>
            <a:srgbClr val="96DCF8"/>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72" name="Rectangle 171">
            <a:extLst>
              <a:ext uri="{FF2B5EF4-FFF2-40B4-BE49-F238E27FC236}">
                <a16:creationId xmlns:a16="http://schemas.microsoft.com/office/drawing/2014/main" id="{7F6401E8-B797-A500-AE63-2E32F5CA300E}"/>
              </a:ext>
            </a:extLst>
          </p:cNvPr>
          <p:cNvSpPr/>
          <p:nvPr userDrawn="1"/>
        </p:nvSpPr>
        <p:spPr>
          <a:xfrm>
            <a:off x="8150484" y="5601817"/>
            <a:ext cx="3468174" cy="548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R="0" lvl="0" algn="l" defTabSz="684213" rtl="0" eaLnBrk="1" fontAlgn="base" latinLnBrk="0" hangingPunct="0">
              <a:lnSpc>
                <a:spcPct val="100000"/>
              </a:lnSpc>
              <a:spcBef>
                <a:spcPct val="20000"/>
              </a:spcBef>
              <a:spcAft>
                <a:spcPct val="0"/>
              </a:spcAft>
              <a:buClrTx/>
              <a:buSzTx/>
              <a:tabLst/>
              <a:defRPr/>
            </a:pPr>
            <a:endParaRPr kumimoji="0" lang="en-US" sz="1000" b="0" i="1"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173" name="Rectangle 172">
            <a:extLst>
              <a:ext uri="{FF2B5EF4-FFF2-40B4-BE49-F238E27FC236}">
                <a16:creationId xmlns:a16="http://schemas.microsoft.com/office/drawing/2014/main" id="{73487759-B90C-E942-6CA0-C937DCAA6C32}"/>
              </a:ext>
            </a:extLst>
          </p:cNvPr>
          <p:cNvSpPr/>
          <p:nvPr userDrawn="1"/>
        </p:nvSpPr>
        <p:spPr>
          <a:xfrm>
            <a:off x="6392958" y="5601817"/>
            <a:ext cx="1522317" cy="548640"/>
          </a:xfrm>
          <a:prstGeom prst="rect">
            <a:avLst/>
          </a:prstGeom>
          <a:solidFill>
            <a:srgbClr val="96DCF8"/>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marL="0" marR="0" lvl="0" indent="-368300" algn="r" defTabSz="684213" rtl="0" eaLnBrk="1" fontAlgn="base" latinLnBrk="0" hangingPunct="1">
              <a:lnSpc>
                <a:spcPct val="100000"/>
              </a:lnSpc>
              <a:spcBef>
                <a:spcPct val="2000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 name="Category 2 Supporting text 1">
            <a:extLst>
              <a:ext uri="{FF2B5EF4-FFF2-40B4-BE49-F238E27FC236}">
                <a16:creationId xmlns:a16="http://schemas.microsoft.com/office/drawing/2014/main" id="{2E0C6FF3-5D93-6FAD-012C-BAA428A5724A}"/>
              </a:ext>
            </a:extLst>
          </p:cNvPr>
          <p:cNvSpPr>
            <a:spLocks noGrp="1"/>
          </p:cNvSpPr>
          <p:nvPr>
            <p:ph type="body" sz="quarter" idx="45" hasCustomPrompt="1"/>
          </p:nvPr>
        </p:nvSpPr>
        <p:spPr>
          <a:xfrm>
            <a:off x="8241919" y="2138755"/>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2 Supporting text 1</a:t>
            </a:r>
          </a:p>
        </p:txBody>
      </p:sp>
      <p:sp>
        <p:nvSpPr>
          <p:cNvPr id="6" name="Category 2 Supporting text 2">
            <a:extLst>
              <a:ext uri="{FF2B5EF4-FFF2-40B4-BE49-F238E27FC236}">
                <a16:creationId xmlns:a16="http://schemas.microsoft.com/office/drawing/2014/main" id="{94F015C5-8BF2-9085-C9A9-0ADF52C8B693}"/>
              </a:ext>
            </a:extLst>
          </p:cNvPr>
          <p:cNvSpPr>
            <a:spLocks noGrp="1"/>
          </p:cNvSpPr>
          <p:nvPr>
            <p:ph type="body" sz="quarter" idx="48" hasCustomPrompt="1"/>
          </p:nvPr>
        </p:nvSpPr>
        <p:spPr>
          <a:xfrm>
            <a:off x="8254601" y="2820418"/>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2 Supporting text 2</a:t>
            </a:r>
          </a:p>
        </p:txBody>
      </p:sp>
      <p:sp>
        <p:nvSpPr>
          <p:cNvPr id="7" name="Category 2 Supporting text 3">
            <a:extLst>
              <a:ext uri="{FF2B5EF4-FFF2-40B4-BE49-F238E27FC236}">
                <a16:creationId xmlns:a16="http://schemas.microsoft.com/office/drawing/2014/main" id="{DCB0E7C5-6EDF-F399-A323-39DC2BDFEE04}"/>
              </a:ext>
            </a:extLst>
          </p:cNvPr>
          <p:cNvSpPr>
            <a:spLocks noGrp="1"/>
          </p:cNvSpPr>
          <p:nvPr>
            <p:ph type="body" sz="quarter" idx="51" hasCustomPrompt="1"/>
          </p:nvPr>
        </p:nvSpPr>
        <p:spPr>
          <a:xfrm>
            <a:off x="8254601" y="3511906"/>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2 Supporting text 3</a:t>
            </a:r>
          </a:p>
        </p:txBody>
      </p:sp>
      <p:sp>
        <p:nvSpPr>
          <p:cNvPr id="8" name="Category 2 Supporting text 4">
            <a:extLst>
              <a:ext uri="{FF2B5EF4-FFF2-40B4-BE49-F238E27FC236}">
                <a16:creationId xmlns:a16="http://schemas.microsoft.com/office/drawing/2014/main" id="{E5E7B365-EAA6-71FB-D397-555E265D0E14}"/>
              </a:ext>
            </a:extLst>
          </p:cNvPr>
          <p:cNvSpPr>
            <a:spLocks noGrp="1"/>
          </p:cNvSpPr>
          <p:nvPr>
            <p:ph type="body" sz="quarter" idx="54" hasCustomPrompt="1"/>
          </p:nvPr>
        </p:nvSpPr>
        <p:spPr>
          <a:xfrm>
            <a:off x="8254601" y="4215686"/>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2 Supporting text 4</a:t>
            </a:r>
          </a:p>
        </p:txBody>
      </p:sp>
      <p:sp>
        <p:nvSpPr>
          <p:cNvPr id="9" name="Category 2 Supporting text 5">
            <a:extLst>
              <a:ext uri="{FF2B5EF4-FFF2-40B4-BE49-F238E27FC236}">
                <a16:creationId xmlns:a16="http://schemas.microsoft.com/office/drawing/2014/main" id="{09922AC4-5743-F573-779C-183617A84A8E}"/>
              </a:ext>
            </a:extLst>
          </p:cNvPr>
          <p:cNvSpPr>
            <a:spLocks noGrp="1"/>
          </p:cNvSpPr>
          <p:nvPr>
            <p:ph type="body" sz="quarter" idx="57" hasCustomPrompt="1"/>
          </p:nvPr>
        </p:nvSpPr>
        <p:spPr>
          <a:xfrm>
            <a:off x="8254601" y="4919467"/>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2 Supporting text 5</a:t>
            </a:r>
          </a:p>
        </p:txBody>
      </p:sp>
      <p:sp>
        <p:nvSpPr>
          <p:cNvPr id="10" name="Category 2 Supporting text 6">
            <a:extLst>
              <a:ext uri="{FF2B5EF4-FFF2-40B4-BE49-F238E27FC236}">
                <a16:creationId xmlns:a16="http://schemas.microsoft.com/office/drawing/2014/main" id="{29CEED4A-2601-FEFE-EE91-58CE790E3708}"/>
              </a:ext>
            </a:extLst>
          </p:cNvPr>
          <p:cNvSpPr>
            <a:spLocks noGrp="1"/>
          </p:cNvSpPr>
          <p:nvPr>
            <p:ph type="body" sz="quarter" idx="60" hasCustomPrompt="1"/>
          </p:nvPr>
        </p:nvSpPr>
        <p:spPr>
          <a:xfrm>
            <a:off x="8254601" y="5612163"/>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2 Supporting text 6</a:t>
            </a:r>
          </a:p>
        </p:txBody>
      </p:sp>
      <p:sp>
        <p:nvSpPr>
          <p:cNvPr id="11" name="Category 2 Topic 1">
            <a:extLst>
              <a:ext uri="{FF2B5EF4-FFF2-40B4-BE49-F238E27FC236}">
                <a16:creationId xmlns:a16="http://schemas.microsoft.com/office/drawing/2014/main" id="{559839F0-3308-09D0-EB0C-8D282C1F85F0}"/>
              </a:ext>
            </a:extLst>
          </p:cNvPr>
          <p:cNvSpPr>
            <a:spLocks noGrp="1"/>
          </p:cNvSpPr>
          <p:nvPr>
            <p:ph type="body" sz="quarter" idx="75" hasCustomPrompt="1"/>
          </p:nvPr>
        </p:nvSpPr>
        <p:spPr>
          <a:xfrm>
            <a:off x="7004001" y="2262487"/>
            <a:ext cx="822960" cy="351378"/>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2</a:t>
            </a:r>
          </a:p>
          <a:p>
            <a:pPr lvl="0" defTabSz="914400"/>
            <a:r>
              <a:rPr lang="en-US"/>
              <a:t>Topic 1</a:t>
            </a:r>
          </a:p>
        </p:txBody>
      </p:sp>
      <p:sp>
        <p:nvSpPr>
          <p:cNvPr id="12" name="Category 2 Topic 2">
            <a:extLst>
              <a:ext uri="{FF2B5EF4-FFF2-40B4-BE49-F238E27FC236}">
                <a16:creationId xmlns:a16="http://schemas.microsoft.com/office/drawing/2014/main" id="{C6596CE2-803E-7287-4994-DA29F2DBFCE8}"/>
              </a:ext>
            </a:extLst>
          </p:cNvPr>
          <p:cNvSpPr>
            <a:spLocks noGrp="1"/>
          </p:cNvSpPr>
          <p:nvPr>
            <p:ph type="body" sz="quarter" idx="76" hasCustomPrompt="1"/>
          </p:nvPr>
        </p:nvSpPr>
        <p:spPr>
          <a:xfrm>
            <a:off x="7021712" y="2933025"/>
            <a:ext cx="822960" cy="338554"/>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2 Topic 2</a:t>
            </a:r>
          </a:p>
        </p:txBody>
      </p:sp>
      <p:sp>
        <p:nvSpPr>
          <p:cNvPr id="13" name="Category 2 Topic 3">
            <a:extLst>
              <a:ext uri="{FF2B5EF4-FFF2-40B4-BE49-F238E27FC236}">
                <a16:creationId xmlns:a16="http://schemas.microsoft.com/office/drawing/2014/main" id="{7877D0F4-E969-A4E6-48C6-FD2B172201C8}"/>
              </a:ext>
            </a:extLst>
          </p:cNvPr>
          <p:cNvSpPr>
            <a:spLocks noGrp="1"/>
          </p:cNvSpPr>
          <p:nvPr>
            <p:ph type="body" sz="quarter" idx="77" hasCustomPrompt="1"/>
          </p:nvPr>
        </p:nvSpPr>
        <p:spPr>
          <a:xfrm>
            <a:off x="7029365" y="3625292"/>
            <a:ext cx="822960" cy="351378"/>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2 Topic 3</a:t>
            </a:r>
          </a:p>
        </p:txBody>
      </p:sp>
      <p:sp>
        <p:nvSpPr>
          <p:cNvPr id="14" name="Category 2 Topic 4">
            <a:extLst>
              <a:ext uri="{FF2B5EF4-FFF2-40B4-BE49-F238E27FC236}">
                <a16:creationId xmlns:a16="http://schemas.microsoft.com/office/drawing/2014/main" id="{A6F2DBB1-9E81-F3E2-6D43-986C7F8BF52A}"/>
              </a:ext>
            </a:extLst>
          </p:cNvPr>
          <p:cNvSpPr>
            <a:spLocks noGrp="1"/>
          </p:cNvSpPr>
          <p:nvPr>
            <p:ph type="body" sz="quarter" idx="78" hasCustomPrompt="1"/>
          </p:nvPr>
        </p:nvSpPr>
        <p:spPr>
          <a:xfrm>
            <a:off x="7046211" y="4298294"/>
            <a:ext cx="822960" cy="351378"/>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2 Topic 4</a:t>
            </a:r>
          </a:p>
        </p:txBody>
      </p:sp>
      <p:sp>
        <p:nvSpPr>
          <p:cNvPr id="15" name="Category 2 Topic 5">
            <a:extLst>
              <a:ext uri="{FF2B5EF4-FFF2-40B4-BE49-F238E27FC236}">
                <a16:creationId xmlns:a16="http://schemas.microsoft.com/office/drawing/2014/main" id="{72BF2037-86F0-0FD6-98F4-98CBB3BD852A}"/>
              </a:ext>
            </a:extLst>
          </p:cNvPr>
          <p:cNvSpPr>
            <a:spLocks noGrp="1"/>
          </p:cNvSpPr>
          <p:nvPr>
            <p:ph type="body" sz="quarter" idx="79" hasCustomPrompt="1"/>
          </p:nvPr>
        </p:nvSpPr>
        <p:spPr>
          <a:xfrm>
            <a:off x="7029365" y="5003281"/>
            <a:ext cx="822960" cy="351378"/>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2 Topic 5</a:t>
            </a:r>
          </a:p>
        </p:txBody>
      </p:sp>
      <p:sp>
        <p:nvSpPr>
          <p:cNvPr id="16" name="Category 2 Topic 6">
            <a:extLst>
              <a:ext uri="{FF2B5EF4-FFF2-40B4-BE49-F238E27FC236}">
                <a16:creationId xmlns:a16="http://schemas.microsoft.com/office/drawing/2014/main" id="{97E6002B-A215-56BD-BA14-4CB361AF4A84}"/>
              </a:ext>
            </a:extLst>
          </p:cNvPr>
          <p:cNvSpPr>
            <a:spLocks noGrp="1"/>
          </p:cNvSpPr>
          <p:nvPr>
            <p:ph type="body" sz="quarter" idx="80" hasCustomPrompt="1"/>
          </p:nvPr>
        </p:nvSpPr>
        <p:spPr>
          <a:xfrm>
            <a:off x="7046211" y="5702969"/>
            <a:ext cx="822960" cy="338554"/>
          </a:xfrm>
          <a:prstGeom prst="rect">
            <a:avLst/>
          </a:prstGeom>
        </p:spPr>
        <p:txBody>
          <a:bodyPr wrap="square">
            <a:spAutoFit/>
          </a:bodyPr>
          <a:lstStyle>
            <a:lvl1pPr marL="0" marR="0" indent="0" algn="l" defTabSz="914400" rtl="0" eaLnBrk="1" fontAlgn="auto" latinLnBrk="0" hangingPunct="1">
              <a:lnSpc>
                <a:spcPct val="100000"/>
              </a:lnSpc>
              <a:spcBef>
                <a:spcPts val="0"/>
              </a:spcBef>
              <a:spcAft>
                <a:spcPts val="50"/>
              </a:spcAft>
              <a:buClrTx/>
              <a:buSzPct val="100000"/>
              <a:buFontTx/>
              <a:buNone/>
              <a:tabLs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100000"/>
              </a:lnSpc>
              <a:spcBef>
                <a:spcPts val="0"/>
              </a:spcBef>
              <a:spcAft>
                <a:spcPts val="50"/>
              </a:spcAft>
              <a:buClrTx/>
              <a:buSzPct val="100000"/>
              <a:buFontTx/>
              <a:buNone/>
              <a:tabLst/>
              <a:defRPr/>
            </a:pPr>
            <a:r>
              <a:rPr lang="en-US"/>
              <a:t>Category 2 Topic 6</a:t>
            </a:r>
          </a:p>
        </p:txBody>
      </p:sp>
      <p:sp>
        <p:nvSpPr>
          <p:cNvPr id="17" name="{{ dynamic_icon_placeholder }} Category 2 Item 1">
            <a:extLst>
              <a:ext uri="{FF2B5EF4-FFF2-40B4-BE49-F238E27FC236}">
                <a16:creationId xmlns:a16="http://schemas.microsoft.com/office/drawing/2014/main" id="{61309CEB-C486-CC8D-DF0B-EA2CBDE4FC7C}"/>
              </a:ext>
            </a:extLst>
          </p:cNvPr>
          <p:cNvSpPr>
            <a:spLocks noGrp="1"/>
          </p:cNvSpPr>
          <p:nvPr>
            <p:ph type="pic" sz="quarter" idx="46" hasCustomPrompt="1"/>
          </p:nvPr>
        </p:nvSpPr>
        <p:spPr>
          <a:xfrm>
            <a:off x="6485468" y="2182401"/>
            <a:ext cx="440656" cy="440656"/>
          </a:xfrm>
          <a:prstGeom prst="rect">
            <a:avLst/>
          </a:prstGeom>
        </p:spPr>
        <p:txBody>
          <a:bodyPr/>
          <a:lstStyle>
            <a:lvl1pPr marL="0" indent="0">
              <a:buNone/>
              <a:defRPr sz="800"/>
            </a:lvl1pPr>
          </a:lstStyle>
          <a:p>
            <a:r>
              <a:rPr lang="en-US"/>
              <a:t>{{ </a:t>
            </a:r>
            <a:r>
              <a:rPr lang="en-US" err="1"/>
              <a:t>dynamic_icon_placeholder</a:t>
            </a:r>
            <a:r>
              <a:rPr lang="en-US"/>
              <a:t> }} Item 7</a:t>
            </a:r>
          </a:p>
        </p:txBody>
      </p:sp>
      <p:sp>
        <p:nvSpPr>
          <p:cNvPr id="18" name="{{ dynamic_icon_placeholder }} Category 2 Item 2">
            <a:extLst>
              <a:ext uri="{FF2B5EF4-FFF2-40B4-BE49-F238E27FC236}">
                <a16:creationId xmlns:a16="http://schemas.microsoft.com/office/drawing/2014/main" id="{FDCFB267-5C01-E51D-A589-F61A6C20C184}"/>
              </a:ext>
            </a:extLst>
          </p:cNvPr>
          <p:cNvSpPr>
            <a:spLocks noGrp="1"/>
          </p:cNvSpPr>
          <p:nvPr>
            <p:ph type="pic" sz="quarter" idx="49" hasCustomPrompt="1"/>
          </p:nvPr>
        </p:nvSpPr>
        <p:spPr>
          <a:xfrm>
            <a:off x="6498150" y="2864064"/>
            <a:ext cx="440656" cy="440656"/>
          </a:xfrm>
          <a:prstGeom prst="rect">
            <a:avLst/>
          </a:prstGeom>
        </p:spPr>
        <p:txBody>
          <a:bodyPr/>
          <a:lstStyle>
            <a:lvl1pPr marL="0" indent="0">
              <a:buNone/>
              <a:defRPr sz="800"/>
            </a:lvl1pPr>
          </a:lstStyle>
          <a:p>
            <a:r>
              <a:rPr lang="en-US"/>
              <a:t>{{ </a:t>
            </a:r>
            <a:r>
              <a:rPr lang="en-US" err="1"/>
              <a:t>dynamic_icon_placeholder</a:t>
            </a:r>
            <a:r>
              <a:rPr lang="en-US"/>
              <a:t> }} Item 8</a:t>
            </a:r>
          </a:p>
        </p:txBody>
      </p:sp>
      <p:sp>
        <p:nvSpPr>
          <p:cNvPr id="19" name="{{ dynamic_icon_placeholder }} Category 2 Item 3">
            <a:extLst>
              <a:ext uri="{FF2B5EF4-FFF2-40B4-BE49-F238E27FC236}">
                <a16:creationId xmlns:a16="http://schemas.microsoft.com/office/drawing/2014/main" id="{E061E299-4D90-E8E2-60C8-9EA5EC464D2A}"/>
              </a:ext>
            </a:extLst>
          </p:cNvPr>
          <p:cNvSpPr>
            <a:spLocks noGrp="1"/>
          </p:cNvSpPr>
          <p:nvPr>
            <p:ph type="pic" sz="quarter" idx="52" hasCustomPrompt="1"/>
          </p:nvPr>
        </p:nvSpPr>
        <p:spPr>
          <a:xfrm>
            <a:off x="6498150" y="3555552"/>
            <a:ext cx="440656" cy="440656"/>
          </a:xfrm>
          <a:prstGeom prst="rect">
            <a:avLst/>
          </a:prstGeom>
        </p:spPr>
        <p:txBody>
          <a:bodyPr/>
          <a:lstStyle>
            <a:lvl1pPr marL="0" indent="0">
              <a:buNone/>
              <a:defRPr sz="800"/>
            </a:lvl1pPr>
          </a:lstStyle>
          <a:p>
            <a:r>
              <a:rPr lang="en-US"/>
              <a:t>{{ </a:t>
            </a:r>
            <a:r>
              <a:rPr lang="en-US" err="1"/>
              <a:t>dynamic_icon_placeholder</a:t>
            </a:r>
            <a:r>
              <a:rPr lang="en-US"/>
              <a:t> }} Item 9</a:t>
            </a:r>
          </a:p>
        </p:txBody>
      </p:sp>
      <p:sp>
        <p:nvSpPr>
          <p:cNvPr id="20" name="{{ dynamic_icon_placeholder }} Category 2 Item 4">
            <a:extLst>
              <a:ext uri="{FF2B5EF4-FFF2-40B4-BE49-F238E27FC236}">
                <a16:creationId xmlns:a16="http://schemas.microsoft.com/office/drawing/2014/main" id="{423FF37E-4F23-09E5-6DC1-DD18B0179CB8}"/>
              </a:ext>
            </a:extLst>
          </p:cNvPr>
          <p:cNvSpPr>
            <a:spLocks noGrp="1"/>
          </p:cNvSpPr>
          <p:nvPr>
            <p:ph type="pic" sz="quarter" idx="55" hasCustomPrompt="1"/>
          </p:nvPr>
        </p:nvSpPr>
        <p:spPr>
          <a:xfrm>
            <a:off x="6498150" y="4259332"/>
            <a:ext cx="440656" cy="440656"/>
          </a:xfrm>
          <a:prstGeom prst="rect">
            <a:avLst/>
          </a:prstGeom>
        </p:spPr>
        <p:txBody>
          <a:bodyPr/>
          <a:lstStyle>
            <a:lvl1pPr marL="0" indent="0">
              <a:buNone/>
              <a:defRPr sz="800"/>
            </a:lvl1pPr>
          </a:lstStyle>
          <a:p>
            <a:r>
              <a:rPr lang="en-US"/>
              <a:t>{{ </a:t>
            </a:r>
            <a:r>
              <a:rPr lang="en-US" err="1"/>
              <a:t>dynamic_icon_placeholder</a:t>
            </a:r>
            <a:r>
              <a:rPr lang="en-US"/>
              <a:t> }} Item 10</a:t>
            </a:r>
          </a:p>
        </p:txBody>
      </p:sp>
      <p:sp>
        <p:nvSpPr>
          <p:cNvPr id="21" name="{{ dynamic_icon_placeholder }} Category 2 Item 5">
            <a:extLst>
              <a:ext uri="{FF2B5EF4-FFF2-40B4-BE49-F238E27FC236}">
                <a16:creationId xmlns:a16="http://schemas.microsoft.com/office/drawing/2014/main" id="{07153ED6-77D6-7D47-CD88-4707D75C4CF9}"/>
              </a:ext>
            </a:extLst>
          </p:cNvPr>
          <p:cNvSpPr>
            <a:spLocks noGrp="1"/>
          </p:cNvSpPr>
          <p:nvPr>
            <p:ph type="pic" sz="quarter" idx="58" hasCustomPrompt="1"/>
          </p:nvPr>
        </p:nvSpPr>
        <p:spPr>
          <a:xfrm>
            <a:off x="6498150" y="4963113"/>
            <a:ext cx="440656" cy="440656"/>
          </a:xfrm>
          <a:prstGeom prst="rect">
            <a:avLst/>
          </a:prstGeom>
        </p:spPr>
        <p:txBody>
          <a:bodyPr/>
          <a:lstStyle>
            <a:lvl1pPr marL="0" indent="0">
              <a:buNone/>
              <a:defRPr sz="800"/>
            </a:lvl1pPr>
          </a:lstStyle>
          <a:p>
            <a:r>
              <a:rPr lang="en-US"/>
              <a:t>{{ </a:t>
            </a:r>
            <a:r>
              <a:rPr lang="en-US" err="1"/>
              <a:t>dynamic_icon_placeholder</a:t>
            </a:r>
            <a:r>
              <a:rPr lang="en-US"/>
              <a:t> }} Item 11</a:t>
            </a:r>
          </a:p>
        </p:txBody>
      </p:sp>
      <p:sp>
        <p:nvSpPr>
          <p:cNvPr id="22" name="{{ dynamic_icon_placeholder }} Category 2 Item 6">
            <a:extLst>
              <a:ext uri="{FF2B5EF4-FFF2-40B4-BE49-F238E27FC236}">
                <a16:creationId xmlns:a16="http://schemas.microsoft.com/office/drawing/2014/main" id="{31D10DDD-48F6-FD1B-CEFA-C71AE9A6175E}"/>
              </a:ext>
            </a:extLst>
          </p:cNvPr>
          <p:cNvSpPr>
            <a:spLocks noGrp="1"/>
          </p:cNvSpPr>
          <p:nvPr>
            <p:ph type="pic" sz="quarter" idx="61" hasCustomPrompt="1"/>
          </p:nvPr>
        </p:nvSpPr>
        <p:spPr>
          <a:xfrm>
            <a:off x="6498150" y="5655809"/>
            <a:ext cx="440656" cy="440656"/>
          </a:xfrm>
          <a:prstGeom prst="rect">
            <a:avLst/>
          </a:prstGeom>
        </p:spPr>
        <p:txBody>
          <a:bodyPr/>
          <a:lstStyle>
            <a:lvl1pPr marL="0" indent="0">
              <a:buNone/>
              <a:defRPr sz="800"/>
            </a:lvl1pPr>
          </a:lstStyle>
          <a:p>
            <a:r>
              <a:rPr lang="en-US"/>
              <a:t>{{ </a:t>
            </a:r>
            <a:r>
              <a:rPr lang="en-US" err="1"/>
              <a:t>dynamic_icon_placeholder</a:t>
            </a:r>
            <a:r>
              <a:rPr lang="en-US"/>
              <a:t> }} Item 12</a:t>
            </a:r>
          </a:p>
        </p:txBody>
      </p:sp>
      <p:sp>
        <p:nvSpPr>
          <p:cNvPr id="23" name="Rectangle 22">
            <a:extLst>
              <a:ext uri="{FF2B5EF4-FFF2-40B4-BE49-F238E27FC236}">
                <a16:creationId xmlns:a16="http://schemas.microsoft.com/office/drawing/2014/main" id="{0B240E39-A697-3E4D-7CB6-26D1E5B66CBF}"/>
              </a:ext>
            </a:extLst>
          </p:cNvPr>
          <p:cNvSpPr/>
          <p:nvPr userDrawn="1"/>
        </p:nvSpPr>
        <p:spPr>
          <a:xfrm>
            <a:off x="6293212" y="1887152"/>
            <a:ext cx="5432872" cy="4387626"/>
          </a:xfrm>
          <a:prstGeom prst="rect">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26" name="Category 1 Supporting text 1">
            <a:extLst>
              <a:ext uri="{FF2B5EF4-FFF2-40B4-BE49-F238E27FC236}">
                <a16:creationId xmlns:a16="http://schemas.microsoft.com/office/drawing/2014/main" id="{621389B0-BCB2-FE36-D17E-5E59F7ADC23C}"/>
              </a:ext>
            </a:extLst>
          </p:cNvPr>
          <p:cNvSpPr>
            <a:spLocks noGrp="1"/>
          </p:cNvSpPr>
          <p:nvPr>
            <p:ph type="body" sz="quarter" idx="27" hasCustomPrompt="1"/>
          </p:nvPr>
        </p:nvSpPr>
        <p:spPr>
          <a:xfrm>
            <a:off x="2445461" y="2137043"/>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0"/>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1 Supporting text 1</a:t>
            </a:r>
          </a:p>
        </p:txBody>
      </p:sp>
      <p:sp>
        <p:nvSpPr>
          <p:cNvPr id="27" name="Category 1 Supporting text 2">
            <a:extLst>
              <a:ext uri="{FF2B5EF4-FFF2-40B4-BE49-F238E27FC236}">
                <a16:creationId xmlns:a16="http://schemas.microsoft.com/office/drawing/2014/main" id="{DF832E6C-D65B-787F-A614-B5ACB181E9F2}"/>
              </a:ext>
            </a:extLst>
          </p:cNvPr>
          <p:cNvSpPr>
            <a:spLocks noGrp="1"/>
          </p:cNvSpPr>
          <p:nvPr>
            <p:ph type="body" sz="quarter" idx="30" hasCustomPrompt="1"/>
          </p:nvPr>
        </p:nvSpPr>
        <p:spPr>
          <a:xfrm>
            <a:off x="2458143" y="2818706"/>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1 Supporting text 2</a:t>
            </a:r>
          </a:p>
        </p:txBody>
      </p:sp>
      <p:sp>
        <p:nvSpPr>
          <p:cNvPr id="28" name="Category 1 Supporting text 3">
            <a:extLst>
              <a:ext uri="{FF2B5EF4-FFF2-40B4-BE49-F238E27FC236}">
                <a16:creationId xmlns:a16="http://schemas.microsoft.com/office/drawing/2014/main" id="{A4240002-5249-CA58-92CF-044A541CD799}"/>
              </a:ext>
            </a:extLst>
          </p:cNvPr>
          <p:cNvSpPr>
            <a:spLocks noGrp="1"/>
          </p:cNvSpPr>
          <p:nvPr>
            <p:ph type="body" sz="quarter" idx="33" hasCustomPrompt="1"/>
          </p:nvPr>
        </p:nvSpPr>
        <p:spPr>
          <a:xfrm>
            <a:off x="2458143" y="3510194"/>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1 Supporting text 3</a:t>
            </a:r>
          </a:p>
        </p:txBody>
      </p:sp>
      <p:sp>
        <p:nvSpPr>
          <p:cNvPr id="29" name="Category 1 Supporting text 4">
            <a:extLst>
              <a:ext uri="{FF2B5EF4-FFF2-40B4-BE49-F238E27FC236}">
                <a16:creationId xmlns:a16="http://schemas.microsoft.com/office/drawing/2014/main" id="{C994DED3-EBA1-9E3F-3D1C-DB67C13A739E}"/>
              </a:ext>
            </a:extLst>
          </p:cNvPr>
          <p:cNvSpPr>
            <a:spLocks noGrp="1"/>
          </p:cNvSpPr>
          <p:nvPr>
            <p:ph type="body" sz="quarter" idx="36" hasCustomPrompt="1"/>
          </p:nvPr>
        </p:nvSpPr>
        <p:spPr>
          <a:xfrm>
            <a:off x="2458143" y="4213974"/>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1 Supporting text 4</a:t>
            </a:r>
          </a:p>
        </p:txBody>
      </p:sp>
      <p:sp>
        <p:nvSpPr>
          <p:cNvPr id="30" name="Category 1 Supporting text 5">
            <a:extLst>
              <a:ext uri="{FF2B5EF4-FFF2-40B4-BE49-F238E27FC236}">
                <a16:creationId xmlns:a16="http://schemas.microsoft.com/office/drawing/2014/main" id="{B2DE3FA2-C1EA-EF94-3FF4-CC9B85A98AD3}"/>
              </a:ext>
            </a:extLst>
          </p:cNvPr>
          <p:cNvSpPr>
            <a:spLocks noGrp="1"/>
          </p:cNvSpPr>
          <p:nvPr>
            <p:ph type="body" sz="quarter" idx="39" hasCustomPrompt="1"/>
          </p:nvPr>
        </p:nvSpPr>
        <p:spPr>
          <a:xfrm>
            <a:off x="2458143" y="4917755"/>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1 Supporting text 5</a:t>
            </a:r>
          </a:p>
        </p:txBody>
      </p:sp>
      <p:sp>
        <p:nvSpPr>
          <p:cNvPr id="31" name="Category 1 Supporting text 6">
            <a:extLst>
              <a:ext uri="{FF2B5EF4-FFF2-40B4-BE49-F238E27FC236}">
                <a16:creationId xmlns:a16="http://schemas.microsoft.com/office/drawing/2014/main" id="{A61A737E-CCE2-7501-D69B-880EBB0CDA97}"/>
              </a:ext>
            </a:extLst>
          </p:cNvPr>
          <p:cNvSpPr>
            <a:spLocks noGrp="1"/>
          </p:cNvSpPr>
          <p:nvPr>
            <p:ph type="body" sz="quarter" idx="42" hasCustomPrompt="1"/>
          </p:nvPr>
        </p:nvSpPr>
        <p:spPr>
          <a:xfrm>
            <a:off x="2458143" y="5610451"/>
            <a:ext cx="3364057" cy="527948"/>
          </a:xfrm>
          <a:prstGeom prst="rect">
            <a:avLst/>
          </a:prstGeom>
        </p:spPr>
        <p:txBody>
          <a:bodyPr anchor="ctr">
            <a:normAutofit/>
          </a:bodyPr>
          <a:lstStyle>
            <a:lvl1pPr marL="0" marR="0" indent="0" algn="l" defTabSz="1219170" rtl="0" eaLnBrk="1" fontAlgn="auto" latinLnBrk="0" hangingPunct="1">
              <a:lnSpc>
                <a:spcPts val="1980"/>
              </a:lnSpc>
              <a:spcBef>
                <a:spcPts val="0"/>
              </a:spcBef>
              <a:spcAft>
                <a:spcPts val="1333"/>
              </a:spcAft>
              <a:buClrTx/>
              <a:buSzPct val="100000"/>
              <a:buFontTx/>
              <a:buNone/>
              <a:tabLst/>
              <a:defRPr sz="1200" b="0" i="0">
                <a:latin typeface="+mn-lt"/>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1219170" rtl="0" eaLnBrk="1" fontAlgn="auto" latinLnBrk="0" hangingPunct="1">
              <a:lnSpc>
                <a:spcPts val="1980"/>
              </a:lnSpc>
              <a:spcBef>
                <a:spcPts val="0"/>
              </a:spcBef>
              <a:spcAft>
                <a:spcPts val="1333"/>
              </a:spcAft>
              <a:buClrTx/>
              <a:buSzPct val="100000"/>
              <a:buFontTx/>
              <a:buNone/>
              <a:tabLst/>
              <a:defRPr/>
            </a:pPr>
            <a:r>
              <a:rPr lang="en-US"/>
              <a:t>Category 1 Supporting text 6</a:t>
            </a:r>
          </a:p>
        </p:txBody>
      </p:sp>
      <p:sp>
        <p:nvSpPr>
          <p:cNvPr id="32" name="Category 1 Topic 1">
            <a:extLst>
              <a:ext uri="{FF2B5EF4-FFF2-40B4-BE49-F238E27FC236}">
                <a16:creationId xmlns:a16="http://schemas.microsoft.com/office/drawing/2014/main" id="{B2D5FFE0-6372-BE1D-87D3-DF69BCBD968E}"/>
              </a:ext>
            </a:extLst>
          </p:cNvPr>
          <p:cNvSpPr>
            <a:spLocks noGrp="1"/>
          </p:cNvSpPr>
          <p:nvPr>
            <p:ph type="body" sz="quarter" idx="28" hasCustomPrompt="1"/>
          </p:nvPr>
        </p:nvSpPr>
        <p:spPr>
          <a:xfrm>
            <a:off x="1207542" y="2235857"/>
            <a:ext cx="822960" cy="351378"/>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1</a:t>
            </a:r>
          </a:p>
          <a:p>
            <a:pPr lvl="0" defTabSz="914400"/>
            <a:r>
              <a:rPr lang="en-US"/>
              <a:t>Topic 1</a:t>
            </a:r>
          </a:p>
        </p:txBody>
      </p:sp>
      <p:sp>
        <p:nvSpPr>
          <p:cNvPr id="46" name="Category 1 Topic 2">
            <a:extLst>
              <a:ext uri="{FF2B5EF4-FFF2-40B4-BE49-F238E27FC236}">
                <a16:creationId xmlns:a16="http://schemas.microsoft.com/office/drawing/2014/main" id="{3AF3CD81-D5EB-29ED-B544-37350EDF077D}"/>
              </a:ext>
            </a:extLst>
          </p:cNvPr>
          <p:cNvSpPr>
            <a:spLocks noGrp="1"/>
          </p:cNvSpPr>
          <p:nvPr>
            <p:ph type="body" sz="quarter" idx="70" hasCustomPrompt="1"/>
          </p:nvPr>
        </p:nvSpPr>
        <p:spPr>
          <a:xfrm>
            <a:off x="1225253" y="2928517"/>
            <a:ext cx="822960" cy="338554"/>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1 Topic 2</a:t>
            </a:r>
          </a:p>
        </p:txBody>
      </p:sp>
      <p:sp>
        <p:nvSpPr>
          <p:cNvPr id="47" name="Category 1 Topic 3">
            <a:extLst>
              <a:ext uri="{FF2B5EF4-FFF2-40B4-BE49-F238E27FC236}">
                <a16:creationId xmlns:a16="http://schemas.microsoft.com/office/drawing/2014/main" id="{2C0B9D36-BCC3-C9DF-EA1E-EC5D7CF43D2A}"/>
              </a:ext>
            </a:extLst>
          </p:cNvPr>
          <p:cNvSpPr>
            <a:spLocks noGrp="1"/>
          </p:cNvSpPr>
          <p:nvPr>
            <p:ph type="body" sz="quarter" idx="71" hasCustomPrompt="1"/>
          </p:nvPr>
        </p:nvSpPr>
        <p:spPr>
          <a:xfrm>
            <a:off x="1232906" y="3620784"/>
            <a:ext cx="822960" cy="351378"/>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1 Topic 3</a:t>
            </a:r>
          </a:p>
        </p:txBody>
      </p:sp>
      <p:sp>
        <p:nvSpPr>
          <p:cNvPr id="48" name="Category 1 Topic 4">
            <a:extLst>
              <a:ext uri="{FF2B5EF4-FFF2-40B4-BE49-F238E27FC236}">
                <a16:creationId xmlns:a16="http://schemas.microsoft.com/office/drawing/2014/main" id="{3B55CD54-B722-BC46-5D04-EB0BB9F6B4BA}"/>
              </a:ext>
            </a:extLst>
          </p:cNvPr>
          <p:cNvSpPr>
            <a:spLocks noGrp="1"/>
          </p:cNvSpPr>
          <p:nvPr>
            <p:ph type="body" sz="quarter" idx="72" hasCustomPrompt="1"/>
          </p:nvPr>
        </p:nvSpPr>
        <p:spPr>
          <a:xfrm>
            <a:off x="1249752" y="4293786"/>
            <a:ext cx="822960" cy="351378"/>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1 Topic 4</a:t>
            </a:r>
          </a:p>
        </p:txBody>
      </p:sp>
      <p:sp>
        <p:nvSpPr>
          <p:cNvPr id="49" name="Category 1 Topic 5">
            <a:extLst>
              <a:ext uri="{FF2B5EF4-FFF2-40B4-BE49-F238E27FC236}">
                <a16:creationId xmlns:a16="http://schemas.microsoft.com/office/drawing/2014/main" id="{9B026B2E-B433-95DA-C6D4-9EEF401C838A}"/>
              </a:ext>
            </a:extLst>
          </p:cNvPr>
          <p:cNvSpPr>
            <a:spLocks noGrp="1"/>
          </p:cNvSpPr>
          <p:nvPr>
            <p:ph type="body" sz="quarter" idx="73" hasCustomPrompt="1"/>
          </p:nvPr>
        </p:nvSpPr>
        <p:spPr>
          <a:xfrm>
            <a:off x="1232906" y="4998773"/>
            <a:ext cx="822960" cy="351378"/>
          </a:xfrm>
          <a:prstGeom prst="rect">
            <a:avLst/>
          </a:prstGeom>
        </p:spPr>
        <p:txBody>
          <a:bodyPr wrap="square">
            <a:spAutoFit/>
          </a:bodyPr>
          <a:lstStyle>
            <a:lvl1pPr>
              <a:spcAft>
                <a:spcPts val="50"/>
              </a:spcAf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1 Topic 5</a:t>
            </a:r>
          </a:p>
        </p:txBody>
      </p:sp>
      <p:sp>
        <p:nvSpPr>
          <p:cNvPr id="50" name="Category 1 Topic 6">
            <a:extLst>
              <a:ext uri="{FF2B5EF4-FFF2-40B4-BE49-F238E27FC236}">
                <a16:creationId xmlns:a16="http://schemas.microsoft.com/office/drawing/2014/main" id="{B29E4200-FE30-EE02-1043-92260D223009}"/>
              </a:ext>
            </a:extLst>
          </p:cNvPr>
          <p:cNvSpPr>
            <a:spLocks noGrp="1"/>
          </p:cNvSpPr>
          <p:nvPr>
            <p:ph type="body" sz="quarter" idx="74" hasCustomPrompt="1"/>
          </p:nvPr>
        </p:nvSpPr>
        <p:spPr>
          <a:xfrm>
            <a:off x="1249752" y="5698461"/>
            <a:ext cx="822960" cy="338554"/>
          </a:xfrm>
          <a:prstGeom prst="rect">
            <a:avLst/>
          </a:prstGeom>
        </p:spPr>
        <p:txBody>
          <a:bodyPr wrap="square">
            <a:spAutoFit/>
          </a:bodyPr>
          <a:lstStyle>
            <a:lvl1pPr marL="0" marR="0" indent="0" algn="l" defTabSz="914400" rtl="0" eaLnBrk="1" fontAlgn="auto" latinLnBrk="0" hangingPunct="1">
              <a:lnSpc>
                <a:spcPct val="100000"/>
              </a:lnSpc>
              <a:spcBef>
                <a:spcPts val="0"/>
              </a:spcBef>
              <a:spcAft>
                <a:spcPts val="50"/>
              </a:spcAft>
              <a:buClrTx/>
              <a:buSzPct val="100000"/>
              <a:buFontTx/>
              <a:buNone/>
              <a:tabLst/>
              <a:defRPr kumimoji="0" lang="en-US" sz="11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100000"/>
              </a:lnSpc>
              <a:spcBef>
                <a:spcPts val="0"/>
              </a:spcBef>
              <a:spcAft>
                <a:spcPts val="50"/>
              </a:spcAft>
              <a:buClrTx/>
              <a:buSzPct val="100000"/>
              <a:buFontTx/>
              <a:buNone/>
              <a:tabLst/>
              <a:defRPr/>
            </a:pPr>
            <a:r>
              <a:rPr lang="en-US"/>
              <a:t>Category 1 Topic 6</a:t>
            </a:r>
          </a:p>
        </p:txBody>
      </p:sp>
      <p:sp>
        <p:nvSpPr>
          <p:cNvPr id="51" name="{{ dynamic_icon_placeholder }} Category 1 Item 1">
            <a:extLst>
              <a:ext uri="{FF2B5EF4-FFF2-40B4-BE49-F238E27FC236}">
                <a16:creationId xmlns:a16="http://schemas.microsoft.com/office/drawing/2014/main" id="{D32E4912-03A1-A378-2B32-347A6B0336F9}"/>
              </a:ext>
            </a:extLst>
          </p:cNvPr>
          <p:cNvSpPr>
            <a:spLocks noGrp="1"/>
          </p:cNvSpPr>
          <p:nvPr>
            <p:ph type="pic" sz="quarter" idx="20" hasCustomPrompt="1"/>
          </p:nvPr>
        </p:nvSpPr>
        <p:spPr>
          <a:xfrm>
            <a:off x="689010" y="2180689"/>
            <a:ext cx="440656" cy="440656"/>
          </a:xfrm>
          <a:prstGeom prst="rect">
            <a:avLst/>
          </a:prstGeom>
        </p:spPr>
        <p:txBody>
          <a:bodyPr/>
          <a:lstStyle>
            <a:lvl1pPr marL="0" indent="0">
              <a:buNone/>
              <a:defRPr sz="800"/>
            </a:lvl1pPr>
          </a:lstStyle>
          <a:p>
            <a:r>
              <a:rPr lang="en-US"/>
              <a:t>{{ </a:t>
            </a:r>
            <a:r>
              <a:rPr lang="en-US" err="1"/>
              <a:t>dynamic_icon_placeholder</a:t>
            </a:r>
            <a:r>
              <a:rPr lang="en-US"/>
              <a:t> }} Item 1</a:t>
            </a:r>
          </a:p>
        </p:txBody>
      </p:sp>
      <p:sp>
        <p:nvSpPr>
          <p:cNvPr id="52" name="{{ dynamic_icon_placeholder }} Category 1 Item 2">
            <a:extLst>
              <a:ext uri="{FF2B5EF4-FFF2-40B4-BE49-F238E27FC236}">
                <a16:creationId xmlns:a16="http://schemas.microsoft.com/office/drawing/2014/main" id="{31FE4473-FC90-7164-BC34-9E824586937B}"/>
              </a:ext>
            </a:extLst>
          </p:cNvPr>
          <p:cNvSpPr>
            <a:spLocks noGrp="1"/>
          </p:cNvSpPr>
          <p:nvPr>
            <p:ph type="pic" sz="quarter" idx="31" hasCustomPrompt="1"/>
          </p:nvPr>
        </p:nvSpPr>
        <p:spPr>
          <a:xfrm>
            <a:off x="701692" y="2862352"/>
            <a:ext cx="440656" cy="440656"/>
          </a:xfrm>
          <a:prstGeom prst="rect">
            <a:avLst/>
          </a:prstGeom>
        </p:spPr>
        <p:txBody>
          <a:bodyPr/>
          <a:lstStyle>
            <a:lvl1pPr marL="0" indent="0">
              <a:buNone/>
              <a:defRPr sz="800"/>
            </a:lvl1pPr>
          </a:lstStyle>
          <a:p>
            <a:r>
              <a:rPr lang="en-US"/>
              <a:t>{{ </a:t>
            </a:r>
            <a:r>
              <a:rPr lang="en-US" err="1"/>
              <a:t>dynamic_icon_placeholder</a:t>
            </a:r>
            <a:r>
              <a:rPr lang="en-US"/>
              <a:t> }} Item 2</a:t>
            </a:r>
          </a:p>
        </p:txBody>
      </p:sp>
      <p:sp>
        <p:nvSpPr>
          <p:cNvPr id="53" name="{{ dynamic_icon_placeholder }} Category 1 Item 3">
            <a:extLst>
              <a:ext uri="{FF2B5EF4-FFF2-40B4-BE49-F238E27FC236}">
                <a16:creationId xmlns:a16="http://schemas.microsoft.com/office/drawing/2014/main" id="{CAFC2F01-D630-453A-4B62-A61CFB20B1B9}"/>
              </a:ext>
            </a:extLst>
          </p:cNvPr>
          <p:cNvSpPr>
            <a:spLocks noGrp="1"/>
          </p:cNvSpPr>
          <p:nvPr>
            <p:ph type="pic" sz="quarter" idx="34" hasCustomPrompt="1"/>
          </p:nvPr>
        </p:nvSpPr>
        <p:spPr>
          <a:xfrm>
            <a:off x="701692" y="3553840"/>
            <a:ext cx="440656" cy="440656"/>
          </a:xfrm>
          <a:prstGeom prst="rect">
            <a:avLst/>
          </a:prstGeom>
        </p:spPr>
        <p:txBody>
          <a:bodyPr/>
          <a:lstStyle>
            <a:lvl1pPr marL="0" indent="0">
              <a:buNone/>
              <a:defRPr sz="800"/>
            </a:lvl1pPr>
          </a:lstStyle>
          <a:p>
            <a:r>
              <a:rPr lang="en-US"/>
              <a:t>{{ </a:t>
            </a:r>
            <a:r>
              <a:rPr lang="en-US" err="1"/>
              <a:t>dynamic_icon_placeholder</a:t>
            </a:r>
            <a:r>
              <a:rPr lang="en-US"/>
              <a:t> }} Item 3</a:t>
            </a:r>
          </a:p>
        </p:txBody>
      </p:sp>
      <p:sp>
        <p:nvSpPr>
          <p:cNvPr id="54" name="{{ dynamic_icon_placeholder }} Category 1 Item 4">
            <a:extLst>
              <a:ext uri="{FF2B5EF4-FFF2-40B4-BE49-F238E27FC236}">
                <a16:creationId xmlns:a16="http://schemas.microsoft.com/office/drawing/2014/main" id="{FCCB69EA-9FD5-4211-BE4D-725EE67979D0}"/>
              </a:ext>
            </a:extLst>
          </p:cNvPr>
          <p:cNvSpPr>
            <a:spLocks noGrp="1"/>
          </p:cNvSpPr>
          <p:nvPr>
            <p:ph type="pic" sz="quarter" idx="37" hasCustomPrompt="1"/>
          </p:nvPr>
        </p:nvSpPr>
        <p:spPr>
          <a:xfrm>
            <a:off x="701692" y="4257620"/>
            <a:ext cx="440656" cy="440656"/>
          </a:xfrm>
          <a:prstGeom prst="rect">
            <a:avLst/>
          </a:prstGeom>
        </p:spPr>
        <p:txBody>
          <a:bodyPr/>
          <a:lstStyle>
            <a:lvl1pPr marL="0" indent="0">
              <a:buNone/>
              <a:defRPr sz="800"/>
            </a:lvl1pPr>
          </a:lstStyle>
          <a:p>
            <a:r>
              <a:rPr lang="en-US"/>
              <a:t>{{ </a:t>
            </a:r>
            <a:r>
              <a:rPr lang="en-US" err="1"/>
              <a:t>dynamic_icon_placeholder</a:t>
            </a:r>
            <a:r>
              <a:rPr lang="en-US"/>
              <a:t> }} Item 4</a:t>
            </a:r>
          </a:p>
        </p:txBody>
      </p:sp>
      <p:sp>
        <p:nvSpPr>
          <p:cNvPr id="55" name="{{ dynamic_icon_placeholder }} Category 1 Item 5">
            <a:extLst>
              <a:ext uri="{FF2B5EF4-FFF2-40B4-BE49-F238E27FC236}">
                <a16:creationId xmlns:a16="http://schemas.microsoft.com/office/drawing/2014/main" id="{AE9D1A8A-4AD0-A2E5-D2A3-BA891B4DA362}"/>
              </a:ext>
            </a:extLst>
          </p:cNvPr>
          <p:cNvSpPr>
            <a:spLocks noGrp="1"/>
          </p:cNvSpPr>
          <p:nvPr>
            <p:ph type="pic" sz="quarter" idx="40" hasCustomPrompt="1"/>
          </p:nvPr>
        </p:nvSpPr>
        <p:spPr>
          <a:xfrm>
            <a:off x="701692" y="4961401"/>
            <a:ext cx="440656" cy="440656"/>
          </a:xfrm>
          <a:prstGeom prst="rect">
            <a:avLst/>
          </a:prstGeom>
        </p:spPr>
        <p:txBody>
          <a:bodyPr/>
          <a:lstStyle>
            <a:lvl1pPr marL="0" indent="0">
              <a:buNone/>
              <a:defRPr sz="800"/>
            </a:lvl1pPr>
          </a:lstStyle>
          <a:p>
            <a:r>
              <a:rPr lang="en-US"/>
              <a:t>{{ </a:t>
            </a:r>
            <a:r>
              <a:rPr lang="en-US" err="1"/>
              <a:t>dynamic_icon_placeholder</a:t>
            </a:r>
            <a:r>
              <a:rPr lang="en-US"/>
              <a:t> }} Item 5</a:t>
            </a:r>
          </a:p>
        </p:txBody>
      </p:sp>
      <p:sp>
        <p:nvSpPr>
          <p:cNvPr id="56" name="{{ dynamic_icon_placeholder }} Category 1 Item 6">
            <a:extLst>
              <a:ext uri="{FF2B5EF4-FFF2-40B4-BE49-F238E27FC236}">
                <a16:creationId xmlns:a16="http://schemas.microsoft.com/office/drawing/2014/main" id="{B05B9520-5B1D-5CDF-32F2-4656676BA0F2}"/>
              </a:ext>
            </a:extLst>
          </p:cNvPr>
          <p:cNvSpPr>
            <a:spLocks noGrp="1"/>
          </p:cNvSpPr>
          <p:nvPr>
            <p:ph type="pic" sz="quarter" idx="43" hasCustomPrompt="1"/>
          </p:nvPr>
        </p:nvSpPr>
        <p:spPr>
          <a:xfrm>
            <a:off x="701692" y="5654097"/>
            <a:ext cx="440656" cy="440656"/>
          </a:xfrm>
          <a:prstGeom prst="rect">
            <a:avLst/>
          </a:prstGeom>
        </p:spPr>
        <p:txBody>
          <a:bodyPr/>
          <a:lstStyle>
            <a:lvl1pPr marL="0" indent="0">
              <a:buNone/>
              <a:defRPr sz="800"/>
            </a:lvl1pPr>
          </a:lstStyle>
          <a:p>
            <a:r>
              <a:rPr lang="en-US"/>
              <a:t>{{ </a:t>
            </a:r>
            <a:r>
              <a:rPr lang="en-US" err="1"/>
              <a:t>dynamic_icon_placeholder</a:t>
            </a:r>
            <a:r>
              <a:rPr lang="en-US"/>
              <a:t> }} Item 6</a:t>
            </a:r>
          </a:p>
        </p:txBody>
      </p:sp>
      <p:sp>
        <p:nvSpPr>
          <p:cNvPr id="57" name="Rectangle 56">
            <a:extLst>
              <a:ext uri="{FF2B5EF4-FFF2-40B4-BE49-F238E27FC236}">
                <a16:creationId xmlns:a16="http://schemas.microsoft.com/office/drawing/2014/main" id="{09AD2071-61F9-45F1-5AA6-A15D52B5F286}"/>
              </a:ext>
            </a:extLst>
          </p:cNvPr>
          <p:cNvSpPr/>
          <p:nvPr userDrawn="1"/>
        </p:nvSpPr>
        <p:spPr>
          <a:xfrm>
            <a:off x="459838" y="1880742"/>
            <a:ext cx="5452102" cy="4387626"/>
          </a:xfrm>
          <a:prstGeom prst="rect">
            <a:avLst/>
          </a:prstGeom>
          <a:ln>
            <a:solidFill>
              <a:srgbClr val="4556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34" name="Rectangle 33">
            <a:extLst>
              <a:ext uri="{FF2B5EF4-FFF2-40B4-BE49-F238E27FC236}">
                <a16:creationId xmlns:a16="http://schemas.microsoft.com/office/drawing/2014/main" id="{4CEDCAA6-A5BE-AD06-6C5B-C1044C166418}"/>
              </a:ext>
            </a:extLst>
          </p:cNvPr>
          <p:cNvSpPr/>
          <p:nvPr userDrawn="1"/>
        </p:nvSpPr>
        <p:spPr bwMode="gray">
          <a:xfrm>
            <a:off x="8004308" y="1552595"/>
            <a:ext cx="2010681" cy="475585"/>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3" name="Rectangle 32">
            <a:extLst>
              <a:ext uri="{FF2B5EF4-FFF2-40B4-BE49-F238E27FC236}">
                <a16:creationId xmlns:a16="http://schemas.microsoft.com/office/drawing/2014/main" id="{27860607-351F-AE23-239F-81C8E83A2FA1}"/>
              </a:ext>
            </a:extLst>
          </p:cNvPr>
          <p:cNvSpPr/>
          <p:nvPr userDrawn="1"/>
        </p:nvSpPr>
        <p:spPr bwMode="gray">
          <a:xfrm>
            <a:off x="2180549" y="1594946"/>
            <a:ext cx="2010681" cy="475585"/>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5" name="Category 2 Title">
            <a:extLst>
              <a:ext uri="{FF2B5EF4-FFF2-40B4-BE49-F238E27FC236}">
                <a16:creationId xmlns:a16="http://schemas.microsoft.com/office/drawing/2014/main" id="{0A9A5EB7-0838-1B27-8B0F-E5437DC24E6D}"/>
              </a:ext>
            </a:extLst>
          </p:cNvPr>
          <p:cNvSpPr>
            <a:spLocks noGrp="1"/>
          </p:cNvSpPr>
          <p:nvPr>
            <p:ph type="body" sz="quarter" idx="81" hasCustomPrompt="1"/>
          </p:nvPr>
        </p:nvSpPr>
        <p:spPr>
          <a:xfrm>
            <a:off x="8071301" y="1666002"/>
            <a:ext cx="1876694" cy="369332"/>
          </a:xfrm>
          <a:prstGeom prst="rect">
            <a:avLst/>
          </a:prstGeom>
        </p:spPr>
        <p:txBody>
          <a:bodyPr wrap="square">
            <a:spAutoFit/>
          </a:bodyPr>
          <a:lstStyle>
            <a:lvl1pPr algn="ctr">
              <a:spcAft>
                <a:spcPts val="0"/>
              </a:spcAft>
              <a:defRPr kumimoji="0" lang="en-US" sz="12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2 Title</a:t>
            </a:r>
          </a:p>
          <a:p>
            <a:pPr lvl="0" defTabSz="914400"/>
            <a:endParaRPr lang="en-US"/>
          </a:p>
        </p:txBody>
      </p:sp>
      <p:sp>
        <p:nvSpPr>
          <p:cNvPr id="59" name="Category 1 Title">
            <a:extLst>
              <a:ext uri="{FF2B5EF4-FFF2-40B4-BE49-F238E27FC236}">
                <a16:creationId xmlns:a16="http://schemas.microsoft.com/office/drawing/2014/main" id="{7AF85481-E7FC-4F88-1B9C-54A994E23484}"/>
              </a:ext>
            </a:extLst>
          </p:cNvPr>
          <p:cNvSpPr>
            <a:spLocks noGrp="1"/>
          </p:cNvSpPr>
          <p:nvPr>
            <p:ph type="body" sz="quarter" idx="62" hasCustomPrompt="1"/>
          </p:nvPr>
        </p:nvSpPr>
        <p:spPr>
          <a:xfrm>
            <a:off x="2247542" y="1687565"/>
            <a:ext cx="1876694" cy="369332"/>
          </a:xfrm>
          <a:prstGeom prst="rect">
            <a:avLst/>
          </a:prstGeom>
        </p:spPr>
        <p:txBody>
          <a:bodyPr wrap="square">
            <a:spAutoFit/>
          </a:bodyPr>
          <a:lstStyle>
            <a:lvl1pPr algn="ctr">
              <a:spcAft>
                <a:spcPts val="0"/>
              </a:spcAft>
              <a:defRPr kumimoji="0" lang="en-US" sz="1200" b="1" i="0" u="none" strike="noStrike" kern="1200" cap="none" spc="0" normalizeH="0" baseline="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defRPr>
            </a:lvl1pPr>
          </a:lstStyle>
          <a:p>
            <a:pPr lvl="0" defTabSz="914400"/>
            <a:r>
              <a:rPr lang="en-US"/>
              <a:t>Category 1 Title</a:t>
            </a:r>
          </a:p>
          <a:p>
            <a:pPr lvl="0" defTabSz="914400"/>
            <a:endParaRPr lang="en-US"/>
          </a:p>
        </p:txBody>
      </p:sp>
      <p:sp>
        <p:nvSpPr>
          <p:cNvPr id="24" name="ai generated label">
            <a:extLst>
              <a:ext uri="{FF2B5EF4-FFF2-40B4-BE49-F238E27FC236}">
                <a16:creationId xmlns:a16="http://schemas.microsoft.com/office/drawing/2014/main" id="{C6648D81-8953-4626-30EC-73A848E59742}"/>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Tree>
    <p:extLst>
      <p:ext uri="{BB962C8B-B14F-4D97-AF65-F5344CB8AC3E}">
        <p14:creationId xmlns:p14="http://schemas.microsoft.com/office/powerpoint/2010/main" val="207862482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references_slide">
    <p:spTree>
      <p:nvGrpSpPr>
        <p:cNvPr id="1" name=""/>
        <p:cNvGrpSpPr/>
        <p:nvPr/>
      </p:nvGrpSpPr>
      <p:grpSpPr>
        <a:xfrm>
          <a:off x="0" y="0"/>
          <a:ext cx="0" cy="0"/>
          <a:chOff x="0" y="0"/>
          <a:chExt cx="0" cy="0"/>
        </a:xfrm>
      </p:grpSpPr>
      <p:sp>
        <p:nvSpPr>
          <p:cNvPr id="9" name="References List">
            <a:extLst>
              <a:ext uri="{FF2B5EF4-FFF2-40B4-BE49-F238E27FC236}">
                <a16:creationId xmlns:a16="http://schemas.microsoft.com/office/drawing/2014/main" id="{AB5975B9-5AA4-5372-9B9F-3F2B19DDD6F8}"/>
              </a:ext>
            </a:extLst>
          </p:cNvPr>
          <p:cNvSpPr>
            <a:spLocks noGrp="1"/>
          </p:cNvSpPr>
          <p:nvPr>
            <p:ph type="body" sz="quarter" idx="21" hasCustomPrompt="1"/>
          </p:nvPr>
        </p:nvSpPr>
        <p:spPr>
          <a:xfrm>
            <a:off x="551687" y="1527048"/>
            <a:ext cx="11390734" cy="4732878"/>
          </a:xfrm>
          <a:prstGeom prst="rect">
            <a:avLst/>
          </a:prstGeom>
        </p:spPr>
        <p:txBody>
          <a:bodyPr anchor="t">
            <a:normAutofit/>
          </a:bodyPr>
          <a:lstStyle>
            <a:lvl1pPr marL="228600" indent="-228600">
              <a:lnSpc>
                <a:spcPts val="1600"/>
              </a:lnSpc>
              <a:buFont typeface="+mj-lt"/>
              <a:buAutoNum type="arabicPeriod"/>
              <a:defRPr sz="1200" b="0" i="0">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a:t>References List</a:t>
            </a:r>
          </a:p>
        </p:txBody>
      </p:sp>
      <p:sp>
        <p:nvSpPr>
          <p:cNvPr id="10" name="Title 1">
            <a:extLst>
              <a:ext uri="{FF2B5EF4-FFF2-40B4-BE49-F238E27FC236}">
                <a16:creationId xmlns:a16="http://schemas.microsoft.com/office/drawing/2014/main" id="{A6FE0348-9150-7C33-3939-4BB813A799C9}"/>
              </a:ext>
            </a:extLst>
          </p:cNvPr>
          <p:cNvSpPr>
            <a:spLocks noGrp="1"/>
          </p:cNvSpPr>
          <p:nvPr>
            <p:ph type="title" hasCustomPrompt="1"/>
          </p:nvPr>
        </p:nvSpPr>
        <p:spPr>
          <a:xfrm>
            <a:off x="551688" y="576196"/>
            <a:ext cx="11390734" cy="365760"/>
          </a:xfrm>
          <a:prstGeom prst="rect">
            <a:avLst/>
          </a:prstGeom>
        </p:spPr>
        <p:txBody>
          <a:bodyPr anchor="ctr"/>
          <a:lstStyle/>
          <a:p>
            <a:r>
              <a:rPr lang="en-US"/>
              <a:t>References</a:t>
            </a:r>
          </a:p>
        </p:txBody>
      </p:sp>
      <p:sp>
        <p:nvSpPr>
          <p:cNvPr id="2" name="ai generated label">
            <a:extLst>
              <a:ext uri="{FF2B5EF4-FFF2-40B4-BE49-F238E27FC236}">
                <a16:creationId xmlns:a16="http://schemas.microsoft.com/office/drawing/2014/main" id="{734E7E6E-6ABB-4C12-6F74-E4D8385D54E4}"/>
              </a:ext>
            </a:extLst>
          </p:cNvPr>
          <p:cNvSpPr>
            <a:spLocks noGrp="1"/>
          </p:cNvSpPr>
          <p:nvPr>
            <p:ph type="body" sz="quarter" idx="22" hasCustomPrompt="1"/>
          </p:nvPr>
        </p:nvSpPr>
        <p:spPr>
          <a:xfrm>
            <a:off x="9583997" y="146200"/>
            <a:ext cx="2428967" cy="311150"/>
          </a:xfrm>
          <a:prstGeom prst="rect">
            <a:avLst/>
          </a:prstGeo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 label }}</a:t>
            </a:r>
          </a:p>
        </p:txBody>
      </p:sp>
    </p:spTree>
    <p:extLst>
      <p:ext uri="{BB962C8B-B14F-4D97-AF65-F5344CB8AC3E}">
        <p14:creationId xmlns:p14="http://schemas.microsoft.com/office/powerpoint/2010/main" val="393779514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sclaimer_slide">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8611C798-5146-8DBC-A28E-F95705AE768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692039" y="-3045782"/>
            <a:ext cx="6844723" cy="6490168"/>
          </a:xfrm>
          <a:prstGeom prst="rect">
            <a:avLst/>
          </a:prstGeom>
        </p:spPr>
      </p:pic>
      <p:sp>
        <p:nvSpPr>
          <p:cNvPr id="6" name="TextBox 5">
            <a:extLst>
              <a:ext uri="{FF2B5EF4-FFF2-40B4-BE49-F238E27FC236}">
                <a16:creationId xmlns:a16="http://schemas.microsoft.com/office/drawing/2014/main" id="{4BC2045A-065B-9A90-FE1B-4EC87B71B7BE}"/>
              </a:ext>
            </a:extLst>
          </p:cNvPr>
          <p:cNvSpPr txBox="1"/>
          <p:nvPr userDrawn="1"/>
        </p:nvSpPr>
        <p:spPr>
          <a:xfrm>
            <a:off x="381000" y="5751499"/>
            <a:ext cx="10206681" cy="600164"/>
          </a:xfrm>
          <a:prstGeom prst="rect">
            <a:avLst/>
          </a:prstGeom>
          <a:noFill/>
        </p:spPr>
        <p:txBody>
          <a:bodyPr wrap="square" rtlCol="0">
            <a:spAutoFit/>
          </a:bodyPr>
          <a:lstStyle/>
          <a:p>
            <a:r>
              <a:rPr lang="en-US" sz="1100" b="0" i="0">
                <a:solidFill>
                  <a:schemeClr val="bg1">
                    <a:lumMod val="75000"/>
                  </a:schemeClr>
                </a:solidFill>
                <a:latin typeface="Open Sans Light" panose="020B0306030504020204" pitchFamily="34" charset="0"/>
                <a:ea typeface="Open Sans Light" panose="020B0306030504020204" pitchFamily="34" charset="0"/>
                <a:cs typeface="Open Sans Light" panose="020B0306030504020204" pitchFamily="34" charset="0"/>
              </a:rPr>
              <a:t>None of DTTL, its member firms, related entities, employees or agents shall be responsible for any loss or damage whatsoever arising directly or indirectly in connection with any person relying on this communication. DTTL and each of its member firms, and their related entities, are legally separate and independent entities.</a:t>
            </a:r>
          </a:p>
        </p:txBody>
      </p:sp>
      <p:sp>
        <p:nvSpPr>
          <p:cNvPr id="2" name="Text Placeholder 5">
            <a:extLst>
              <a:ext uri="{FF2B5EF4-FFF2-40B4-BE49-F238E27FC236}">
                <a16:creationId xmlns:a16="http://schemas.microsoft.com/office/drawing/2014/main" id="{95081957-EC6D-B244-AA40-7B126571F535}"/>
              </a:ext>
            </a:extLst>
          </p:cNvPr>
          <p:cNvSpPr>
            <a:spLocks noGrp="1"/>
          </p:cNvSpPr>
          <p:nvPr>
            <p:ph type="body" sz="quarter" idx="56" hasCustomPrompt="1"/>
          </p:nvPr>
        </p:nvSpPr>
        <p:spPr>
          <a:xfrm>
            <a:off x="380999" y="4682874"/>
            <a:ext cx="10206681" cy="947737"/>
          </a:xfrm>
          <a:prstGeom prst="rect">
            <a:avLst/>
          </a:prstGeom>
        </p:spPr>
        <p:txBody>
          <a:bodyPr>
            <a:normAutofit/>
          </a:bodyPr>
          <a:lstStyle>
            <a:lvl1pPr marL="0" marR="0" indent="0" algn="l" defTabSz="914400" rtl="0" eaLnBrk="1" fontAlgn="auto" latinLnBrk="0" hangingPunct="1">
              <a:lnSpc>
                <a:spcPts val="1640"/>
              </a:lnSpc>
              <a:spcBef>
                <a:spcPts val="0"/>
              </a:spcBef>
              <a:spcAft>
                <a:spcPts val="0"/>
              </a:spcAft>
              <a:buClrTx/>
              <a:buSzTx/>
              <a:buFontTx/>
              <a:buNone/>
              <a:tabLst/>
              <a:defRPr sz="1100" baseline="0">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Open Sans Light" pitchFamily="2" charset="0"/>
                <a:ea typeface="Open Sans Light" pitchFamily="2" charset="0"/>
                <a:cs typeface="Open Sans Light" pitchFamily="2" charset="0"/>
              </a:rPr>
              <a:t>{{ </a:t>
            </a:r>
            <a:r>
              <a:rPr kumimoji="0" lang="en-US" sz="1200" b="0" i="0" u="none" strike="noStrike" kern="1200" cap="none" spc="0" normalizeH="0" baseline="0" noProof="0" err="1">
                <a:ln>
                  <a:noFill/>
                </a:ln>
                <a:solidFill>
                  <a:srgbClr val="FF0000"/>
                </a:solidFill>
                <a:effectLst/>
                <a:uLnTx/>
                <a:uFillTx/>
                <a:latin typeface="Open Sans Light" pitchFamily="2" charset="0"/>
                <a:ea typeface="Open Sans Light" pitchFamily="2" charset="0"/>
                <a:cs typeface="Open Sans Light" pitchFamily="2" charset="0"/>
              </a:rPr>
              <a:t>disclaimer_text</a:t>
            </a:r>
            <a:r>
              <a:rPr kumimoji="0" lang="en-US" sz="1200" b="0" i="0" u="none" strike="noStrike" kern="1200" cap="none" spc="0" normalizeH="0" baseline="0" noProof="0">
                <a:ln>
                  <a:noFill/>
                </a:ln>
                <a:solidFill>
                  <a:srgbClr val="FF0000"/>
                </a:solidFill>
                <a:effectLst/>
                <a:uLnTx/>
                <a:uFillTx/>
                <a:latin typeface="Open Sans Light" pitchFamily="2" charset="0"/>
                <a:ea typeface="Open Sans Light" pitchFamily="2" charset="0"/>
                <a:cs typeface="Open Sans Light" pitchFamily="2" charset="0"/>
              </a:rPr>
              <a:t> }}</a:t>
            </a:r>
          </a:p>
        </p:txBody>
      </p:sp>
    </p:spTree>
    <p:extLst>
      <p:ext uri="{BB962C8B-B14F-4D97-AF65-F5344CB8AC3E}">
        <p14:creationId xmlns:p14="http://schemas.microsoft.com/office/powerpoint/2010/main" val="5919387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0"/>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4" name="Object 3" hidden="1"/>
                      <p:cNvPicPr/>
                      <p:nvPr/>
                    </p:nvPicPr>
                    <p:blipFill>
                      <a:blip r:embed="rId32"/>
                      <a:stretch>
                        <a:fillRect/>
                      </a:stretch>
                    </p:blipFill>
                    <p:spPr>
                      <a:xfrm>
                        <a:off x="2119" y="1589"/>
                        <a:ext cx="2116" cy="1587"/>
                      </a:xfrm>
                      <a:prstGeom prst="rect">
                        <a:avLst/>
                      </a:prstGeom>
                    </p:spPr>
                  </p:pic>
                </p:oleObj>
              </mc:Fallback>
            </mc:AlternateContent>
          </a:graphicData>
        </a:graphic>
      </p:graphicFrame>
    </p:spTree>
    <p:extLst>
      <p:ext uri="{BB962C8B-B14F-4D97-AF65-F5344CB8AC3E}">
        <p14:creationId xmlns:p14="http://schemas.microsoft.com/office/powerpoint/2010/main" val="396609390"/>
      </p:ext>
    </p:extLst>
  </p:cSld>
  <p:clrMap bg1="lt1" tx1="dk1" bg2="lt2" tx2="dk2" accent1="accent1" accent2="accent2" accent3="accent3" accent4="accent4" accent5="accent5" accent6="accent6" hlink="hlink" folHlink="folHlink"/>
  <p:sldLayoutIdLst>
    <p:sldLayoutId id="2147483898" r:id="rId1"/>
    <p:sldLayoutId id="2147483903" r:id="rId2"/>
    <p:sldLayoutId id="2147483902" r:id="rId3"/>
    <p:sldLayoutId id="2147483879" r:id="rId4"/>
    <p:sldLayoutId id="2147483880" r:id="rId5"/>
    <p:sldLayoutId id="2147483895" r:id="rId6"/>
    <p:sldLayoutId id="2147483852" r:id="rId7"/>
    <p:sldLayoutId id="2147483834" r:id="rId8"/>
    <p:sldLayoutId id="2147483863" r:id="rId9"/>
    <p:sldLayoutId id="2147483865" r:id="rId10"/>
    <p:sldLayoutId id="2147483870" r:id="rId11"/>
    <p:sldLayoutId id="2147483873" r:id="rId12"/>
    <p:sldLayoutId id="2147483859" r:id="rId13"/>
    <p:sldLayoutId id="2147483862" r:id="rId14"/>
    <p:sldLayoutId id="2147483860" r:id="rId15"/>
    <p:sldLayoutId id="2147483889" r:id="rId16"/>
    <p:sldLayoutId id="2147483905" r:id="rId17"/>
    <p:sldLayoutId id="2147483868" r:id="rId18"/>
    <p:sldLayoutId id="2147483858" r:id="rId19"/>
    <p:sldLayoutId id="2147483891" r:id="rId20"/>
    <p:sldLayoutId id="2147483897" r:id="rId21"/>
    <p:sldLayoutId id="2147483875" r:id="rId22"/>
    <p:sldLayoutId id="2147483890" r:id="rId23"/>
    <p:sldLayoutId id="2147483877" r:id="rId24"/>
    <p:sldLayoutId id="2147483876" r:id="rId25"/>
    <p:sldLayoutId id="2147483872" r:id="rId26"/>
    <p:sldLayoutId id="2147483900" r:id="rId27"/>
    <p:sldLayoutId id="2147483901" r:id="rId28"/>
  </p:sldLayoutIdLst>
  <p:transition>
    <p:fade/>
  </p:transition>
  <p:hf hdr="0" ftr="0" dt="0"/>
  <p:txStyles>
    <p:titleStyle>
      <a:lvl1pPr algn="l" defTabSz="1219170" rtl="0" eaLnBrk="1" latinLnBrk="0" hangingPunct="1">
        <a:spcBef>
          <a:spcPct val="0"/>
        </a:spcBef>
        <a:buNone/>
        <a:defRPr sz="2400" b="1" i="0" kern="1200">
          <a:solidFill>
            <a:schemeClr val="tx1"/>
          </a:solidFill>
          <a:latin typeface="+mj-lt"/>
          <a:ea typeface="Open Sans Semibold" panose="020B0606030504020204" pitchFamily="34" charset="0"/>
          <a:cs typeface="Open Sans Semibold" panose="020B0606030504020204" pitchFamily="34" charset="0"/>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wmf"/><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7.wmf"/><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27.wmf"/><Relationship Id="rId4" Type="http://schemas.openxmlformats.org/officeDocument/2006/relationships/image" Target="../media/image26.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cover_slide">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t>Amazon Best Seller Data Trends</a:t>
            </a:r>
          </a:p>
        </p:txBody>
      </p:sp>
      <p:sp>
        <p:nvSpPr>
          <p:cNvPr id="3" name="Text Placeholder 2"/>
          <p:cNvSpPr>
            <a:spLocks noGrp="1"/>
          </p:cNvSpPr>
          <p:nvPr>
            <p:ph type="body" sz="quarter" idx="10"/>
          </p:nvPr>
        </p:nvSpPr>
        <p:spPr>
          <a:xfrm>
            <a:off x="364233" y="6355714"/>
            <a:ext cx="5594348" cy="298451"/>
          </a:xfrm>
        </p:spPr>
        <p:txBody>
          <a:bodyPr/>
          <a:lstStyle/>
          <a:p>
            <a:r>
              <a:rPr dirty="0"/>
              <a:t>Analyzing Product Rankings and Market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able_of_contents_slide">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Table of Contents</a:t>
            </a:r>
          </a:p>
        </p:txBody>
      </p:sp>
      <p:sp>
        <p:nvSpPr>
          <p:cNvPr id="3" name="Text Placeholder 2"/>
          <p:cNvSpPr>
            <a:spLocks noGrp="1"/>
          </p:cNvSpPr>
          <p:nvPr>
            <p:ph type="body" sz="quarter" idx="21"/>
          </p:nvPr>
        </p:nvSpPr>
        <p:spPr/>
        <p:txBody>
          <a:bodyPr/>
          <a:lstStyle/>
          <a:p>
            <a:r>
              <a:rPr dirty="0"/>
              <a:t>Introduction to Best Seller Data</a:t>
            </a:r>
          </a:p>
          <a:p>
            <a:r>
              <a:rPr dirty="0"/>
              <a:t>Sources and Data Types</a:t>
            </a:r>
          </a:p>
          <a:p>
            <a:r>
              <a:rPr dirty="0"/>
              <a:t>Key Metrics and Indicators</a:t>
            </a:r>
          </a:p>
          <a:p>
            <a:r>
              <a:rPr dirty="0"/>
              <a:t>Analysis Techniques</a:t>
            </a:r>
          </a:p>
          <a:p>
            <a:r>
              <a:rPr dirty="0"/>
              <a:t>Business Use Cases</a:t>
            </a:r>
          </a:p>
          <a:p>
            <a:r>
              <a:rPr dirty="0"/>
              <a:t>Consideration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6.1: Content &amp; Intro">
    <p:spTree>
      <p:nvGrpSpPr>
        <p:cNvPr id="1" name=""/>
        <p:cNvGrpSpPr/>
        <p:nvPr/>
      </p:nvGrpSpPr>
      <p:grpSpPr>
        <a:xfrm>
          <a:off x="0" y="0"/>
          <a:ext cx="0" cy="0"/>
          <a:chOff x="0" y="0"/>
          <a:chExt cx="0" cy="0"/>
        </a:xfrm>
      </p:grpSpPr>
      <p:pic>
        <p:nvPicPr>
          <p:cNvPr id="8" name="Picture 7" descr="image.png"/>
          <p:cNvPicPr>
            <a:picLocks noChangeAspect="1"/>
          </p:cNvPicPr>
          <p:nvPr/>
        </p:nvPicPr>
        <p:blipFill>
          <a:blip r:embed="rId3"/>
          <a:stretch>
            <a:fillRect/>
          </a:stretch>
        </p:blipFill>
        <p:spPr>
          <a:xfrm>
            <a:off x="6718300" y="0"/>
            <a:ext cx="5475668" cy="6858000"/>
          </a:xfrm>
          <a:prstGeom prst="rect">
            <a:avLst/>
          </a:prstGeom>
        </p:spPr>
      </p:pic>
      <p:sp>
        <p:nvSpPr>
          <p:cNvPr id="5" name="Text Placeholder 4"/>
          <p:cNvSpPr>
            <a:spLocks noGrp="1"/>
          </p:cNvSpPr>
          <p:nvPr>
            <p:ph type="body" sz="quarter" idx="13"/>
          </p:nvPr>
        </p:nvSpPr>
        <p:spPr>
          <a:xfrm>
            <a:off x="535832" y="1082401"/>
            <a:ext cx="5929151" cy="580114"/>
          </a:xfrm>
        </p:spPr>
        <p:txBody>
          <a:bodyPr/>
          <a:lstStyle/>
          <a:p>
            <a:r>
              <a:rPr dirty="0"/>
              <a:t>Understanding Amazon Best Seller Data</a:t>
            </a:r>
          </a:p>
        </p:txBody>
      </p:sp>
      <p:sp>
        <p:nvSpPr>
          <p:cNvPr id="6" name="Title 5"/>
          <p:cNvSpPr>
            <a:spLocks noGrp="1"/>
          </p:cNvSpPr>
          <p:nvPr>
            <p:ph type="title"/>
          </p:nvPr>
        </p:nvSpPr>
        <p:spPr/>
        <p:txBody>
          <a:bodyPr/>
          <a:lstStyle/>
          <a:p>
            <a:r>
              <a:rPr dirty="0"/>
              <a:t>Importance of Best Seller Lists</a:t>
            </a:r>
          </a:p>
        </p:txBody>
      </p:sp>
      <p:sp>
        <p:nvSpPr>
          <p:cNvPr id="7" name="Text Placeholder 6"/>
          <p:cNvSpPr>
            <a:spLocks noGrp="1"/>
          </p:cNvSpPr>
          <p:nvPr>
            <p:ph type="body" sz="quarter" idx="33"/>
          </p:nvPr>
        </p:nvSpPr>
        <p:spPr>
          <a:xfrm>
            <a:off x="435073" y="1335604"/>
            <a:ext cx="5929151" cy="950903"/>
          </a:xfrm>
        </p:spPr>
        <p:txBody>
          <a:bodyPr>
            <a:normAutofit lnSpcReduction="10000"/>
          </a:bodyPr>
          <a:lstStyle/>
          <a:p>
            <a:r>
              <a:rPr sz="900" dirty="0"/>
              <a:t>Amazon updates its best seller </a:t>
            </a:r>
            <a:r>
              <a:rPr lang="en-US" sz="900" dirty="0"/>
              <a:t>publications </a:t>
            </a:r>
            <a:r>
              <a:rPr sz="900" dirty="0"/>
              <a:t>rankings </a:t>
            </a:r>
            <a:r>
              <a:rPr lang="en-US" sz="900" dirty="0"/>
              <a:t>yearly</a:t>
            </a:r>
            <a:r>
              <a:rPr sz="900" dirty="0"/>
              <a:t>, providing real-time visibility into the most popular </a:t>
            </a:r>
            <a:r>
              <a:rPr lang="en-US" sz="900" dirty="0"/>
              <a:t>publications</a:t>
            </a:r>
            <a:r>
              <a:rPr sz="900" dirty="0"/>
              <a:t> in each </a:t>
            </a:r>
            <a:r>
              <a:rPr lang="en-US" sz="900" dirty="0"/>
              <a:t>genre</a:t>
            </a:r>
            <a:r>
              <a:rPr sz="900" dirty="0"/>
              <a:t>. This data helps </a:t>
            </a:r>
            <a:r>
              <a:rPr lang="en-US" sz="900" dirty="0"/>
              <a:t>authors</a:t>
            </a:r>
            <a:r>
              <a:rPr sz="900" dirty="0"/>
              <a:t> and </a:t>
            </a:r>
            <a:r>
              <a:rPr lang="en-US" sz="900" dirty="0"/>
              <a:t>publications</a:t>
            </a:r>
            <a:r>
              <a:rPr sz="900" dirty="0"/>
              <a:t> track shifting market demand, identify trending items, and benchmark category leaders. Analysts </a:t>
            </a:r>
            <a:r>
              <a:rPr lang="en-US" sz="900" dirty="0"/>
              <a:t>reviews </a:t>
            </a:r>
            <a:r>
              <a:rPr sz="900" dirty="0"/>
              <a:t>on best seller data to understand consumer preferences and forecast retail performance.</a:t>
            </a:r>
          </a:p>
        </p:txBody>
      </p:sp>
      <p:graphicFrame>
        <p:nvGraphicFramePr>
          <p:cNvPr id="11" name="Table 10">
            <a:extLst>
              <a:ext uri="{FF2B5EF4-FFF2-40B4-BE49-F238E27FC236}">
                <a16:creationId xmlns:a16="http://schemas.microsoft.com/office/drawing/2014/main" id="{1E3B77F6-7C97-0298-2396-F071E3F30832}"/>
              </a:ext>
            </a:extLst>
          </p:cNvPr>
          <p:cNvGraphicFramePr>
            <a:graphicFrameLocks noGrp="1"/>
          </p:cNvGraphicFramePr>
          <p:nvPr>
            <p:extLst>
              <p:ext uri="{D42A27DB-BD31-4B8C-83A1-F6EECF244321}">
                <p14:modId xmlns:p14="http://schemas.microsoft.com/office/powerpoint/2010/main" val="516276234"/>
              </p:ext>
            </p:extLst>
          </p:nvPr>
        </p:nvGraphicFramePr>
        <p:xfrm>
          <a:off x="529956" y="2461873"/>
          <a:ext cx="5834267" cy="4046327"/>
        </p:xfrm>
        <a:graphic>
          <a:graphicData uri="http://schemas.openxmlformats.org/drawingml/2006/table">
            <a:tbl>
              <a:tblPr firstRow="1">
                <a:tableStyleId>{16D9F66E-5EB9-4882-86FB-DCBF35E3C3E4}</a:tableStyleId>
              </a:tblPr>
              <a:tblGrid>
                <a:gridCol w="1484128">
                  <a:extLst>
                    <a:ext uri="{9D8B030D-6E8A-4147-A177-3AD203B41FA5}">
                      <a16:colId xmlns:a16="http://schemas.microsoft.com/office/drawing/2014/main" val="937785761"/>
                    </a:ext>
                  </a:extLst>
                </a:gridCol>
                <a:gridCol w="836565">
                  <a:extLst>
                    <a:ext uri="{9D8B030D-6E8A-4147-A177-3AD203B41FA5}">
                      <a16:colId xmlns:a16="http://schemas.microsoft.com/office/drawing/2014/main" val="3968253964"/>
                    </a:ext>
                  </a:extLst>
                </a:gridCol>
                <a:gridCol w="771499">
                  <a:extLst>
                    <a:ext uri="{9D8B030D-6E8A-4147-A177-3AD203B41FA5}">
                      <a16:colId xmlns:a16="http://schemas.microsoft.com/office/drawing/2014/main" val="999585671"/>
                    </a:ext>
                  </a:extLst>
                </a:gridCol>
                <a:gridCol w="799385">
                  <a:extLst>
                    <a:ext uri="{9D8B030D-6E8A-4147-A177-3AD203B41FA5}">
                      <a16:colId xmlns:a16="http://schemas.microsoft.com/office/drawing/2014/main" val="4206937741"/>
                    </a:ext>
                  </a:extLst>
                </a:gridCol>
                <a:gridCol w="706433">
                  <a:extLst>
                    <a:ext uri="{9D8B030D-6E8A-4147-A177-3AD203B41FA5}">
                      <a16:colId xmlns:a16="http://schemas.microsoft.com/office/drawing/2014/main" val="1218647545"/>
                    </a:ext>
                  </a:extLst>
                </a:gridCol>
                <a:gridCol w="641367">
                  <a:extLst>
                    <a:ext uri="{9D8B030D-6E8A-4147-A177-3AD203B41FA5}">
                      <a16:colId xmlns:a16="http://schemas.microsoft.com/office/drawing/2014/main" val="3028441763"/>
                    </a:ext>
                  </a:extLst>
                </a:gridCol>
                <a:gridCol w="594890">
                  <a:extLst>
                    <a:ext uri="{9D8B030D-6E8A-4147-A177-3AD203B41FA5}">
                      <a16:colId xmlns:a16="http://schemas.microsoft.com/office/drawing/2014/main" val="300870657"/>
                    </a:ext>
                  </a:extLst>
                </a:gridCol>
              </a:tblGrid>
              <a:tr h="528215">
                <a:tc>
                  <a:txBody>
                    <a:bodyPr/>
                    <a:lstStyle/>
                    <a:p>
                      <a:pPr algn="ctr" fontAlgn="b">
                        <a:buNone/>
                      </a:pPr>
                      <a:r>
                        <a:rPr lang="en-US" sz="1100" b="0" u="none" strike="noStrike" dirty="0">
                          <a:solidFill>
                            <a:srgbClr val="000000"/>
                          </a:solidFill>
                          <a:effectLst/>
                        </a:rPr>
                        <a:t>Name</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Author</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User Rating</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Reviews</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Price</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Year</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Genre</a:t>
                      </a:r>
                      <a:endParaRPr lang="en-US"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739937295"/>
                  </a:ext>
                </a:extLst>
              </a:tr>
              <a:tr h="610898">
                <a:tc>
                  <a:txBody>
                    <a:bodyPr/>
                    <a:lstStyle/>
                    <a:p>
                      <a:pPr algn="ctr" fontAlgn="b">
                        <a:buNone/>
                      </a:pPr>
                      <a:r>
                        <a:rPr lang="en-US" sz="1100" b="0" u="none" strike="noStrike" dirty="0">
                          <a:solidFill>
                            <a:srgbClr val="000000"/>
                          </a:solidFill>
                          <a:effectLst/>
                        </a:rPr>
                        <a:t>10-Day Green Smoothie Cleanse</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JJ Smith</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a:solidFill>
                            <a:srgbClr val="000000"/>
                          </a:solidFill>
                          <a:effectLst/>
                        </a:rPr>
                        <a:t>4.7</a:t>
                      </a:r>
                      <a:endParaRPr lang="en-U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17350</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8</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2016</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a:solidFill>
                            <a:srgbClr val="000000"/>
                          </a:solidFill>
                          <a:effectLst/>
                        </a:rPr>
                        <a:t>Non Fiction</a:t>
                      </a:r>
                      <a:endParaRPr lang="en-U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210990206"/>
                  </a:ext>
                </a:extLst>
              </a:tr>
              <a:tr h="486143">
                <a:tc>
                  <a:txBody>
                    <a:bodyPr/>
                    <a:lstStyle/>
                    <a:p>
                      <a:pPr algn="ctr" fontAlgn="b">
                        <a:buNone/>
                      </a:pPr>
                      <a:r>
                        <a:rPr lang="en-US" sz="1100" b="0" u="none" strike="noStrike">
                          <a:solidFill>
                            <a:srgbClr val="000000"/>
                          </a:solidFill>
                          <a:effectLst/>
                        </a:rPr>
                        <a:t>11/22/63: A Novel</a:t>
                      </a:r>
                      <a:endParaRPr lang="en-U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Stephen King</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4.6</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a:solidFill>
                            <a:srgbClr val="000000"/>
                          </a:solidFill>
                          <a:effectLst/>
                        </a:rPr>
                        <a:t>2052</a:t>
                      </a:r>
                      <a:endParaRPr lang="en-U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22</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2011</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a:solidFill>
                            <a:srgbClr val="000000"/>
                          </a:solidFill>
                          <a:effectLst/>
                        </a:rPr>
                        <a:t>Fiction</a:t>
                      </a:r>
                      <a:endParaRPr lang="en-U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74167628"/>
                  </a:ext>
                </a:extLst>
              </a:tr>
              <a:tr h="658368">
                <a:tc>
                  <a:txBody>
                    <a:bodyPr/>
                    <a:lstStyle/>
                    <a:p>
                      <a:pPr algn="ctr" fontAlgn="b">
                        <a:buNone/>
                      </a:pPr>
                      <a:r>
                        <a:rPr lang="en-US" sz="1100" b="0" u="none" strike="noStrike">
                          <a:solidFill>
                            <a:srgbClr val="000000"/>
                          </a:solidFill>
                          <a:effectLst/>
                        </a:rPr>
                        <a:t>12 Rules for Life: An Antidote to Chaos</a:t>
                      </a:r>
                      <a:endParaRPr lang="en-U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Jordan B. Peterson</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4.7</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18979</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15</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2018</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a:solidFill>
                            <a:srgbClr val="000000"/>
                          </a:solidFill>
                          <a:effectLst/>
                        </a:rPr>
                        <a:t>Non Fiction</a:t>
                      </a:r>
                      <a:endParaRPr lang="en-U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931261126"/>
                  </a:ext>
                </a:extLst>
              </a:tr>
              <a:tr h="557784">
                <a:tc>
                  <a:txBody>
                    <a:bodyPr/>
                    <a:lstStyle/>
                    <a:p>
                      <a:pPr algn="ctr" fontAlgn="b">
                        <a:buNone/>
                      </a:pPr>
                      <a:r>
                        <a:rPr lang="en-US" sz="1100" b="0" u="none" strike="noStrike">
                          <a:solidFill>
                            <a:srgbClr val="000000"/>
                          </a:solidFill>
                          <a:effectLst/>
                        </a:rPr>
                        <a:t>1984 (Signet Classics)</a:t>
                      </a:r>
                      <a:endParaRPr lang="en-U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George Orwell</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4.7</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21424</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6</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2017</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a:solidFill>
                            <a:srgbClr val="000000"/>
                          </a:solidFill>
                          <a:effectLst/>
                        </a:rPr>
                        <a:t>Fiction</a:t>
                      </a:r>
                      <a:endParaRPr lang="en-U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745408039"/>
                  </a:ext>
                </a:extLst>
              </a:tr>
              <a:tr h="1204919">
                <a:tc>
                  <a:txBody>
                    <a:bodyPr/>
                    <a:lstStyle/>
                    <a:p>
                      <a:pPr algn="ctr" fontAlgn="b">
                        <a:buNone/>
                      </a:pPr>
                      <a:r>
                        <a:rPr lang="en-US" sz="1100" b="0" u="none" strike="noStrike" dirty="0">
                          <a:solidFill>
                            <a:srgbClr val="000000"/>
                          </a:solidFill>
                          <a:effectLst/>
                        </a:rPr>
                        <a:t>5,000 Awesome Facts (About Everything!) (National Geographic Kids)</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National Geographic Kids</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a:solidFill>
                            <a:srgbClr val="000000"/>
                          </a:solidFill>
                          <a:effectLst/>
                        </a:rPr>
                        <a:t>4.8</a:t>
                      </a:r>
                      <a:endParaRPr lang="en-U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7665</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12</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2019</a:t>
                      </a:r>
                      <a:endParaRPr lang="en-US" sz="11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n-US" sz="1100" b="0" u="none" strike="noStrike" dirty="0">
                          <a:solidFill>
                            <a:srgbClr val="000000"/>
                          </a:solidFill>
                          <a:effectLst/>
                        </a:rPr>
                        <a:t>Non Fiction</a:t>
                      </a:r>
                      <a:endParaRPr lang="en-US"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05355573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F722D1E9-3B90-77DB-707D-241B2D440A7D}"/>
              </a:ext>
            </a:extLst>
          </p:cNvPr>
          <p:cNvSpPr/>
          <p:nvPr/>
        </p:nvSpPr>
        <p:spPr bwMode="gray">
          <a:xfrm>
            <a:off x="-468227" y="2136403"/>
            <a:ext cx="5440680" cy="402334"/>
          </a:xfrm>
          <a:prstGeom prst="round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7" name="Title 2">
            <a:extLst>
              <a:ext uri="{FF2B5EF4-FFF2-40B4-BE49-F238E27FC236}">
                <a16:creationId xmlns:a16="http://schemas.microsoft.com/office/drawing/2014/main" id="{0B1584D1-EB74-DAA3-3113-DF53324D0328}"/>
              </a:ext>
            </a:extLst>
          </p:cNvPr>
          <p:cNvSpPr>
            <a:spLocks noGrp="1"/>
          </p:cNvSpPr>
          <p:nvPr>
            <p:ph type="title"/>
          </p:nvPr>
        </p:nvSpPr>
        <p:spPr>
          <a:xfrm>
            <a:off x="551687" y="576196"/>
            <a:ext cx="11390734" cy="365760"/>
          </a:xfrm>
        </p:spPr>
        <p:txBody>
          <a:bodyPr/>
          <a:lstStyle/>
          <a:p>
            <a:pPr algn="ctr"/>
            <a:r>
              <a:rPr dirty="0"/>
              <a:t>Amazon Best Seller Data </a:t>
            </a:r>
            <a:r>
              <a:rPr lang="en-US" dirty="0"/>
              <a:t>Author review</a:t>
            </a:r>
            <a:r>
              <a:rPr dirty="0"/>
              <a:t> Overview</a:t>
            </a:r>
          </a:p>
        </p:txBody>
      </p:sp>
      <p:sp>
        <p:nvSpPr>
          <p:cNvPr id="8" name="Text Placeholder 16">
            <a:extLst>
              <a:ext uri="{FF2B5EF4-FFF2-40B4-BE49-F238E27FC236}">
                <a16:creationId xmlns:a16="http://schemas.microsoft.com/office/drawing/2014/main" id="{0704AF77-4165-BE6F-8379-0260D5CB4FB5}"/>
              </a:ext>
            </a:extLst>
          </p:cNvPr>
          <p:cNvSpPr txBox="1">
            <a:spLocks/>
          </p:cNvSpPr>
          <p:nvPr/>
        </p:nvSpPr>
        <p:spPr>
          <a:xfrm>
            <a:off x="485437" y="1060802"/>
            <a:ext cx="11390734" cy="22850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dirty="0"/>
              <a:t>Segmented best seller data provides actionable insights for </a:t>
            </a:r>
            <a:r>
              <a:rPr lang="en-US" dirty="0">
                <a:solidFill>
                  <a:srgbClr val="000000"/>
                </a:solidFill>
              </a:rPr>
              <a:t>Author</a:t>
            </a:r>
            <a:r>
              <a:rPr lang="en-US" dirty="0"/>
              <a:t>, price, and genre.</a:t>
            </a:r>
          </a:p>
        </p:txBody>
      </p:sp>
      <p:pic>
        <p:nvPicPr>
          <p:cNvPr id="9" name="Picture 8" descr="image.wmf">
            <a:extLst>
              <a:ext uri="{FF2B5EF4-FFF2-40B4-BE49-F238E27FC236}">
                <a16:creationId xmlns:a16="http://schemas.microsoft.com/office/drawing/2014/main" id="{530EEF51-3776-AA84-B21C-2CB90083227D}"/>
              </a:ext>
            </a:extLst>
          </p:cNvPr>
          <p:cNvPicPr>
            <a:picLocks noChangeAspect="1"/>
          </p:cNvPicPr>
          <p:nvPr/>
        </p:nvPicPr>
        <p:blipFill>
          <a:blip r:embed="rId2"/>
          <a:stretch>
            <a:fillRect/>
          </a:stretch>
        </p:blipFill>
        <p:spPr>
          <a:xfrm>
            <a:off x="5707240" y="1727380"/>
            <a:ext cx="949648" cy="950439"/>
          </a:xfrm>
          <a:prstGeom prst="rect">
            <a:avLst/>
          </a:prstGeom>
        </p:spPr>
      </p:pic>
      <p:sp>
        <p:nvSpPr>
          <p:cNvPr id="11" name="Text Placeholder 1">
            <a:extLst>
              <a:ext uri="{FF2B5EF4-FFF2-40B4-BE49-F238E27FC236}">
                <a16:creationId xmlns:a16="http://schemas.microsoft.com/office/drawing/2014/main" id="{1E765557-D216-929F-67BF-E77466C12C29}"/>
              </a:ext>
            </a:extLst>
          </p:cNvPr>
          <p:cNvSpPr txBox="1">
            <a:spLocks/>
          </p:cNvSpPr>
          <p:nvPr/>
        </p:nvSpPr>
        <p:spPr>
          <a:xfrm>
            <a:off x="836696" y="2136403"/>
            <a:ext cx="4265656" cy="402334"/>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Amazon best seller rankings highlight for top 10 Authors with most reviews and top ratings in all over the years on the data </a:t>
            </a:r>
          </a:p>
        </p:txBody>
      </p:sp>
      <p:sp>
        <p:nvSpPr>
          <p:cNvPr id="12" name="Text Placeholder 16">
            <a:extLst>
              <a:ext uri="{FF2B5EF4-FFF2-40B4-BE49-F238E27FC236}">
                <a16:creationId xmlns:a16="http://schemas.microsoft.com/office/drawing/2014/main" id="{E08E285E-0165-3687-2EA3-9594A60ACF57}"/>
              </a:ext>
            </a:extLst>
          </p:cNvPr>
          <p:cNvSpPr txBox="1">
            <a:spLocks/>
          </p:cNvSpPr>
          <p:nvPr/>
        </p:nvSpPr>
        <p:spPr>
          <a:xfrm>
            <a:off x="673748" y="1812275"/>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chemeClr val="accent1"/>
                </a:solidFill>
              </a:rPr>
              <a:t>1. Top reviewed Author in top and ratings and reviews </a:t>
            </a:r>
          </a:p>
        </p:txBody>
      </p:sp>
      <p:sp>
        <p:nvSpPr>
          <p:cNvPr id="17" name="Rectangle: Rounded Corners 16">
            <a:extLst>
              <a:ext uri="{FF2B5EF4-FFF2-40B4-BE49-F238E27FC236}">
                <a16:creationId xmlns:a16="http://schemas.microsoft.com/office/drawing/2014/main" id="{3E24857A-6670-BD97-A682-6D48E2B574F3}"/>
              </a:ext>
            </a:extLst>
          </p:cNvPr>
          <p:cNvSpPr/>
          <p:nvPr/>
        </p:nvSpPr>
        <p:spPr bwMode="gray">
          <a:xfrm>
            <a:off x="7520045" y="2128546"/>
            <a:ext cx="4946073" cy="402334"/>
          </a:xfrm>
          <a:prstGeom prst="round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18" name="Text Placeholder 1">
            <a:extLst>
              <a:ext uri="{FF2B5EF4-FFF2-40B4-BE49-F238E27FC236}">
                <a16:creationId xmlns:a16="http://schemas.microsoft.com/office/drawing/2014/main" id="{F5304216-06A5-9A0B-7E46-71AB91EB383C}"/>
              </a:ext>
            </a:extLst>
          </p:cNvPr>
          <p:cNvSpPr txBox="1">
            <a:spLocks/>
          </p:cNvSpPr>
          <p:nvPr/>
        </p:nvSpPr>
        <p:spPr>
          <a:xfrm>
            <a:off x="7710404" y="2128546"/>
            <a:ext cx="4265656" cy="402334"/>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Amazon best seller rankings highlight for top 10 Authors with most reviews and top ratings in every years on the data </a:t>
            </a:r>
          </a:p>
        </p:txBody>
      </p:sp>
      <p:sp>
        <p:nvSpPr>
          <p:cNvPr id="19" name="Text Placeholder 16">
            <a:extLst>
              <a:ext uri="{FF2B5EF4-FFF2-40B4-BE49-F238E27FC236}">
                <a16:creationId xmlns:a16="http://schemas.microsoft.com/office/drawing/2014/main" id="{5230D55C-D4AC-9A95-ACE8-7CD742E6EE8D}"/>
              </a:ext>
            </a:extLst>
          </p:cNvPr>
          <p:cNvSpPr txBox="1">
            <a:spLocks/>
          </p:cNvSpPr>
          <p:nvPr/>
        </p:nvSpPr>
        <p:spPr>
          <a:xfrm>
            <a:off x="7443759" y="1804418"/>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chemeClr val="accent1"/>
                </a:solidFill>
              </a:rPr>
              <a:t>1. Top reviewed Author in top reviews every year</a:t>
            </a:r>
          </a:p>
        </p:txBody>
      </p:sp>
      <p:sp>
        <p:nvSpPr>
          <p:cNvPr id="21" name="Rectangle 20">
            <a:extLst>
              <a:ext uri="{FF2B5EF4-FFF2-40B4-BE49-F238E27FC236}">
                <a16:creationId xmlns:a16="http://schemas.microsoft.com/office/drawing/2014/main" id="{04C4A2A5-1534-A1FF-B446-7D0F24F96A99}"/>
              </a:ext>
            </a:extLst>
          </p:cNvPr>
          <p:cNvSpPr/>
          <p:nvPr/>
        </p:nvSpPr>
        <p:spPr bwMode="gray">
          <a:xfrm>
            <a:off x="6073220" y="2595887"/>
            <a:ext cx="142259" cy="4974426"/>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25" name="Picture 24">
            <a:extLst>
              <a:ext uri="{FF2B5EF4-FFF2-40B4-BE49-F238E27FC236}">
                <a16:creationId xmlns:a16="http://schemas.microsoft.com/office/drawing/2014/main" id="{D65EAFF5-9215-E7E2-0865-1801AA0BA07F}"/>
              </a:ext>
            </a:extLst>
          </p:cNvPr>
          <p:cNvPicPr>
            <a:picLocks noChangeAspect="1"/>
          </p:cNvPicPr>
          <p:nvPr/>
        </p:nvPicPr>
        <p:blipFill>
          <a:blip r:embed="rId3"/>
          <a:stretch>
            <a:fillRect/>
          </a:stretch>
        </p:blipFill>
        <p:spPr>
          <a:xfrm>
            <a:off x="6695376" y="2943593"/>
            <a:ext cx="5280684" cy="3417797"/>
          </a:xfrm>
          <a:prstGeom prst="rect">
            <a:avLst/>
          </a:prstGeom>
        </p:spPr>
      </p:pic>
      <p:pic>
        <p:nvPicPr>
          <p:cNvPr id="27" name="Picture 26">
            <a:extLst>
              <a:ext uri="{FF2B5EF4-FFF2-40B4-BE49-F238E27FC236}">
                <a16:creationId xmlns:a16="http://schemas.microsoft.com/office/drawing/2014/main" id="{9C126A04-B5A2-2770-9EAC-F98473A5ACFD}"/>
              </a:ext>
            </a:extLst>
          </p:cNvPr>
          <p:cNvPicPr>
            <a:picLocks noChangeAspect="1"/>
          </p:cNvPicPr>
          <p:nvPr/>
        </p:nvPicPr>
        <p:blipFill>
          <a:blip r:embed="rId4"/>
          <a:stretch>
            <a:fillRect/>
          </a:stretch>
        </p:blipFill>
        <p:spPr>
          <a:xfrm>
            <a:off x="290104" y="2943593"/>
            <a:ext cx="5303219" cy="3417797"/>
          </a:xfrm>
          <a:prstGeom prst="rect">
            <a:avLst/>
          </a:prstGeom>
        </p:spPr>
      </p:pic>
    </p:spTree>
    <p:extLst>
      <p:ext uri="{BB962C8B-B14F-4D97-AF65-F5344CB8AC3E}">
        <p14:creationId xmlns:p14="http://schemas.microsoft.com/office/powerpoint/2010/main" val="359546121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FFB04-0917-12DC-BDA2-10DE67A67415}"/>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2187BBEF-3D7E-29CF-EB01-A4F0045D3A15}"/>
              </a:ext>
            </a:extLst>
          </p:cNvPr>
          <p:cNvSpPr/>
          <p:nvPr/>
        </p:nvSpPr>
        <p:spPr bwMode="gray">
          <a:xfrm>
            <a:off x="-468227" y="2136403"/>
            <a:ext cx="5440680" cy="402334"/>
          </a:xfrm>
          <a:prstGeom prst="roundRect">
            <a:avLst/>
          </a:prstGeom>
          <a:solidFill>
            <a:schemeClr val="accent4">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7" name="Title 2">
            <a:extLst>
              <a:ext uri="{FF2B5EF4-FFF2-40B4-BE49-F238E27FC236}">
                <a16:creationId xmlns:a16="http://schemas.microsoft.com/office/drawing/2014/main" id="{5CBF0AE2-1C8D-0375-77A3-DFD4A3B7EE7B}"/>
              </a:ext>
            </a:extLst>
          </p:cNvPr>
          <p:cNvSpPr>
            <a:spLocks noGrp="1"/>
          </p:cNvSpPr>
          <p:nvPr>
            <p:ph type="title"/>
          </p:nvPr>
        </p:nvSpPr>
        <p:spPr>
          <a:xfrm>
            <a:off x="551687" y="576196"/>
            <a:ext cx="11390734" cy="365760"/>
          </a:xfrm>
        </p:spPr>
        <p:txBody>
          <a:bodyPr/>
          <a:lstStyle/>
          <a:p>
            <a:pPr algn="ctr"/>
            <a:r>
              <a:rPr dirty="0"/>
              <a:t>Amazon Best Seller Data </a:t>
            </a:r>
            <a:r>
              <a:rPr lang="en-US" dirty="0"/>
              <a:t>authors</a:t>
            </a:r>
            <a:r>
              <a:rPr lang="en-US" dirty="0">
                <a:solidFill>
                  <a:schemeClr val="accent4">
                    <a:lumMod val="75000"/>
                  </a:schemeClr>
                </a:solidFill>
              </a:rPr>
              <a:t> </a:t>
            </a:r>
            <a:r>
              <a:rPr dirty="0"/>
              <a:t>Overview</a:t>
            </a:r>
          </a:p>
        </p:txBody>
      </p:sp>
      <p:sp>
        <p:nvSpPr>
          <p:cNvPr id="8" name="Text Placeholder 16">
            <a:extLst>
              <a:ext uri="{FF2B5EF4-FFF2-40B4-BE49-F238E27FC236}">
                <a16:creationId xmlns:a16="http://schemas.microsoft.com/office/drawing/2014/main" id="{75275E55-2092-35B5-457D-27E701B158F6}"/>
              </a:ext>
            </a:extLst>
          </p:cNvPr>
          <p:cNvSpPr txBox="1">
            <a:spLocks/>
          </p:cNvSpPr>
          <p:nvPr/>
        </p:nvSpPr>
        <p:spPr>
          <a:xfrm>
            <a:off x="485437" y="1060802"/>
            <a:ext cx="11390734" cy="22850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dirty="0"/>
              <a:t>Segmented best seller data provides actionable insights for </a:t>
            </a:r>
            <a:r>
              <a:rPr lang="en-US" dirty="0">
                <a:solidFill>
                  <a:srgbClr val="000000"/>
                </a:solidFill>
              </a:rPr>
              <a:t>Author</a:t>
            </a:r>
            <a:r>
              <a:rPr lang="en-US" dirty="0"/>
              <a:t>, price, and genre.</a:t>
            </a:r>
          </a:p>
        </p:txBody>
      </p:sp>
      <p:sp>
        <p:nvSpPr>
          <p:cNvPr id="11" name="Text Placeholder 1">
            <a:extLst>
              <a:ext uri="{FF2B5EF4-FFF2-40B4-BE49-F238E27FC236}">
                <a16:creationId xmlns:a16="http://schemas.microsoft.com/office/drawing/2014/main" id="{637925E2-CC17-48C6-B4BB-71EE073A694E}"/>
              </a:ext>
            </a:extLst>
          </p:cNvPr>
          <p:cNvSpPr txBox="1">
            <a:spLocks/>
          </p:cNvSpPr>
          <p:nvPr/>
        </p:nvSpPr>
        <p:spPr>
          <a:xfrm>
            <a:off x="836696" y="2136403"/>
            <a:ext cx="4265656" cy="402334"/>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Amazon best seller rankings highlight for top 10 revenue generated Authors in $ for all over the years on the data </a:t>
            </a:r>
          </a:p>
        </p:txBody>
      </p:sp>
      <p:sp>
        <p:nvSpPr>
          <p:cNvPr id="12" name="Text Placeholder 16">
            <a:extLst>
              <a:ext uri="{FF2B5EF4-FFF2-40B4-BE49-F238E27FC236}">
                <a16:creationId xmlns:a16="http://schemas.microsoft.com/office/drawing/2014/main" id="{7B5A2D80-B2B3-D6CF-546E-C9CE3ACA289F}"/>
              </a:ext>
            </a:extLst>
          </p:cNvPr>
          <p:cNvSpPr txBox="1">
            <a:spLocks/>
          </p:cNvSpPr>
          <p:nvPr/>
        </p:nvSpPr>
        <p:spPr>
          <a:xfrm>
            <a:off x="673748" y="1812275"/>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chemeClr val="accent4">
                    <a:lumMod val="75000"/>
                  </a:schemeClr>
                </a:solidFill>
              </a:rPr>
              <a:t>2. Top revenue generated authors</a:t>
            </a:r>
          </a:p>
        </p:txBody>
      </p:sp>
      <p:sp>
        <p:nvSpPr>
          <p:cNvPr id="17" name="Rectangle: Rounded Corners 16">
            <a:extLst>
              <a:ext uri="{FF2B5EF4-FFF2-40B4-BE49-F238E27FC236}">
                <a16:creationId xmlns:a16="http://schemas.microsoft.com/office/drawing/2014/main" id="{56E30BCE-128F-92CA-CE21-F44ACF3D0649}"/>
              </a:ext>
            </a:extLst>
          </p:cNvPr>
          <p:cNvSpPr/>
          <p:nvPr/>
        </p:nvSpPr>
        <p:spPr bwMode="gray">
          <a:xfrm>
            <a:off x="7520045" y="2128546"/>
            <a:ext cx="4946073" cy="402334"/>
          </a:xfrm>
          <a:prstGeom prst="roundRect">
            <a:avLst/>
          </a:prstGeom>
          <a:solidFill>
            <a:schemeClr val="accent4">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18" name="Text Placeholder 1">
            <a:extLst>
              <a:ext uri="{FF2B5EF4-FFF2-40B4-BE49-F238E27FC236}">
                <a16:creationId xmlns:a16="http://schemas.microsoft.com/office/drawing/2014/main" id="{4E326497-BF40-A857-87AE-39E9ADD56DD8}"/>
              </a:ext>
            </a:extLst>
          </p:cNvPr>
          <p:cNvSpPr txBox="1">
            <a:spLocks/>
          </p:cNvSpPr>
          <p:nvPr/>
        </p:nvSpPr>
        <p:spPr>
          <a:xfrm>
            <a:off x="7710404" y="2128546"/>
            <a:ext cx="4265656" cy="402334"/>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Amazon best seller rankings highlight for top 10 revenue generated Authors in $ for every years on the data </a:t>
            </a:r>
          </a:p>
        </p:txBody>
      </p:sp>
      <p:sp>
        <p:nvSpPr>
          <p:cNvPr id="19" name="Text Placeholder 16">
            <a:extLst>
              <a:ext uri="{FF2B5EF4-FFF2-40B4-BE49-F238E27FC236}">
                <a16:creationId xmlns:a16="http://schemas.microsoft.com/office/drawing/2014/main" id="{A0D200F2-83D1-C23E-A378-5C3E72754BA3}"/>
              </a:ext>
            </a:extLst>
          </p:cNvPr>
          <p:cNvSpPr txBox="1">
            <a:spLocks/>
          </p:cNvSpPr>
          <p:nvPr/>
        </p:nvSpPr>
        <p:spPr>
          <a:xfrm>
            <a:off x="7443759" y="1804418"/>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chemeClr val="accent4">
                    <a:lumMod val="75000"/>
                  </a:schemeClr>
                </a:solidFill>
              </a:rPr>
              <a:t>3. Top revenue generated authors for every years</a:t>
            </a:r>
          </a:p>
        </p:txBody>
      </p:sp>
      <p:sp>
        <p:nvSpPr>
          <p:cNvPr id="21" name="Rectangle 20">
            <a:extLst>
              <a:ext uri="{FF2B5EF4-FFF2-40B4-BE49-F238E27FC236}">
                <a16:creationId xmlns:a16="http://schemas.microsoft.com/office/drawing/2014/main" id="{F7C0CD40-469F-02CE-3A36-8BC30E60A1B4}"/>
              </a:ext>
            </a:extLst>
          </p:cNvPr>
          <p:cNvSpPr/>
          <p:nvPr/>
        </p:nvSpPr>
        <p:spPr bwMode="gray">
          <a:xfrm>
            <a:off x="6073220" y="2595887"/>
            <a:ext cx="142259" cy="4974426"/>
          </a:xfrm>
          <a:prstGeom prst="rect">
            <a:avLst/>
          </a:prstGeom>
          <a:solidFill>
            <a:schemeClr val="accent4">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 </a:t>
            </a:r>
          </a:p>
        </p:txBody>
      </p:sp>
      <p:pic>
        <p:nvPicPr>
          <p:cNvPr id="2" name="Picture 1">
            <a:extLst>
              <a:ext uri="{FF2B5EF4-FFF2-40B4-BE49-F238E27FC236}">
                <a16:creationId xmlns:a16="http://schemas.microsoft.com/office/drawing/2014/main" id="{079BD0C6-6F08-99B5-A580-2D810BCADFEC}"/>
              </a:ext>
            </a:extLst>
          </p:cNvPr>
          <p:cNvPicPr>
            <a:picLocks noChangeAspect="1"/>
          </p:cNvPicPr>
          <p:nvPr/>
        </p:nvPicPr>
        <p:blipFill>
          <a:blip r:embed="rId3"/>
          <a:stretch>
            <a:fillRect/>
          </a:stretch>
        </p:blipFill>
        <p:spPr>
          <a:xfrm>
            <a:off x="231019" y="3048309"/>
            <a:ext cx="5314060" cy="3213278"/>
          </a:xfrm>
          <a:prstGeom prst="rect">
            <a:avLst/>
          </a:prstGeom>
        </p:spPr>
      </p:pic>
      <p:pic>
        <p:nvPicPr>
          <p:cNvPr id="3" name="Picture 2">
            <a:extLst>
              <a:ext uri="{FF2B5EF4-FFF2-40B4-BE49-F238E27FC236}">
                <a16:creationId xmlns:a16="http://schemas.microsoft.com/office/drawing/2014/main" id="{DFF69847-FC9D-E5E6-E87B-E5058B68494F}"/>
              </a:ext>
            </a:extLst>
          </p:cNvPr>
          <p:cNvPicPr>
            <a:picLocks noChangeAspect="1"/>
          </p:cNvPicPr>
          <p:nvPr/>
        </p:nvPicPr>
        <p:blipFill>
          <a:blip r:embed="rId4"/>
          <a:stretch>
            <a:fillRect/>
          </a:stretch>
        </p:blipFill>
        <p:spPr>
          <a:xfrm>
            <a:off x="6748272" y="3046380"/>
            <a:ext cx="5124090" cy="3217136"/>
          </a:xfrm>
          <a:prstGeom prst="rect">
            <a:avLst/>
          </a:prstGeom>
        </p:spPr>
      </p:pic>
      <p:pic>
        <p:nvPicPr>
          <p:cNvPr id="4" name="Picture 3" descr="image.wmf">
            <a:extLst>
              <a:ext uri="{FF2B5EF4-FFF2-40B4-BE49-F238E27FC236}">
                <a16:creationId xmlns:a16="http://schemas.microsoft.com/office/drawing/2014/main" id="{A76831A9-04F2-B661-2603-254BC31A4600}"/>
              </a:ext>
            </a:extLst>
          </p:cNvPr>
          <p:cNvPicPr>
            <a:picLocks noChangeAspect="1"/>
          </p:cNvPicPr>
          <p:nvPr/>
        </p:nvPicPr>
        <p:blipFill>
          <a:blip r:embed="rId5">
            <a:duotone>
              <a:prstClr val="black"/>
              <a:schemeClr val="accent4">
                <a:lumMod val="60000"/>
                <a:lumOff val="40000"/>
                <a:tint val="45000"/>
                <a:satMod val="400000"/>
              </a:schemeClr>
            </a:duotone>
          </a:blip>
          <a:stretch>
            <a:fillRect/>
          </a:stretch>
        </p:blipFill>
        <p:spPr>
          <a:xfrm>
            <a:off x="5698481" y="1749554"/>
            <a:ext cx="949648" cy="950439"/>
          </a:xfrm>
          <a:prstGeom prst="rect">
            <a:avLst/>
          </a:prstGeom>
        </p:spPr>
      </p:pic>
    </p:spTree>
    <p:extLst>
      <p:ext uri="{BB962C8B-B14F-4D97-AF65-F5344CB8AC3E}">
        <p14:creationId xmlns:p14="http://schemas.microsoft.com/office/powerpoint/2010/main" val="419158971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1273F-BC0A-E760-97D9-13586EFA73AC}"/>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1CBE24C-6002-5A79-F3FA-432742F1F143}"/>
              </a:ext>
            </a:extLst>
          </p:cNvPr>
          <p:cNvSpPr/>
          <p:nvPr/>
        </p:nvSpPr>
        <p:spPr bwMode="gray">
          <a:xfrm>
            <a:off x="-468227" y="2136403"/>
            <a:ext cx="5440680" cy="402334"/>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7" name="Title 2">
            <a:extLst>
              <a:ext uri="{FF2B5EF4-FFF2-40B4-BE49-F238E27FC236}">
                <a16:creationId xmlns:a16="http://schemas.microsoft.com/office/drawing/2014/main" id="{5C5D8131-5AB4-34B8-0590-BED4D36C96E3}"/>
              </a:ext>
            </a:extLst>
          </p:cNvPr>
          <p:cNvSpPr>
            <a:spLocks noGrp="1"/>
          </p:cNvSpPr>
          <p:nvPr>
            <p:ph type="title"/>
          </p:nvPr>
        </p:nvSpPr>
        <p:spPr>
          <a:xfrm>
            <a:off x="551687" y="576196"/>
            <a:ext cx="11390734" cy="365760"/>
          </a:xfrm>
        </p:spPr>
        <p:txBody>
          <a:bodyPr/>
          <a:lstStyle/>
          <a:p>
            <a:pPr algn="ctr"/>
            <a:r>
              <a:rPr dirty="0"/>
              <a:t>Amazon Best Seller Data </a:t>
            </a:r>
            <a:r>
              <a:rPr lang="en-US" dirty="0"/>
              <a:t>publications</a:t>
            </a:r>
            <a:r>
              <a:rPr lang="en-US" dirty="0">
                <a:solidFill>
                  <a:schemeClr val="accent3">
                    <a:lumMod val="75000"/>
                  </a:schemeClr>
                </a:solidFill>
              </a:rPr>
              <a:t> </a:t>
            </a:r>
            <a:r>
              <a:rPr dirty="0"/>
              <a:t>Overview</a:t>
            </a:r>
          </a:p>
        </p:txBody>
      </p:sp>
      <p:sp>
        <p:nvSpPr>
          <p:cNvPr id="8" name="Text Placeholder 16">
            <a:extLst>
              <a:ext uri="{FF2B5EF4-FFF2-40B4-BE49-F238E27FC236}">
                <a16:creationId xmlns:a16="http://schemas.microsoft.com/office/drawing/2014/main" id="{4A6266BC-D4EE-CE65-F979-C3A43545B342}"/>
              </a:ext>
            </a:extLst>
          </p:cNvPr>
          <p:cNvSpPr txBox="1">
            <a:spLocks/>
          </p:cNvSpPr>
          <p:nvPr/>
        </p:nvSpPr>
        <p:spPr>
          <a:xfrm>
            <a:off x="485437" y="1060802"/>
            <a:ext cx="11390734" cy="22850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dirty="0"/>
              <a:t>Segmented best seller data provides actionable insights for </a:t>
            </a:r>
            <a:r>
              <a:rPr lang="en-US" dirty="0">
                <a:solidFill>
                  <a:srgbClr val="000000"/>
                </a:solidFill>
              </a:rPr>
              <a:t>Author</a:t>
            </a:r>
            <a:r>
              <a:rPr lang="en-US" dirty="0"/>
              <a:t>, price, and genre.</a:t>
            </a:r>
          </a:p>
        </p:txBody>
      </p:sp>
      <p:sp>
        <p:nvSpPr>
          <p:cNvPr id="11" name="Text Placeholder 1">
            <a:extLst>
              <a:ext uri="{FF2B5EF4-FFF2-40B4-BE49-F238E27FC236}">
                <a16:creationId xmlns:a16="http://schemas.microsoft.com/office/drawing/2014/main" id="{964F04F8-4D3A-70B4-78EB-93DFEC1F7564}"/>
              </a:ext>
            </a:extLst>
          </p:cNvPr>
          <p:cNvSpPr txBox="1">
            <a:spLocks/>
          </p:cNvSpPr>
          <p:nvPr/>
        </p:nvSpPr>
        <p:spPr>
          <a:xfrm>
            <a:off x="836696" y="2136403"/>
            <a:ext cx="4265656" cy="402334"/>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Amazon best seller rankings highlight for top 10 revenue generated publications in $ for all over the years on the data </a:t>
            </a:r>
          </a:p>
        </p:txBody>
      </p:sp>
      <p:sp>
        <p:nvSpPr>
          <p:cNvPr id="12" name="Text Placeholder 16">
            <a:extLst>
              <a:ext uri="{FF2B5EF4-FFF2-40B4-BE49-F238E27FC236}">
                <a16:creationId xmlns:a16="http://schemas.microsoft.com/office/drawing/2014/main" id="{0D6F16AF-75F9-E1C6-C49C-CD9044C5090E}"/>
              </a:ext>
            </a:extLst>
          </p:cNvPr>
          <p:cNvSpPr txBox="1">
            <a:spLocks/>
          </p:cNvSpPr>
          <p:nvPr/>
        </p:nvSpPr>
        <p:spPr>
          <a:xfrm>
            <a:off x="673748" y="1812275"/>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chemeClr val="accent3">
                    <a:lumMod val="75000"/>
                  </a:schemeClr>
                </a:solidFill>
              </a:rPr>
              <a:t>4. Top revenue generated publications </a:t>
            </a:r>
            <a:r>
              <a:rPr lang="en-US" b="1" dirty="0" err="1">
                <a:solidFill>
                  <a:schemeClr val="accent3">
                    <a:lumMod val="75000"/>
                  </a:schemeClr>
                </a:solidFill>
              </a:rPr>
              <a:t>overrall</a:t>
            </a:r>
            <a:endParaRPr lang="en-US" b="1" dirty="0">
              <a:solidFill>
                <a:schemeClr val="accent3">
                  <a:lumMod val="75000"/>
                </a:schemeClr>
              </a:solidFill>
            </a:endParaRPr>
          </a:p>
        </p:txBody>
      </p:sp>
      <p:sp>
        <p:nvSpPr>
          <p:cNvPr id="17" name="Rectangle: Rounded Corners 16">
            <a:extLst>
              <a:ext uri="{FF2B5EF4-FFF2-40B4-BE49-F238E27FC236}">
                <a16:creationId xmlns:a16="http://schemas.microsoft.com/office/drawing/2014/main" id="{E375F8BA-3662-0DFC-00E9-C60C135BCE50}"/>
              </a:ext>
            </a:extLst>
          </p:cNvPr>
          <p:cNvSpPr/>
          <p:nvPr/>
        </p:nvSpPr>
        <p:spPr bwMode="gray">
          <a:xfrm>
            <a:off x="7520045" y="2128546"/>
            <a:ext cx="4946073" cy="402334"/>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18" name="Text Placeholder 1">
            <a:extLst>
              <a:ext uri="{FF2B5EF4-FFF2-40B4-BE49-F238E27FC236}">
                <a16:creationId xmlns:a16="http://schemas.microsoft.com/office/drawing/2014/main" id="{E746A23A-E703-5900-C4B5-DC5FC9BB1665}"/>
              </a:ext>
            </a:extLst>
          </p:cNvPr>
          <p:cNvSpPr txBox="1">
            <a:spLocks/>
          </p:cNvSpPr>
          <p:nvPr/>
        </p:nvSpPr>
        <p:spPr>
          <a:xfrm>
            <a:off x="7710404" y="2128546"/>
            <a:ext cx="4265656" cy="402334"/>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Amazon best seller rankings highlight for top 10 revenue generated publications in $ for every years on the data </a:t>
            </a:r>
          </a:p>
        </p:txBody>
      </p:sp>
      <p:sp>
        <p:nvSpPr>
          <p:cNvPr id="19" name="Text Placeholder 16">
            <a:extLst>
              <a:ext uri="{FF2B5EF4-FFF2-40B4-BE49-F238E27FC236}">
                <a16:creationId xmlns:a16="http://schemas.microsoft.com/office/drawing/2014/main" id="{1F88A6F3-2879-CCBC-2020-D260CBAC6CE3}"/>
              </a:ext>
            </a:extLst>
          </p:cNvPr>
          <p:cNvSpPr txBox="1">
            <a:spLocks/>
          </p:cNvSpPr>
          <p:nvPr/>
        </p:nvSpPr>
        <p:spPr>
          <a:xfrm>
            <a:off x="7443759" y="1804418"/>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chemeClr val="accent3">
                    <a:lumMod val="75000"/>
                  </a:schemeClr>
                </a:solidFill>
              </a:rPr>
              <a:t>5. Top revenue generated publications for every years</a:t>
            </a:r>
          </a:p>
        </p:txBody>
      </p:sp>
      <p:sp>
        <p:nvSpPr>
          <p:cNvPr id="21" name="Rectangle 20">
            <a:extLst>
              <a:ext uri="{FF2B5EF4-FFF2-40B4-BE49-F238E27FC236}">
                <a16:creationId xmlns:a16="http://schemas.microsoft.com/office/drawing/2014/main" id="{4FE7F6A7-596F-43BB-345D-17DD4EB055B6}"/>
              </a:ext>
            </a:extLst>
          </p:cNvPr>
          <p:cNvSpPr/>
          <p:nvPr/>
        </p:nvSpPr>
        <p:spPr bwMode="gray">
          <a:xfrm>
            <a:off x="6073220" y="2595887"/>
            <a:ext cx="142259" cy="497442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 </a:t>
            </a:r>
          </a:p>
        </p:txBody>
      </p:sp>
      <p:pic>
        <p:nvPicPr>
          <p:cNvPr id="4" name="Picture 3" descr="image.wmf">
            <a:extLst>
              <a:ext uri="{FF2B5EF4-FFF2-40B4-BE49-F238E27FC236}">
                <a16:creationId xmlns:a16="http://schemas.microsoft.com/office/drawing/2014/main" id="{C12076B3-F052-84E4-C7A3-71EEB9DB7736}"/>
              </a:ext>
            </a:extLst>
          </p:cNvPr>
          <p:cNvPicPr>
            <a:picLocks noChangeAspect="1"/>
          </p:cNvPicPr>
          <p:nvPr/>
        </p:nvPicPr>
        <p:blipFill>
          <a:blip r:embed="rId3"/>
          <a:stretch>
            <a:fillRect/>
          </a:stretch>
        </p:blipFill>
        <p:spPr>
          <a:xfrm>
            <a:off x="5698481" y="1749554"/>
            <a:ext cx="949648" cy="950439"/>
          </a:xfrm>
          <a:prstGeom prst="rect">
            <a:avLst/>
          </a:prstGeom>
        </p:spPr>
      </p:pic>
      <p:pic>
        <p:nvPicPr>
          <p:cNvPr id="5" name="Picture 4">
            <a:extLst>
              <a:ext uri="{FF2B5EF4-FFF2-40B4-BE49-F238E27FC236}">
                <a16:creationId xmlns:a16="http://schemas.microsoft.com/office/drawing/2014/main" id="{C17A070C-10F8-20EC-BD6D-C754333D4266}"/>
              </a:ext>
            </a:extLst>
          </p:cNvPr>
          <p:cNvPicPr>
            <a:picLocks noChangeAspect="1"/>
          </p:cNvPicPr>
          <p:nvPr/>
        </p:nvPicPr>
        <p:blipFill>
          <a:blip r:embed="rId4"/>
          <a:stretch>
            <a:fillRect/>
          </a:stretch>
        </p:blipFill>
        <p:spPr>
          <a:xfrm>
            <a:off x="116669" y="2926942"/>
            <a:ext cx="5705710" cy="3354861"/>
          </a:xfrm>
          <a:prstGeom prst="rect">
            <a:avLst/>
          </a:prstGeom>
        </p:spPr>
      </p:pic>
      <p:pic>
        <p:nvPicPr>
          <p:cNvPr id="6" name="Picture 5">
            <a:extLst>
              <a:ext uri="{FF2B5EF4-FFF2-40B4-BE49-F238E27FC236}">
                <a16:creationId xmlns:a16="http://schemas.microsoft.com/office/drawing/2014/main" id="{563052BC-F852-B8B6-991A-BED0386DF811}"/>
              </a:ext>
            </a:extLst>
          </p:cNvPr>
          <p:cNvPicPr>
            <a:picLocks noChangeAspect="1"/>
          </p:cNvPicPr>
          <p:nvPr/>
        </p:nvPicPr>
        <p:blipFill>
          <a:blip r:embed="rId5"/>
          <a:stretch>
            <a:fillRect/>
          </a:stretch>
        </p:blipFill>
        <p:spPr>
          <a:xfrm>
            <a:off x="6510969" y="2926942"/>
            <a:ext cx="5338951" cy="3354861"/>
          </a:xfrm>
          <a:prstGeom prst="rect">
            <a:avLst/>
          </a:prstGeom>
        </p:spPr>
      </p:pic>
    </p:spTree>
    <p:extLst>
      <p:ext uri="{BB962C8B-B14F-4D97-AF65-F5344CB8AC3E}">
        <p14:creationId xmlns:p14="http://schemas.microsoft.com/office/powerpoint/2010/main" val="19401699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4F2F5-A0DD-2361-0838-F79600F38FCC}"/>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4F506EBD-CAB9-F2ED-F728-F575726CE3B4}"/>
              </a:ext>
            </a:extLst>
          </p:cNvPr>
          <p:cNvSpPr/>
          <p:nvPr/>
        </p:nvSpPr>
        <p:spPr bwMode="gray">
          <a:xfrm>
            <a:off x="9067800" y="-584200"/>
            <a:ext cx="3467100" cy="8097363"/>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 b="1" dirty="0">
              <a:solidFill>
                <a:schemeClr val="bg1"/>
              </a:solidFill>
            </a:endParaRPr>
          </a:p>
        </p:txBody>
      </p:sp>
      <p:sp>
        <p:nvSpPr>
          <p:cNvPr id="13" name="Rectangle: Rounded Corners 12">
            <a:extLst>
              <a:ext uri="{FF2B5EF4-FFF2-40B4-BE49-F238E27FC236}">
                <a16:creationId xmlns:a16="http://schemas.microsoft.com/office/drawing/2014/main" id="{7C55FB9C-3C35-6799-30B1-718C5EB53444}"/>
              </a:ext>
            </a:extLst>
          </p:cNvPr>
          <p:cNvSpPr/>
          <p:nvPr/>
        </p:nvSpPr>
        <p:spPr bwMode="gray">
          <a:xfrm>
            <a:off x="-781050" y="2136403"/>
            <a:ext cx="9460205" cy="402334"/>
          </a:xfrm>
          <a:prstGeom prst="roundRect">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7" name="Title 2">
            <a:extLst>
              <a:ext uri="{FF2B5EF4-FFF2-40B4-BE49-F238E27FC236}">
                <a16:creationId xmlns:a16="http://schemas.microsoft.com/office/drawing/2014/main" id="{BB4F427E-8239-4E8B-3DAF-7E7F9B438963}"/>
              </a:ext>
            </a:extLst>
          </p:cNvPr>
          <p:cNvSpPr>
            <a:spLocks noGrp="1"/>
          </p:cNvSpPr>
          <p:nvPr>
            <p:ph type="title"/>
          </p:nvPr>
        </p:nvSpPr>
        <p:spPr>
          <a:xfrm>
            <a:off x="802005" y="488342"/>
            <a:ext cx="7496257" cy="365760"/>
          </a:xfrm>
        </p:spPr>
        <p:txBody>
          <a:bodyPr>
            <a:normAutofit fontScale="90000"/>
          </a:bodyPr>
          <a:lstStyle/>
          <a:p>
            <a:pPr algn="ctr"/>
            <a:r>
              <a:rPr dirty="0"/>
              <a:t>Amazon Best Seller Data Free </a:t>
            </a:r>
            <a:r>
              <a:rPr lang="en-US" dirty="0"/>
              <a:t>publications</a:t>
            </a:r>
            <a:r>
              <a:rPr lang="en-US" dirty="0">
                <a:solidFill>
                  <a:schemeClr val="accent5">
                    <a:lumMod val="75000"/>
                  </a:schemeClr>
                </a:solidFill>
              </a:rPr>
              <a:t> </a:t>
            </a:r>
            <a:r>
              <a:rPr dirty="0"/>
              <a:t>Overview</a:t>
            </a:r>
          </a:p>
        </p:txBody>
      </p:sp>
      <p:sp>
        <p:nvSpPr>
          <p:cNvPr id="8" name="Text Placeholder 16">
            <a:extLst>
              <a:ext uri="{FF2B5EF4-FFF2-40B4-BE49-F238E27FC236}">
                <a16:creationId xmlns:a16="http://schemas.microsoft.com/office/drawing/2014/main" id="{DC71F91C-FEE6-3FDE-724A-3ABDDA262854}"/>
              </a:ext>
            </a:extLst>
          </p:cNvPr>
          <p:cNvSpPr txBox="1">
            <a:spLocks/>
          </p:cNvSpPr>
          <p:nvPr/>
        </p:nvSpPr>
        <p:spPr>
          <a:xfrm>
            <a:off x="1013758" y="917913"/>
            <a:ext cx="7072750" cy="22850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dirty="0"/>
              <a:t>Segmented best seller data provides actionable insights for </a:t>
            </a:r>
            <a:r>
              <a:rPr lang="en-US" dirty="0">
                <a:solidFill>
                  <a:srgbClr val="000000"/>
                </a:solidFill>
              </a:rPr>
              <a:t>Author</a:t>
            </a:r>
            <a:r>
              <a:rPr lang="en-US" dirty="0"/>
              <a:t>, price, and genre.</a:t>
            </a:r>
          </a:p>
        </p:txBody>
      </p:sp>
      <p:sp>
        <p:nvSpPr>
          <p:cNvPr id="11" name="Text Placeholder 1">
            <a:extLst>
              <a:ext uri="{FF2B5EF4-FFF2-40B4-BE49-F238E27FC236}">
                <a16:creationId xmlns:a16="http://schemas.microsoft.com/office/drawing/2014/main" id="{F40DA84C-20AF-E427-86CB-16E2EAD358A5}"/>
              </a:ext>
            </a:extLst>
          </p:cNvPr>
          <p:cNvSpPr txBox="1">
            <a:spLocks/>
          </p:cNvSpPr>
          <p:nvPr/>
        </p:nvSpPr>
        <p:spPr>
          <a:xfrm>
            <a:off x="836696" y="2212662"/>
            <a:ext cx="8042128" cy="24981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Amazon best seller rankings highlight for top 10 free publications with high average ratings &amp; reviews all over the years </a:t>
            </a:r>
          </a:p>
        </p:txBody>
      </p:sp>
      <p:sp>
        <p:nvSpPr>
          <p:cNvPr id="12" name="Text Placeholder 16">
            <a:extLst>
              <a:ext uri="{FF2B5EF4-FFF2-40B4-BE49-F238E27FC236}">
                <a16:creationId xmlns:a16="http://schemas.microsoft.com/office/drawing/2014/main" id="{3277C0CE-7C36-2463-7177-39C39F46DA7C}"/>
              </a:ext>
            </a:extLst>
          </p:cNvPr>
          <p:cNvSpPr txBox="1">
            <a:spLocks/>
          </p:cNvSpPr>
          <p:nvPr/>
        </p:nvSpPr>
        <p:spPr>
          <a:xfrm>
            <a:off x="673748" y="1812275"/>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chemeClr val="accent5">
                    <a:lumMod val="75000"/>
                  </a:schemeClr>
                </a:solidFill>
              </a:rPr>
              <a:t>6. Top free publications with high rating and reviews </a:t>
            </a:r>
          </a:p>
        </p:txBody>
      </p:sp>
      <p:sp>
        <p:nvSpPr>
          <p:cNvPr id="21" name="Rectangle 20">
            <a:extLst>
              <a:ext uri="{FF2B5EF4-FFF2-40B4-BE49-F238E27FC236}">
                <a16:creationId xmlns:a16="http://schemas.microsoft.com/office/drawing/2014/main" id="{A0048DFD-7F61-0A08-8F63-ADEDF6DE8BE1}"/>
              </a:ext>
            </a:extLst>
          </p:cNvPr>
          <p:cNvSpPr/>
          <p:nvPr/>
        </p:nvSpPr>
        <p:spPr bwMode="gray">
          <a:xfrm>
            <a:off x="10509481" y="2538737"/>
            <a:ext cx="571446" cy="4974426"/>
          </a:xfrm>
          <a:prstGeom prst="rect">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 </a:t>
            </a:r>
          </a:p>
        </p:txBody>
      </p:sp>
      <p:pic>
        <p:nvPicPr>
          <p:cNvPr id="2" name="Picture 1" descr="image.wmf">
            <a:extLst>
              <a:ext uri="{FF2B5EF4-FFF2-40B4-BE49-F238E27FC236}">
                <a16:creationId xmlns:a16="http://schemas.microsoft.com/office/drawing/2014/main" id="{2A636054-7485-A635-E917-FF1C22F7ADED}"/>
              </a:ext>
            </a:extLst>
          </p:cNvPr>
          <p:cNvPicPr>
            <a:picLocks noChangeAspect="1"/>
          </p:cNvPicPr>
          <p:nvPr/>
        </p:nvPicPr>
        <p:blipFill>
          <a:blip r:embed="rId3">
            <a:duotone>
              <a:prstClr val="black"/>
              <a:srgbClr val="007680">
                <a:tint val="45000"/>
                <a:satMod val="400000"/>
              </a:srgbClr>
            </a:duotone>
          </a:blip>
          <a:stretch>
            <a:fillRect/>
          </a:stretch>
        </p:blipFill>
        <p:spPr>
          <a:xfrm>
            <a:off x="9663229" y="396581"/>
            <a:ext cx="2377073" cy="2379053"/>
          </a:xfrm>
          <a:prstGeom prst="rect">
            <a:avLst/>
          </a:prstGeom>
        </p:spPr>
      </p:pic>
      <p:pic>
        <p:nvPicPr>
          <p:cNvPr id="10" name="Picture 9">
            <a:extLst>
              <a:ext uri="{FF2B5EF4-FFF2-40B4-BE49-F238E27FC236}">
                <a16:creationId xmlns:a16="http://schemas.microsoft.com/office/drawing/2014/main" id="{9C63ECB3-2609-B3D3-8093-0F5D68117FE3}"/>
              </a:ext>
            </a:extLst>
          </p:cNvPr>
          <p:cNvPicPr>
            <a:picLocks noChangeAspect="1"/>
          </p:cNvPicPr>
          <p:nvPr/>
        </p:nvPicPr>
        <p:blipFill>
          <a:blip r:embed="rId4"/>
          <a:stretch>
            <a:fillRect/>
          </a:stretch>
        </p:blipFill>
        <p:spPr>
          <a:xfrm>
            <a:off x="797211" y="2933045"/>
            <a:ext cx="7877503" cy="3331100"/>
          </a:xfrm>
          <a:prstGeom prst="rect">
            <a:avLst/>
          </a:prstGeom>
        </p:spPr>
      </p:pic>
    </p:spTree>
    <p:extLst>
      <p:ext uri="{BB962C8B-B14F-4D97-AF65-F5344CB8AC3E}">
        <p14:creationId xmlns:p14="http://schemas.microsoft.com/office/powerpoint/2010/main" val="339028353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97689-76E7-8F1D-143D-A7C7FF6420AF}"/>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872A0CA9-35DD-8BD8-6F4E-5D5BA38D00F0}"/>
              </a:ext>
            </a:extLst>
          </p:cNvPr>
          <p:cNvSpPr/>
          <p:nvPr/>
        </p:nvSpPr>
        <p:spPr bwMode="gray">
          <a:xfrm>
            <a:off x="5241189" y="2152751"/>
            <a:ext cx="4124326" cy="402334"/>
          </a:xfrm>
          <a:prstGeom prst="roundRect">
            <a:avLst/>
          </a:prstGeom>
          <a:solidFill>
            <a:srgbClr val="FF7F0E"/>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15" name="Rectangle 14">
            <a:extLst>
              <a:ext uri="{FF2B5EF4-FFF2-40B4-BE49-F238E27FC236}">
                <a16:creationId xmlns:a16="http://schemas.microsoft.com/office/drawing/2014/main" id="{CE0CAB7C-9EFB-FCBA-CD9C-CB20C1CECC1F}"/>
              </a:ext>
            </a:extLst>
          </p:cNvPr>
          <p:cNvSpPr/>
          <p:nvPr/>
        </p:nvSpPr>
        <p:spPr bwMode="gray">
          <a:xfrm>
            <a:off x="9067800" y="-584200"/>
            <a:ext cx="3467100" cy="8097363"/>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 b="1" dirty="0">
              <a:solidFill>
                <a:schemeClr val="bg1"/>
              </a:solidFill>
            </a:endParaRPr>
          </a:p>
        </p:txBody>
      </p:sp>
      <p:sp>
        <p:nvSpPr>
          <p:cNvPr id="13" name="Rectangle: Rounded Corners 12">
            <a:extLst>
              <a:ext uri="{FF2B5EF4-FFF2-40B4-BE49-F238E27FC236}">
                <a16:creationId xmlns:a16="http://schemas.microsoft.com/office/drawing/2014/main" id="{59325CCA-F064-5188-4C71-6D5C9282F110}"/>
              </a:ext>
            </a:extLst>
          </p:cNvPr>
          <p:cNvSpPr/>
          <p:nvPr/>
        </p:nvSpPr>
        <p:spPr bwMode="gray">
          <a:xfrm>
            <a:off x="-490620" y="2162277"/>
            <a:ext cx="4124326" cy="402334"/>
          </a:xfrm>
          <a:prstGeom prst="roundRect">
            <a:avLst/>
          </a:prstGeom>
          <a:solidFill>
            <a:srgbClr val="1F77B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7" name="Title 2">
            <a:extLst>
              <a:ext uri="{FF2B5EF4-FFF2-40B4-BE49-F238E27FC236}">
                <a16:creationId xmlns:a16="http://schemas.microsoft.com/office/drawing/2014/main" id="{C7289306-3380-7B52-906B-03DCF6D8B99C}"/>
              </a:ext>
            </a:extLst>
          </p:cNvPr>
          <p:cNvSpPr>
            <a:spLocks noGrp="1"/>
          </p:cNvSpPr>
          <p:nvPr>
            <p:ph type="title"/>
          </p:nvPr>
        </p:nvSpPr>
        <p:spPr>
          <a:xfrm>
            <a:off x="1571543" y="488342"/>
            <a:ext cx="7072750" cy="365760"/>
          </a:xfrm>
        </p:spPr>
        <p:txBody>
          <a:bodyPr/>
          <a:lstStyle/>
          <a:p>
            <a:pPr algn="ctr"/>
            <a:r>
              <a:rPr dirty="0"/>
              <a:t>Amazon Best Seller Data Overview</a:t>
            </a:r>
          </a:p>
        </p:txBody>
      </p:sp>
      <p:sp>
        <p:nvSpPr>
          <p:cNvPr id="8" name="Text Placeholder 16">
            <a:extLst>
              <a:ext uri="{FF2B5EF4-FFF2-40B4-BE49-F238E27FC236}">
                <a16:creationId xmlns:a16="http://schemas.microsoft.com/office/drawing/2014/main" id="{26971301-2CE4-87B4-F43B-A0328F746FF7}"/>
              </a:ext>
            </a:extLst>
          </p:cNvPr>
          <p:cNvSpPr txBox="1">
            <a:spLocks/>
          </p:cNvSpPr>
          <p:nvPr/>
        </p:nvSpPr>
        <p:spPr>
          <a:xfrm>
            <a:off x="1571543" y="917913"/>
            <a:ext cx="7072750" cy="22850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dirty="0"/>
              <a:t>Segmented best seller data provides actionable insights for </a:t>
            </a:r>
            <a:r>
              <a:rPr lang="en-US" dirty="0">
                <a:solidFill>
                  <a:srgbClr val="000000"/>
                </a:solidFill>
              </a:rPr>
              <a:t>Author</a:t>
            </a:r>
            <a:r>
              <a:rPr lang="en-US" dirty="0"/>
              <a:t>, price, and genre.</a:t>
            </a:r>
          </a:p>
        </p:txBody>
      </p:sp>
      <p:sp>
        <p:nvSpPr>
          <p:cNvPr id="11" name="Text Placeholder 1">
            <a:extLst>
              <a:ext uri="{FF2B5EF4-FFF2-40B4-BE49-F238E27FC236}">
                <a16:creationId xmlns:a16="http://schemas.microsoft.com/office/drawing/2014/main" id="{A7787A8C-02E4-600B-BB24-753EF8C90A4A}"/>
              </a:ext>
            </a:extLst>
          </p:cNvPr>
          <p:cNvSpPr txBox="1">
            <a:spLocks/>
          </p:cNvSpPr>
          <p:nvPr/>
        </p:nvSpPr>
        <p:spPr>
          <a:xfrm>
            <a:off x="855745" y="2238535"/>
            <a:ext cx="2928241" cy="24981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Volume of Fiction and Non Fiction genre</a:t>
            </a:r>
          </a:p>
        </p:txBody>
      </p:sp>
      <p:sp>
        <p:nvSpPr>
          <p:cNvPr id="12" name="Text Placeholder 16">
            <a:extLst>
              <a:ext uri="{FF2B5EF4-FFF2-40B4-BE49-F238E27FC236}">
                <a16:creationId xmlns:a16="http://schemas.microsoft.com/office/drawing/2014/main" id="{ECCF3415-B2CF-D866-AC71-B957E78DCA11}"/>
              </a:ext>
            </a:extLst>
          </p:cNvPr>
          <p:cNvSpPr txBox="1">
            <a:spLocks/>
          </p:cNvSpPr>
          <p:nvPr/>
        </p:nvSpPr>
        <p:spPr>
          <a:xfrm>
            <a:off x="673748" y="1812275"/>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rgbClr val="1F77B4"/>
                </a:solidFill>
              </a:rPr>
              <a:t>7. Genre separations of the data</a:t>
            </a:r>
          </a:p>
        </p:txBody>
      </p:sp>
      <p:sp>
        <p:nvSpPr>
          <p:cNvPr id="21" name="Rectangle 20">
            <a:extLst>
              <a:ext uri="{FF2B5EF4-FFF2-40B4-BE49-F238E27FC236}">
                <a16:creationId xmlns:a16="http://schemas.microsoft.com/office/drawing/2014/main" id="{1DFA8595-3E01-9E01-13AB-9529B3ABB3E0}"/>
              </a:ext>
            </a:extLst>
          </p:cNvPr>
          <p:cNvSpPr/>
          <p:nvPr/>
        </p:nvSpPr>
        <p:spPr bwMode="gray">
          <a:xfrm>
            <a:off x="10509481" y="2538737"/>
            <a:ext cx="571446" cy="4974426"/>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 </a:t>
            </a:r>
          </a:p>
        </p:txBody>
      </p:sp>
      <p:pic>
        <p:nvPicPr>
          <p:cNvPr id="2" name="Picture 1" descr="image.wmf">
            <a:extLst>
              <a:ext uri="{FF2B5EF4-FFF2-40B4-BE49-F238E27FC236}">
                <a16:creationId xmlns:a16="http://schemas.microsoft.com/office/drawing/2014/main" id="{67C6457E-A824-17F3-CA71-DCA09EEE1D36}"/>
              </a:ext>
            </a:extLst>
          </p:cNvPr>
          <p:cNvPicPr>
            <a:picLocks noChangeAspect="1"/>
          </p:cNvPicPr>
          <p:nvPr/>
        </p:nvPicPr>
        <p:blipFill>
          <a:blip r:embed="rId3"/>
          <a:stretch>
            <a:fillRect/>
          </a:stretch>
        </p:blipFill>
        <p:spPr>
          <a:xfrm>
            <a:off x="9663229" y="396581"/>
            <a:ext cx="2377073" cy="2379053"/>
          </a:xfrm>
          <a:prstGeom prst="rect">
            <a:avLst/>
          </a:prstGeom>
        </p:spPr>
      </p:pic>
      <p:pic>
        <p:nvPicPr>
          <p:cNvPr id="3" name="Picture 2">
            <a:extLst>
              <a:ext uri="{FF2B5EF4-FFF2-40B4-BE49-F238E27FC236}">
                <a16:creationId xmlns:a16="http://schemas.microsoft.com/office/drawing/2014/main" id="{A49EF796-39BE-C9B9-257E-A0249024D696}"/>
              </a:ext>
            </a:extLst>
          </p:cNvPr>
          <p:cNvPicPr>
            <a:picLocks noChangeAspect="1"/>
          </p:cNvPicPr>
          <p:nvPr/>
        </p:nvPicPr>
        <p:blipFill>
          <a:blip r:embed="rId4"/>
          <a:stretch>
            <a:fillRect/>
          </a:stretch>
        </p:blipFill>
        <p:spPr>
          <a:xfrm>
            <a:off x="352952" y="2754622"/>
            <a:ext cx="3705225" cy="3705225"/>
          </a:xfrm>
          <a:prstGeom prst="rect">
            <a:avLst/>
          </a:prstGeom>
        </p:spPr>
      </p:pic>
      <p:pic>
        <p:nvPicPr>
          <p:cNvPr id="6" name="Picture 5">
            <a:extLst>
              <a:ext uri="{FF2B5EF4-FFF2-40B4-BE49-F238E27FC236}">
                <a16:creationId xmlns:a16="http://schemas.microsoft.com/office/drawing/2014/main" id="{032EEFBB-9797-1AE6-CF4A-54AAE39DEE08}"/>
              </a:ext>
            </a:extLst>
          </p:cNvPr>
          <p:cNvPicPr>
            <a:picLocks noChangeAspect="1"/>
          </p:cNvPicPr>
          <p:nvPr/>
        </p:nvPicPr>
        <p:blipFill>
          <a:blip r:embed="rId5"/>
          <a:stretch>
            <a:fillRect/>
          </a:stretch>
        </p:blipFill>
        <p:spPr>
          <a:xfrm>
            <a:off x="4834201" y="2754621"/>
            <a:ext cx="3705225" cy="3705225"/>
          </a:xfrm>
          <a:prstGeom prst="rect">
            <a:avLst/>
          </a:prstGeom>
        </p:spPr>
      </p:pic>
      <p:sp>
        <p:nvSpPr>
          <p:cNvPr id="18" name="Text Placeholder 1">
            <a:extLst>
              <a:ext uri="{FF2B5EF4-FFF2-40B4-BE49-F238E27FC236}">
                <a16:creationId xmlns:a16="http://schemas.microsoft.com/office/drawing/2014/main" id="{78868600-E48B-A705-03A9-F1FA9FCD425B}"/>
              </a:ext>
            </a:extLst>
          </p:cNvPr>
          <p:cNvSpPr txBox="1">
            <a:spLocks/>
          </p:cNvSpPr>
          <p:nvPr/>
        </p:nvSpPr>
        <p:spPr>
          <a:xfrm>
            <a:off x="5391469" y="2229009"/>
            <a:ext cx="2928241" cy="24981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00" b="1" dirty="0">
                <a:solidFill>
                  <a:schemeClr val="bg1"/>
                </a:solidFill>
              </a:rPr>
              <a:t>Revenue of Fiction and Non Fiction genre</a:t>
            </a:r>
          </a:p>
        </p:txBody>
      </p:sp>
      <p:sp>
        <p:nvSpPr>
          <p:cNvPr id="19" name="Text Placeholder 16">
            <a:extLst>
              <a:ext uri="{FF2B5EF4-FFF2-40B4-BE49-F238E27FC236}">
                <a16:creationId xmlns:a16="http://schemas.microsoft.com/office/drawing/2014/main" id="{6D6ED4FF-8FF4-CD13-8136-6B496FBAAB4B}"/>
              </a:ext>
            </a:extLst>
          </p:cNvPr>
          <p:cNvSpPr txBox="1">
            <a:spLocks/>
          </p:cNvSpPr>
          <p:nvPr/>
        </p:nvSpPr>
        <p:spPr>
          <a:xfrm>
            <a:off x="5215387" y="1802750"/>
            <a:ext cx="3327275"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rgbClr val="FF7F0E"/>
                </a:solidFill>
              </a:rPr>
              <a:t>7. Genre separations of the data</a:t>
            </a:r>
          </a:p>
        </p:txBody>
      </p:sp>
      <p:sp>
        <p:nvSpPr>
          <p:cNvPr id="23" name="Rectangle 22">
            <a:extLst>
              <a:ext uri="{FF2B5EF4-FFF2-40B4-BE49-F238E27FC236}">
                <a16:creationId xmlns:a16="http://schemas.microsoft.com/office/drawing/2014/main" id="{7737DFA8-D3D9-1873-02A5-260B4545A7AF}"/>
              </a:ext>
            </a:extLst>
          </p:cNvPr>
          <p:cNvSpPr/>
          <p:nvPr/>
        </p:nvSpPr>
        <p:spPr bwMode="gray">
          <a:xfrm>
            <a:off x="4343400" y="3105150"/>
            <a:ext cx="138284" cy="440801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316595955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C5D9-C554-ED59-C11A-5A09134F237F}"/>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A3F23B6B-B727-F2D6-F803-7F92EA38B50E}"/>
              </a:ext>
            </a:extLst>
          </p:cNvPr>
          <p:cNvSpPr/>
          <p:nvPr/>
        </p:nvSpPr>
        <p:spPr bwMode="gray">
          <a:xfrm>
            <a:off x="-443855" y="3429000"/>
            <a:ext cx="5592971" cy="1790598"/>
          </a:xfrm>
          <a:prstGeom prst="roundRect">
            <a:avLst/>
          </a:prstGeom>
          <a:solidFill>
            <a:srgbClr val="1F77B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 b="1" dirty="0">
                <a:solidFill>
                  <a:schemeClr val="bg1"/>
                </a:solidFill>
              </a:rPr>
              <a:t>[[[[</a:t>
            </a:r>
          </a:p>
        </p:txBody>
      </p:sp>
      <p:sp>
        <p:nvSpPr>
          <p:cNvPr id="7" name="Title 2">
            <a:extLst>
              <a:ext uri="{FF2B5EF4-FFF2-40B4-BE49-F238E27FC236}">
                <a16:creationId xmlns:a16="http://schemas.microsoft.com/office/drawing/2014/main" id="{7984125E-6E5B-E6CB-EBCB-9F958218B9EC}"/>
              </a:ext>
            </a:extLst>
          </p:cNvPr>
          <p:cNvSpPr>
            <a:spLocks noGrp="1"/>
          </p:cNvSpPr>
          <p:nvPr>
            <p:ph type="title"/>
          </p:nvPr>
        </p:nvSpPr>
        <p:spPr>
          <a:xfrm>
            <a:off x="2559625" y="488342"/>
            <a:ext cx="7072750" cy="365760"/>
          </a:xfrm>
        </p:spPr>
        <p:txBody>
          <a:bodyPr/>
          <a:lstStyle/>
          <a:p>
            <a:pPr algn="ctr"/>
            <a:r>
              <a:rPr dirty="0"/>
              <a:t>Amazon Best Seller Data Overview</a:t>
            </a:r>
          </a:p>
        </p:txBody>
      </p:sp>
      <p:sp>
        <p:nvSpPr>
          <p:cNvPr id="8" name="Text Placeholder 16">
            <a:extLst>
              <a:ext uri="{FF2B5EF4-FFF2-40B4-BE49-F238E27FC236}">
                <a16:creationId xmlns:a16="http://schemas.microsoft.com/office/drawing/2014/main" id="{146ED005-CA73-F895-48ED-D4C038EF8C7B}"/>
              </a:ext>
            </a:extLst>
          </p:cNvPr>
          <p:cNvSpPr txBox="1">
            <a:spLocks/>
          </p:cNvSpPr>
          <p:nvPr/>
        </p:nvSpPr>
        <p:spPr>
          <a:xfrm>
            <a:off x="2559625" y="917913"/>
            <a:ext cx="7072750" cy="228502"/>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dirty="0"/>
              <a:t>Segmented best seller data provides actionable insights for </a:t>
            </a:r>
            <a:r>
              <a:rPr lang="en-US" dirty="0">
                <a:solidFill>
                  <a:srgbClr val="000000"/>
                </a:solidFill>
              </a:rPr>
              <a:t>Author</a:t>
            </a:r>
            <a:r>
              <a:rPr lang="en-US" dirty="0"/>
              <a:t>, price, and genre.</a:t>
            </a:r>
          </a:p>
        </p:txBody>
      </p:sp>
      <p:sp>
        <p:nvSpPr>
          <p:cNvPr id="11" name="Text Placeholder 1">
            <a:extLst>
              <a:ext uri="{FF2B5EF4-FFF2-40B4-BE49-F238E27FC236}">
                <a16:creationId xmlns:a16="http://schemas.microsoft.com/office/drawing/2014/main" id="{D5677CC1-7814-E0D6-E8FC-E1D5322F4EF4}"/>
              </a:ext>
            </a:extLst>
          </p:cNvPr>
          <p:cNvSpPr txBox="1">
            <a:spLocks/>
          </p:cNvSpPr>
          <p:nvPr/>
        </p:nvSpPr>
        <p:spPr>
          <a:xfrm>
            <a:off x="810024" y="3562379"/>
            <a:ext cx="4100303" cy="1466821"/>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chemeClr val="bg1"/>
                </a:solidFill>
              </a:rPr>
              <a:t>Volume of Fiction and Non Fiction genre publications had compared and featured on histogram with stacked data over it with years of sellers data </a:t>
            </a:r>
          </a:p>
          <a:p>
            <a:r>
              <a:rPr lang="en-US" b="1" dirty="0">
                <a:solidFill>
                  <a:schemeClr val="bg1"/>
                </a:solidFill>
              </a:rPr>
              <a:t>When compared with both genres the non -fiction had publications had more revenue every year on the data </a:t>
            </a:r>
          </a:p>
        </p:txBody>
      </p:sp>
      <p:sp>
        <p:nvSpPr>
          <p:cNvPr id="12" name="Text Placeholder 16">
            <a:extLst>
              <a:ext uri="{FF2B5EF4-FFF2-40B4-BE49-F238E27FC236}">
                <a16:creationId xmlns:a16="http://schemas.microsoft.com/office/drawing/2014/main" id="{9CCF77BD-82CC-E27F-63F0-DE9E391F9CAF}"/>
              </a:ext>
            </a:extLst>
          </p:cNvPr>
          <p:cNvSpPr txBox="1">
            <a:spLocks/>
          </p:cNvSpPr>
          <p:nvPr/>
        </p:nvSpPr>
        <p:spPr>
          <a:xfrm>
            <a:off x="701530" y="2998443"/>
            <a:ext cx="4428603" cy="276487"/>
          </a:xfrm>
          <a:prstGeom prst="rect">
            <a:avLst/>
          </a:prstGeom>
        </p:spPr>
        <p:txBody>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b="1" dirty="0">
                <a:solidFill>
                  <a:srgbClr val="1F77B4"/>
                </a:solidFill>
              </a:rPr>
              <a:t>8. Comparing Genre separations of the data every year</a:t>
            </a:r>
          </a:p>
        </p:txBody>
      </p:sp>
      <p:pic>
        <p:nvPicPr>
          <p:cNvPr id="4" name="Picture 3">
            <a:extLst>
              <a:ext uri="{FF2B5EF4-FFF2-40B4-BE49-F238E27FC236}">
                <a16:creationId xmlns:a16="http://schemas.microsoft.com/office/drawing/2014/main" id="{30F88BC9-3407-CA6A-8130-6061A6771483}"/>
              </a:ext>
            </a:extLst>
          </p:cNvPr>
          <p:cNvPicPr>
            <a:picLocks noChangeAspect="1"/>
          </p:cNvPicPr>
          <p:nvPr/>
        </p:nvPicPr>
        <p:blipFill>
          <a:blip r:embed="rId3"/>
          <a:stretch>
            <a:fillRect/>
          </a:stretch>
        </p:blipFill>
        <p:spPr>
          <a:xfrm>
            <a:off x="5570785" y="1444148"/>
            <a:ext cx="6340781" cy="5285836"/>
          </a:xfrm>
          <a:prstGeom prst="rect">
            <a:avLst/>
          </a:prstGeom>
        </p:spPr>
      </p:pic>
    </p:spTree>
    <p:extLst>
      <p:ext uri="{BB962C8B-B14F-4D97-AF65-F5344CB8AC3E}">
        <p14:creationId xmlns:p14="http://schemas.microsoft.com/office/powerpoint/2010/main" val="171675049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10_Creative headline 2">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normAutofit/>
          </a:bodyPr>
          <a:lstStyle/>
          <a:p>
            <a:r>
              <a:rPr dirty="0"/>
              <a:t>Genre planning </a:t>
            </a:r>
          </a:p>
        </p:txBody>
      </p:sp>
      <p:sp>
        <p:nvSpPr>
          <p:cNvPr id="3" name="Text Placeholder 2"/>
          <p:cNvSpPr>
            <a:spLocks noGrp="1"/>
          </p:cNvSpPr>
          <p:nvPr>
            <p:ph type="body" sz="quarter" idx="23"/>
          </p:nvPr>
        </p:nvSpPr>
        <p:spPr/>
        <p:txBody>
          <a:bodyPr/>
          <a:lstStyle/>
          <a:p>
            <a:r>
              <a:rPr lang="en-US" dirty="0"/>
              <a:t>Authors</a:t>
            </a:r>
            <a:endParaRPr dirty="0"/>
          </a:p>
        </p:txBody>
      </p:sp>
      <p:sp>
        <p:nvSpPr>
          <p:cNvPr id="4" name="Text Placeholder 3"/>
          <p:cNvSpPr>
            <a:spLocks noGrp="1"/>
          </p:cNvSpPr>
          <p:nvPr>
            <p:ph type="body" sz="quarter" idx="24"/>
          </p:nvPr>
        </p:nvSpPr>
        <p:spPr>
          <a:xfrm>
            <a:off x="1001576" y="4348387"/>
            <a:ext cx="2493008" cy="287167"/>
          </a:xfrm>
        </p:spPr>
        <p:txBody>
          <a:bodyPr>
            <a:normAutofit fontScale="85000" lnSpcReduction="10000"/>
          </a:bodyPr>
          <a:lstStyle/>
          <a:p>
            <a:r>
              <a:rPr lang="en-US" dirty="0"/>
              <a:t>Publications </a:t>
            </a:r>
            <a:r>
              <a:rPr lang="en-US" dirty="0" err="1"/>
              <a:t>devolpment</a:t>
            </a:r>
            <a:endParaRPr dirty="0"/>
          </a:p>
        </p:txBody>
      </p:sp>
      <p:sp>
        <p:nvSpPr>
          <p:cNvPr id="5" name="Text Placeholder 4"/>
          <p:cNvSpPr>
            <a:spLocks noGrp="1"/>
          </p:cNvSpPr>
          <p:nvPr>
            <p:ph type="body" sz="quarter" idx="25"/>
          </p:nvPr>
        </p:nvSpPr>
        <p:spPr/>
        <p:txBody>
          <a:bodyPr>
            <a:normAutofit/>
          </a:bodyPr>
          <a:lstStyle/>
          <a:p>
            <a:r>
              <a:rPr lang="en-US" dirty="0"/>
              <a:t>Free Publications</a:t>
            </a:r>
            <a:endParaRPr dirty="0"/>
          </a:p>
        </p:txBody>
      </p:sp>
      <p:sp>
        <p:nvSpPr>
          <p:cNvPr id="6" name="Text Placeholder 5"/>
          <p:cNvSpPr>
            <a:spLocks noGrp="1"/>
          </p:cNvSpPr>
          <p:nvPr>
            <p:ph type="body" sz="quarter" idx="21"/>
          </p:nvPr>
        </p:nvSpPr>
        <p:spPr>
          <a:xfrm>
            <a:off x="775136" y="2257124"/>
            <a:ext cx="3107635" cy="1770644"/>
          </a:xfrm>
        </p:spPr>
        <p:txBody>
          <a:bodyPr>
            <a:normAutofit/>
          </a:bodyPr>
          <a:lstStyle/>
          <a:p>
            <a:r>
              <a:rPr lang="en-US" dirty="0"/>
              <a:t>From the analysis on the genre overview we may take decision through the insights </a:t>
            </a:r>
          </a:p>
          <a:p>
            <a:r>
              <a:rPr lang="en-US" dirty="0"/>
              <a:t>Consider non-Fiction publications over Fiction in terms of sales, revenue and usages</a:t>
            </a:r>
          </a:p>
          <a:p>
            <a:r>
              <a:rPr lang="en-US" dirty="0"/>
              <a:t>Monitoring yearly growth and difference in genres may help to co ordinate the sales through it </a:t>
            </a:r>
          </a:p>
        </p:txBody>
      </p:sp>
      <p:sp>
        <p:nvSpPr>
          <p:cNvPr id="7" name="Text Placeholder 6"/>
          <p:cNvSpPr>
            <a:spLocks noGrp="1"/>
          </p:cNvSpPr>
          <p:nvPr>
            <p:ph type="body" sz="quarter" idx="26"/>
          </p:nvPr>
        </p:nvSpPr>
        <p:spPr>
          <a:xfrm>
            <a:off x="775136" y="4915469"/>
            <a:ext cx="3826788" cy="1807914"/>
          </a:xfrm>
        </p:spPr>
        <p:txBody>
          <a:bodyPr>
            <a:normAutofit/>
          </a:bodyPr>
          <a:lstStyle/>
          <a:p>
            <a:r>
              <a:rPr lang="en-US" dirty="0"/>
              <a:t>Around </a:t>
            </a:r>
            <a:r>
              <a:rPr lang="en-US" b="1" dirty="0"/>
              <a:t>351</a:t>
            </a:r>
            <a:r>
              <a:rPr lang="en-US" dirty="0"/>
              <a:t> unique publications we have </a:t>
            </a:r>
            <a:br>
              <a:rPr lang="en-US" dirty="0"/>
            </a:br>
            <a:r>
              <a:rPr lang="en-US" dirty="0"/>
              <a:t>analyzed the top selling publications on the data</a:t>
            </a:r>
          </a:p>
          <a:p>
            <a:r>
              <a:rPr lang="en-US" dirty="0"/>
              <a:t>The top selling publication named </a:t>
            </a:r>
            <a:br>
              <a:rPr lang="en-US" dirty="0"/>
            </a:br>
            <a:r>
              <a:rPr lang="en-US" b="1" dirty="0"/>
              <a:t>“Publication Manual of the American Psychological association 6</a:t>
            </a:r>
            <a:r>
              <a:rPr lang="en-US" b="1" baseline="30000" dirty="0"/>
              <a:t>th</a:t>
            </a:r>
            <a:r>
              <a:rPr lang="en-US" b="1" dirty="0"/>
              <a:t> edition”  </a:t>
            </a:r>
            <a:r>
              <a:rPr lang="en-US" dirty="0"/>
              <a:t>when comparing to all others</a:t>
            </a:r>
          </a:p>
          <a:p>
            <a:r>
              <a:rPr lang="en-US" dirty="0"/>
              <a:t>Every year Top </a:t>
            </a:r>
            <a:r>
              <a:rPr lang="en-US" dirty="0" err="1"/>
              <a:t>revenued</a:t>
            </a:r>
            <a:r>
              <a:rPr lang="en-US" dirty="0"/>
              <a:t> publications are shown for the business </a:t>
            </a:r>
            <a:r>
              <a:rPr lang="en-US" dirty="0" err="1"/>
              <a:t>desicions</a:t>
            </a:r>
            <a:endParaRPr lang="en-US" dirty="0"/>
          </a:p>
        </p:txBody>
      </p:sp>
      <p:sp>
        <p:nvSpPr>
          <p:cNvPr id="8" name="Text Placeholder 7"/>
          <p:cNvSpPr>
            <a:spLocks noGrp="1"/>
          </p:cNvSpPr>
          <p:nvPr>
            <p:ph type="body" sz="quarter" idx="27"/>
          </p:nvPr>
        </p:nvSpPr>
        <p:spPr>
          <a:xfrm>
            <a:off x="8777379" y="2257124"/>
            <a:ext cx="3107635" cy="1985464"/>
          </a:xfrm>
        </p:spPr>
        <p:txBody>
          <a:bodyPr>
            <a:normAutofit/>
          </a:bodyPr>
          <a:lstStyle/>
          <a:p>
            <a:r>
              <a:rPr lang="en-US" dirty="0"/>
              <a:t>Around </a:t>
            </a:r>
            <a:r>
              <a:rPr lang="en-US" b="1" dirty="0"/>
              <a:t>248</a:t>
            </a:r>
            <a:r>
              <a:rPr lang="en-US" dirty="0"/>
              <a:t> unique Authors we have analyzed the top revenue generated and reviewed Authors on the data</a:t>
            </a:r>
          </a:p>
          <a:p>
            <a:r>
              <a:rPr lang="en-US" dirty="0"/>
              <a:t>On the terms of review “</a:t>
            </a:r>
            <a:r>
              <a:rPr lang="en-US" b="1" dirty="0"/>
              <a:t>Eric </a:t>
            </a:r>
            <a:r>
              <a:rPr lang="en-US" b="1" dirty="0" err="1"/>
              <a:t>carle</a:t>
            </a:r>
            <a:r>
              <a:rPr lang="en-US" dirty="0"/>
              <a:t>” had highest reviews among others </a:t>
            </a:r>
          </a:p>
          <a:p>
            <a:r>
              <a:rPr lang="en-US" dirty="0"/>
              <a:t>On the terms of revenue “</a:t>
            </a:r>
            <a:r>
              <a:rPr lang="en-US" b="1" dirty="0"/>
              <a:t>American Psychological association </a:t>
            </a:r>
            <a:r>
              <a:rPr lang="en-US" dirty="0"/>
              <a:t>” had highest revenue among others </a:t>
            </a:r>
          </a:p>
          <a:p>
            <a:endParaRPr dirty="0"/>
          </a:p>
        </p:txBody>
      </p:sp>
      <p:sp>
        <p:nvSpPr>
          <p:cNvPr id="9" name="Text Placeholder 8"/>
          <p:cNvSpPr>
            <a:spLocks noGrp="1"/>
          </p:cNvSpPr>
          <p:nvPr>
            <p:ph type="body" sz="quarter" idx="28"/>
          </p:nvPr>
        </p:nvSpPr>
        <p:spPr>
          <a:xfrm>
            <a:off x="8777379" y="4936301"/>
            <a:ext cx="3107635" cy="1162748"/>
          </a:xfrm>
        </p:spPr>
        <p:txBody>
          <a:bodyPr>
            <a:normAutofit lnSpcReduction="10000"/>
          </a:bodyPr>
          <a:lstStyle/>
          <a:p>
            <a:r>
              <a:rPr lang="en-US" dirty="0"/>
              <a:t>There are few free publications on the data and had top free publications with highest reviews as considered </a:t>
            </a:r>
          </a:p>
          <a:p>
            <a:r>
              <a:rPr lang="en-US" dirty="0"/>
              <a:t>“</a:t>
            </a:r>
            <a:r>
              <a:rPr lang="en-US" b="1" dirty="0"/>
              <a:t>To Kill a Mockingbird</a:t>
            </a:r>
            <a:r>
              <a:rPr lang="en-US" dirty="0"/>
              <a:t>” had most reviews on among Free publications </a:t>
            </a:r>
          </a:p>
          <a:p>
            <a:endParaRPr dirty="0"/>
          </a:p>
        </p:txBody>
      </p:sp>
      <p:sp>
        <p:nvSpPr>
          <p:cNvPr id="10" name="Text Placeholder 9"/>
          <p:cNvSpPr>
            <a:spLocks noGrp="1"/>
          </p:cNvSpPr>
          <p:nvPr>
            <p:ph type="body" sz="quarter" idx="29"/>
          </p:nvPr>
        </p:nvSpPr>
        <p:spPr/>
        <p:txBody>
          <a:bodyPr/>
          <a:lstStyle/>
          <a:p>
            <a:r>
              <a:t>Strategic Use</a:t>
            </a:r>
          </a:p>
        </p:txBody>
      </p:sp>
      <p:pic>
        <p:nvPicPr>
          <p:cNvPr id="23" name="Picture 22" descr="image.wmf"/>
          <p:cNvPicPr>
            <a:picLocks noChangeAspect="1"/>
          </p:cNvPicPr>
          <p:nvPr/>
        </p:nvPicPr>
        <p:blipFill>
          <a:blip r:embed="rId3"/>
          <a:stretch>
            <a:fillRect/>
          </a:stretch>
        </p:blipFill>
        <p:spPr>
          <a:xfrm>
            <a:off x="4924075" y="2369425"/>
            <a:ext cx="659094" cy="564633"/>
          </a:xfrm>
          <a:prstGeom prst="rect">
            <a:avLst/>
          </a:prstGeom>
        </p:spPr>
      </p:pic>
      <p:pic>
        <p:nvPicPr>
          <p:cNvPr id="24" name="Picture 23" descr="image.wmf"/>
          <p:cNvPicPr>
            <a:picLocks noChangeAspect="1"/>
          </p:cNvPicPr>
          <p:nvPr/>
        </p:nvPicPr>
        <p:blipFill>
          <a:blip r:embed="rId4"/>
          <a:stretch>
            <a:fillRect/>
          </a:stretch>
        </p:blipFill>
        <p:spPr>
          <a:xfrm>
            <a:off x="4601924" y="4027768"/>
            <a:ext cx="659094" cy="564633"/>
          </a:xfrm>
          <a:prstGeom prst="rect">
            <a:avLst/>
          </a:prstGeom>
        </p:spPr>
      </p:pic>
      <p:pic>
        <p:nvPicPr>
          <p:cNvPr id="25" name="Picture 24" descr="image.wmf"/>
          <p:cNvPicPr>
            <a:picLocks noChangeAspect="1"/>
          </p:cNvPicPr>
          <p:nvPr/>
        </p:nvPicPr>
        <p:blipFill>
          <a:blip r:embed="rId5"/>
          <a:stretch>
            <a:fillRect/>
          </a:stretch>
        </p:blipFill>
        <p:spPr>
          <a:xfrm>
            <a:off x="12532299" y="740414"/>
            <a:ext cx="659094" cy="564633"/>
          </a:xfrm>
          <a:prstGeom prst="rect">
            <a:avLst/>
          </a:prstGeom>
        </p:spPr>
      </p:pic>
      <p:pic>
        <p:nvPicPr>
          <p:cNvPr id="26" name="Picture 25" descr="image.wmf"/>
          <p:cNvPicPr>
            <a:picLocks noChangeAspect="1"/>
          </p:cNvPicPr>
          <p:nvPr/>
        </p:nvPicPr>
        <p:blipFill>
          <a:blip r:embed="rId3"/>
          <a:stretch>
            <a:fillRect/>
          </a:stretch>
        </p:blipFill>
        <p:spPr>
          <a:xfrm>
            <a:off x="7103202" y="3982048"/>
            <a:ext cx="659094" cy="564633"/>
          </a:xfrm>
          <a:prstGeom prst="rect">
            <a:avLst/>
          </a:prstGeom>
        </p:spPr>
      </p:pic>
      <p:sp>
        <p:nvSpPr>
          <p:cNvPr id="17" name="Title 16"/>
          <p:cNvSpPr>
            <a:spLocks noGrp="1"/>
          </p:cNvSpPr>
          <p:nvPr>
            <p:ph type="title"/>
          </p:nvPr>
        </p:nvSpPr>
        <p:spPr/>
        <p:txBody>
          <a:bodyPr/>
          <a:lstStyle/>
          <a:p>
            <a:r>
              <a:rPr dirty="0"/>
              <a:t>Use Cases and Business Insights</a:t>
            </a:r>
          </a:p>
        </p:txBody>
      </p:sp>
      <p:sp>
        <p:nvSpPr>
          <p:cNvPr id="18" name="Text Placeholder 17"/>
          <p:cNvSpPr>
            <a:spLocks noGrp="1"/>
          </p:cNvSpPr>
          <p:nvPr>
            <p:ph type="body" sz="quarter" idx="41"/>
          </p:nvPr>
        </p:nvSpPr>
        <p:spPr>
          <a:xfrm>
            <a:off x="494280" y="1022731"/>
            <a:ext cx="11390734" cy="454080"/>
          </a:xfrm>
        </p:spPr>
        <p:txBody>
          <a:bodyPr/>
          <a:lstStyle/>
          <a:p>
            <a:r>
              <a:rPr dirty="0"/>
              <a:t>Best seller data reveals actionable insights for inventory, product strategy, market entry, and real</a:t>
            </a:r>
          </a:p>
        </p:txBody>
      </p:sp>
      <p:sp>
        <p:nvSpPr>
          <p:cNvPr id="19" name="Content Placeholder 18"/>
          <p:cNvSpPr>
            <a:spLocks noGrp="1"/>
          </p:cNvSpPr>
          <p:nvPr>
            <p:ph sz="quarter" idx="42"/>
          </p:nvPr>
        </p:nvSpPr>
        <p:spPr/>
        <p:txBody>
          <a:bodyPr/>
          <a:lstStyle/>
          <a:p>
            <a:r>
              <a:rPr lang="en-US" dirty="0"/>
              <a:t>GENRE</a:t>
            </a:r>
            <a:endParaRPr dirty="0"/>
          </a:p>
        </p:txBody>
      </p:sp>
      <p:sp>
        <p:nvSpPr>
          <p:cNvPr id="20" name="Content Placeholder 19"/>
          <p:cNvSpPr>
            <a:spLocks noGrp="1"/>
          </p:cNvSpPr>
          <p:nvPr>
            <p:ph sz="quarter" idx="43"/>
          </p:nvPr>
        </p:nvSpPr>
        <p:spPr>
          <a:xfrm>
            <a:off x="4350301" y="4629658"/>
            <a:ext cx="1159715" cy="226131"/>
          </a:xfrm>
        </p:spPr>
        <p:txBody>
          <a:bodyPr/>
          <a:lstStyle/>
          <a:p>
            <a:r>
              <a:rPr lang="en-US" sz="1000" dirty="0"/>
              <a:t>PUBLICATIONS</a:t>
            </a:r>
          </a:p>
        </p:txBody>
      </p:sp>
      <p:sp>
        <p:nvSpPr>
          <p:cNvPr id="21" name="Content Placeholder 20"/>
          <p:cNvSpPr>
            <a:spLocks noGrp="1"/>
          </p:cNvSpPr>
          <p:nvPr>
            <p:ph sz="quarter" idx="44"/>
          </p:nvPr>
        </p:nvSpPr>
        <p:spPr/>
        <p:txBody>
          <a:bodyPr/>
          <a:lstStyle/>
          <a:p>
            <a:r>
              <a:rPr lang="en-US" sz="1000" dirty="0"/>
              <a:t>AUTHORS</a:t>
            </a:r>
          </a:p>
        </p:txBody>
      </p:sp>
      <p:sp>
        <p:nvSpPr>
          <p:cNvPr id="22" name="Content Placeholder 21"/>
          <p:cNvSpPr>
            <a:spLocks noGrp="1"/>
          </p:cNvSpPr>
          <p:nvPr>
            <p:ph sz="quarter" idx="45"/>
          </p:nvPr>
        </p:nvSpPr>
        <p:spPr>
          <a:xfrm>
            <a:off x="6846359" y="4523325"/>
            <a:ext cx="1166478" cy="226992"/>
          </a:xfrm>
        </p:spPr>
        <p:txBody>
          <a:bodyPr/>
          <a:lstStyle/>
          <a:p>
            <a:r>
              <a:rPr lang="en-US" dirty="0"/>
              <a:t>Free Publications</a:t>
            </a:r>
          </a:p>
        </p:txBody>
      </p:sp>
      <p:pic>
        <p:nvPicPr>
          <p:cNvPr id="13" name="Picture 12" descr="image.wmf">
            <a:extLst>
              <a:ext uri="{FF2B5EF4-FFF2-40B4-BE49-F238E27FC236}">
                <a16:creationId xmlns:a16="http://schemas.microsoft.com/office/drawing/2014/main" id="{28396CB7-67B1-9051-A016-B2E271F7BD20}"/>
              </a:ext>
            </a:extLst>
          </p:cNvPr>
          <p:cNvPicPr>
            <a:picLocks noChangeAspect="1"/>
          </p:cNvPicPr>
          <p:nvPr/>
        </p:nvPicPr>
        <p:blipFill>
          <a:blip r:embed="rId4"/>
          <a:stretch>
            <a:fillRect/>
          </a:stretch>
        </p:blipFill>
        <p:spPr>
          <a:xfrm>
            <a:off x="6782351" y="2389384"/>
            <a:ext cx="659094" cy="5646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isclaimer_slide">
    <p:spTree>
      <p:nvGrpSpPr>
        <p:cNvPr id="1" name=""/>
        <p:cNvGrpSpPr/>
        <p:nvPr/>
      </p:nvGrpSpPr>
      <p:grpSpPr>
        <a:xfrm>
          <a:off x="0" y="0"/>
          <a:ext cx="0" cy="0"/>
          <a:chOff x="0" y="0"/>
          <a:chExt cx="0" cy="0"/>
        </a:xfrm>
      </p:grpSpPr>
      <p:sp>
        <p:nvSpPr>
          <p:cNvPr id="5" name="Title 16">
            <a:extLst>
              <a:ext uri="{FF2B5EF4-FFF2-40B4-BE49-F238E27FC236}">
                <a16:creationId xmlns:a16="http://schemas.microsoft.com/office/drawing/2014/main" id="{F9E78F2A-84BF-19C2-592B-76851C22A856}"/>
              </a:ext>
            </a:extLst>
          </p:cNvPr>
          <p:cNvSpPr txBox="1">
            <a:spLocks/>
          </p:cNvSpPr>
          <p:nvPr/>
        </p:nvSpPr>
        <p:spPr>
          <a:xfrm>
            <a:off x="237924" y="4764024"/>
            <a:ext cx="5184468" cy="1975228"/>
          </a:xfrm>
          <a:prstGeom prst="rect">
            <a:avLst/>
          </a:prstGeom>
        </p:spPr>
        <p:txBody>
          <a:bodyPr/>
          <a:lstStyle>
            <a:lvl1pPr algn="l" defTabSz="1219170" rtl="0" eaLnBrk="1" latinLnBrk="0" hangingPunct="1">
              <a:spcBef>
                <a:spcPct val="0"/>
              </a:spcBef>
              <a:buNone/>
              <a:defRPr sz="2400" b="1" i="0" kern="1200">
                <a:solidFill>
                  <a:schemeClr val="tx1"/>
                </a:solidFill>
                <a:latin typeface="+mj-lt"/>
                <a:ea typeface="Open Sans Semibold" panose="020B0606030504020204" pitchFamily="34" charset="0"/>
                <a:cs typeface="Open Sans Semibold" panose="020B0606030504020204" pitchFamily="34" charset="0"/>
              </a:defRPr>
            </a:lvl1pPr>
          </a:lstStyle>
          <a:p>
            <a:r>
              <a:rPr lang="en-US" sz="4000" dirty="0">
                <a:solidFill>
                  <a:srgbClr val="27AFB3"/>
                </a:solidFill>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Consulting Scrapbook">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Custom 1">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_CommercialOrg_template_2020" id="{D32F86C5-6E97-174B-AF1F-49E790DA0834}" vid="{A6D12DED-5EF3-5249-A518-6826C0E517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521CF05-19DE-4FCC-9AD1-856F9020ABEC}">
  <we:reference id="97ff72f7-3dc5-4f2f-8c24-51759c83085f" version="1.0.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9018822-8f85-4244-b13b-d1ae05c1217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64A927CB5BCC74F82397CE402B68C8E" ma:contentTypeVersion="15" ma:contentTypeDescription="Create a new document." ma:contentTypeScope="" ma:versionID="bc9e393431c4ef6edd3305b75c521bfd">
  <xsd:schema xmlns:xsd="http://www.w3.org/2001/XMLSchema" xmlns:xs="http://www.w3.org/2001/XMLSchema" xmlns:p="http://schemas.microsoft.com/office/2006/metadata/properties" xmlns:ns2="19018822-8f85-4244-b13b-d1ae05c1217e" xmlns:ns3="558a8692-e5ec-434e-b798-65dbd92d1c46" targetNamespace="http://schemas.microsoft.com/office/2006/metadata/properties" ma:root="true" ma:fieldsID="d65e8cd007952a49f1ca5d9187096128" ns2:_="" ns3:_="">
    <xsd:import namespace="19018822-8f85-4244-b13b-d1ae05c1217e"/>
    <xsd:import namespace="558a8692-e5ec-434e-b798-65dbd92d1c4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018822-8f85-4244-b13b-d1ae05c121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8a8692-e5ec-434e-b798-65dbd92d1c4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97C2DB-0498-43B1-92DA-4A0E8D5DBF3F}">
  <ds:schemaRefs>
    <ds:schemaRef ds:uri="http://schemas.microsoft.com/sharepoint/v3/contenttype/forms"/>
  </ds:schemaRefs>
</ds:datastoreItem>
</file>

<file path=customXml/itemProps2.xml><?xml version="1.0" encoding="utf-8"?>
<ds:datastoreItem xmlns:ds="http://schemas.openxmlformats.org/officeDocument/2006/customXml" ds:itemID="{5364A6BA-4167-4809-B3BC-2970F05C016F}">
  <ds:schemaRefs>
    <ds:schemaRef ds:uri="558a8692-e5ec-434e-b798-65dbd92d1c46"/>
    <ds:schemaRef ds:uri="http://www.w3.org/XML/1998/namespace"/>
    <ds:schemaRef ds:uri="http://schemas.openxmlformats.org/package/2006/metadata/core-properties"/>
    <ds:schemaRef ds:uri="http://purl.org/dc/terms/"/>
    <ds:schemaRef ds:uri="http://schemas.microsoft.com/office/2006/documentManagement/types"/>
    <ds:schemaRef ds:uri="http://purl.org/dc/elements/1.1/"/>
    <ds:schemaRef ds:uri="19018822-8f85-4244-b13b-d1ae05c1217e"/>
    <ds:schemaRef ds:uri="http://purl.org/dc/dcmitype/"/>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5FD989D-0B9B-448C-8019-9C232A0F81DA}">
  <ds:schemaRefs>
    <ds:schemaRef ds:uri="19018822-8f85-4244-b13b-d1ae05c1217e"/>
    <ds:schemaRef ds:uri="558a8692-e5ec-434e-b798-65dbd92d1c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523</TotalTime>
  <Words>822</Words>
  <Application>Microsoft Office PowerPoint</Application>
  <PresentationFormat>Widescreen</PresentationFormat>
  <Paragraphs>131</Paragraphs>
  <Slides>11</Slides>
  <Notes>7</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4" baseType="lpstr">
      <vt:lpstr>Aptos</vt:lpstr>
      <vt:lpstr>Aptos Narrow</vt:lpstr>
      <vt:lpstr>Arial</vt:lpstr>
      <vt:lpstr>Calibri</vt:lpstr>
      <vt:lpstr>Chronicle Display Black</vt:lpstr>
      <vt:lpstr>Open Sans</vt:lpstr>
      <vt:lpstr>Open Sans Light</vt:lpstr>
      <vt:lpstr>Open Sans Semibold</vt:lpstr>
      <vt:lpstr>Open Sans Semibold</vt:lpstr>
      <vt:lpstr>Verdana</vt:lpstr>
      <vt:lpstr>Wingdings 2</vt:lpstr>
      <vt:lpstr>Deloitte Consulting Scrapbook</vt:lpstr>
      <vt:lpstr>think-cell Slide</vt:lpstr>
      <vt:lpstr>PowerPoint Presentation</vt:lpstr>
      <vt:lpstr>Table of Contents</vt:lpstr>
      <vt:lpstr>Importance of Best Seller Lists</vt:lpstr>
      <vt:lpstr>Amazon Best Seller Data Author review Overview</vt:lpstr>
      <vt:lpstr>Amazon Best Seller Data authors Overview</vt:lpstr>
      <vt:lpstr>Amazon Best Seller Data publications Overview</vt:lpstr>
      <vt:lpstr>Amazon Best Seller Data Free publications Overview</vt:lpstr>
      <vt:lpstr>Amazon Best Seller Data Overview</vt:lpstr>
      <vt:lpstr>Amazon Best Seller Data Overview</vt:lpstr>
      <vt:lpstr>Use Cases and Business Insights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Sonnyk, Sofiia</dc:creator>
  <cp:lastModifiedBy>Manoharan, Sanjaykishore</cp:lastModifiedBy>
  <cp:revision>8</cp:revision>
  <dcterms:created xsi:type="dcterms:W3CDTF">2025-07-15T12:55:17Z</dcterms:created>
  <dcterms:modified xsi:type="dcterms:W3CDTF">2026-04-02T08:34:13Z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0x010100664A927CB5BCC74F82397CE402B68C8E</vt:lpwstr>
  </property>
  <property fmtid="{D5CDD505-2E9C-101B-9397-08002B2CF9AE}" pid="3" name="MediaServiceImageTags">
    <vt:lpwstr/>
  </property>
</Properties>
</file>