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286" r:id="rId5"/>
    <p:sldId id="287" r:id="rId6"/>
    <p:sldId id="288" r:id="rId7"/>
    <p:sldId id="289" r:id="rId8"/>
    <p:sldId id="290" r:id="rId9"/>
    <p:sldId id="291" r:id="rId10"/>
    <p:sldId id="29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286" autoAdjust="0"/>
  </p:normalViewPr>
  <p:slideViewPr>
    <p:cSldViewPr snapToGrid="0" showGuides="1">
      <p:cViewPr varScale="1">
        <p:scale>
          <a:sx n="104" d="100"/>
          <a:sy n="104" d="100"/>
        </p:scale>
        <p:origin x="642" y="108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4/1/2026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652E4-5120-44D6-918A-894636DEFCBD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FCCB-C668-E375-745A-4092D4D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15DBE-C581-DF12-8B02-1BB4FA99B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158" name="Picture Placeholder 157" descr="Cloud Icon">
            <a:extLst>
              <a:ext uri="{FF2B5EF4-FFF2-40B4-BE49-F238E27FC236}">
                <a16:creationId xmlns:a16="http://schemas.microsoft.com/office/drawing/2014/main" id="{E00EE016-AD81-3104-FB78-D36E9AF9EF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1EFE-C206-4E9F-1ECA-69B8E8047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4798AF-C115-FD01-660C-FACB9324AE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F0FB64-55E0-EC94-60C2-AF7B00F794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16" name="Picture Placeholder 215" descr="3d Glasses">
            <a:extLst>
              <a:ext uri="{FF2B5EF4-FFF2-40B4-BE49-F238E27FC236}">
                <a16:creationId xmlns:a16="http://schemas.microsoft.com/office/drawing/2014/main" id="{77F5520F-24C4-6968-9481-7307959BD532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D1A1A3-7B06-540A-7142-A38FDAEFF9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2FED6-AAD8-5F8E-79B4-DF24A78237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09AC-45B9-55D7-27D2-36A3565F37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6CF7B6D-90A6-8A59-BCF3-987FD30E7D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48" name="Picture Placeholder 247" descr="Notebook">
            <a:extLst>
              <a:ext uri="{FF2B5EF4-FFF2-40B4-BE49-F238E27FC236}">
                <a16:creationId xmlns:a16="http://schemas.microsoft.com/office/drawing/2014/main" id="{80BB589F-B280-8794-B12E-C4B4F9F40D8F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020" b="1020"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8764F9-E4BE-4CDA-9057-9DAC7145421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718A59-7FF0-150D-65DA-7E2BCFAC7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D98222-E384-9A18-1F02-89CAC7CC3B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1E28D7-854E-501F-42D9-C642C74C2B7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0" name="Picture Placeholder 249" descr="Notebook Cover Icon">
            <a:extLst>
              <a:ext uri="{FF2B5EF4-FFF2-40B4-BE49-F238E27FC236}">
                <a16:creationId xmlns:a16="http://schemas.microsoft.com/office/drawing/2014/main" id="{F527D6BB-A9B3-378E-8050-7344D01546AF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020" r="1020"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E03F989-54DC-067A-FE2C-CC0917539F8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668396-55B1-62F2-1540-284A767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796CA2-AD43-6CE8-757E-437D60714D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82DF9C1-AC48-88A4-1DE4-5C291D78D08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2" name="Picture Placeholder 251" descr="Control Icon">
            <a:extLst>
              <a:ext uri="{FF2B5EF4-FFF2-40B4-BE49-F238E27FC236}">
                <a16:creationId xmlns:a16="http://schemas.microsoft.com/office/drawing/2014/main" id="{1F80EB59-7B2B-552F-D090-B761060668A6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E0AB1ED-F5D1-D929-4FEE-C47FC6E1F3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43785B-1A6D-E1D6-6E52-FE4E67D01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478444-AE6E-47B8-62DC-D7A140229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7EEEE4-EFCB-5235-DF74-74FE37B59EB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254" name="Picture Placeholder 253" descr="Door opening icon">
            <a:extLst>
              <a:ext uri="{FF2B5EF4-FFF2-40B4-BE49-F238E27FC236}">
                <a16:creationId xmlns:a16="http://schemas.microsoft.com/office/drawing/2014/main" id="{745667E5-35F8-39AC-E268-62AE0F238D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A96CED8-CB30-2B2E-9162-1F8036EFB37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79483BE1-6DA7-D003-E2C0-D63969BC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465" name="Slide Number Placeholder 464">
            <a:extLst>
              <a:ext uri="{FF2B5EF4-FFF2-40B4-BE49-F238E27FC236}">
                <a16:creationId xmlns:a16="http://schemas.microsoft.com/office/drawing/2014/main" id="{F449235B-77DE-3ADB-9E4E-186CD777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1</a:t>
            </a:fld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819713-90D5-D6DB-A09C-7E98B2CAD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33">
            <a:extLst>
              <a:ext uri="{FF2B5EF4-FFF2-40B4-BE49-F238E27FC236}">
                <a16:creationId xmlns:a16="http://schemas.microsoft.com/office/drawing/2014/main" id="{2DEC2AB0-AD5D-23DE-B7FB-17CD20BB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/>
          <a:lstStyle/>
          <a:p>
            <a:r>
              <a:rPr lang="en-US" dirty="0"/>
              <a:t>Project timeline  </a:t>
            </a:r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24F33FBC-ED8B-5877-6570-004051152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30" name="Picture Placeholder 157" descr="Cloud Icon">
            <a:extLst>
              <a:ext uri="{FF2B5EF4-FFF2-40B4-BE49-F238E27FC236}">
                <a16:creationId xmlns:a16="http://schemas.microsoft.com/office/drawing/2014/main" id="{413EA097-7B19-8BB7-BCF4-6FC6A0DDC3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9DAC9834-0E75-E542-2370-0FDBC1CC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dirty="0"/>
              <a:t>Initiation</a:t>
            </a:r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3AB5C4FD-1C4E-72A5-479C-56B52402F1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r>
              <a:rPr lang="en-US" dirty="0"/>
              <a:t>Defining the project scope, objectives, and deliverables.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F2A039BC-EA78-7EE5-5BCD-6445C12EFA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056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90" name="Picture Placeholder 89" descr="3d Glasses outline">
            <a:extLst>
              <a:ext uri="{FF2B5EF4-FFF2-40B4-BE49-F238E27FC236}">
                <a16:creationId xmlns:a16="http://schemas.microsoft.com/office/drawing/2014/main" id="{A9898713-8A99-08D7-637C-53C4E2404AD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96796" y="4513453"/>
            <a:ext cx="457200" cy="457200"/>
          </a:xfrm>
        </p:spPr>
      </p:pic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063DDA4C-AD55-B53D-8A28-95C0BBBBA2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60" y="4894756"/>
            <a:ext cx="893064" cy="335470"/>
          </a:xfrm>
        </p:spPr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7574CEC2-3920-9E1F-1DC2-7551B8D28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C759D89D-5722-47C0-8606-D901DEFAA8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r>
              <a:rPr lang="en-US" dirty="0"/>
              <a:t>Detailed project plans created, including development of work breakdown structure.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91D5A8AA-0B24-DA3A-3D0F-D626603B9A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2072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19" name="Picture Placeholder 118" descr="Blueprint outline">
            <a:extLst>
              <a:ext uri="{FF2B5EF4-FFF2-40B4-BE49-F238E27FC236}">
                <a16:creationId xmlns:a16="http://schemas.microsoft.com/office/drawing/2014/main" id="{A934FCB9-7C01-1298-196C-DA9C13B08FAA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02024" y="4513453"/>
            <a:ext cx="457200" cy="457200"/>
          </a:xfrm>
        </p:spPr>
      </p:pic>
      <p:sp>
        <p:nvSpPr>
          <p:cNvPr id="149" name="Text Placeholder 148">
            <a:extLst>
              <a:ext uri="{FF2B5EF4-FFF2-40B4-BE49-F238E27FC236}">
                <a16:creationId xmlns:a16="http://schemas.microsoft.com/office/drawing/2014/main" id="{D2CCFB70-D3C5-F09B-94B6-4FABA14941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62072" y="4894756"/>
            <a:ext cx="893064" cy="335470"/>
          </a:xfrm>
        </p:spPr>
        <p:txBody>
          <a:bodyPr/>
          <a:lstStyle/>
          <a:p>
            <a:r>
              <a:rPr lang="en-US" dirty="0"/>
              <a:t>Feb</a:t>
            </a:r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BEC632B1-B9E6-3EE9-91AC-C47F5219FE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CAC3E407-C96F-DE57-9910-64CBADB843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r>
              <a:rPr lang="en-US" dirty="0"/>
              <a:t>Project tasks are performed, and the project plan is put into action.</a:t>
            </a:r>
          </a:p>
        </p:txBody>
      </p:sp>
      <p:sp>
        <p:nvSpPr>
          <p:cNvPr id="150" name="Text Placeholder 149">
            <a:extLst>
              <a:ext uri="{FF2B5EF4-FFF2-40B4-BE49-F238E27FC236}">
                <a16:creationId xmlns:a16="http://schemas.microsoft.com/office/drawing/2014/main" id="{B65663B2-F5C5-DC40-A432-3D45450951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65776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0" name="Picture Placeholder 119" descr="Playbook outline">
            <a:extLst>
              <a:ext uri="{FF2B5EF4-FFF2-40B4-BE49-F238E27FC236}">
                <a16:creationId xmlns:a16="http://schemas.microsoft.com/office/drawing/2014/main" id="{AC7FDD67-FD6B-557E-102B-1F5EB87B3FD0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07252" y="4517172"/>
            <a:ext cx="457200" cy="457200"/>
          </a:xfrm>
        </p:spPr>
      </p:pic>
      <p:sp>
        <p:nvSpPr>
          <p:cNvPr id="151" name="Text Placeholder 150">
            <a:extLst>
              <a:ext uri="{FF2B5EF4-FFF2-40B4-BE49-F238E27FC236}">
                <a16:creationId xmlns:a16="http://schemas.microsoft.com/office/drawing/2014/main" id="{C9A94E6D-A15E-3826-0843-D88B2080923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5776" y="4894756"/>
            <a:ext cx="893064" cy="335470"/>
          </a:xfrm>
        </p:spPr>
        <p:txBody>
          <a:bodyPr/>
          <a:lstStyle/>
          <a:p>
            <a:r>
              <a:rPr lang="en-US" dirty="0"/>
              <a:t>Mar</a:t>
            </a:r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A1232BD9-9CC5-ECC6-760C-C0CE012294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dirty="0"/>
              <a:t>Control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EAEE197-84A9-7E49-AC95-96B3645EA8C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r>
              <a:rPr lang="en-US" dirty="0"/>
              <a:t>Progress is monitored, and any deviations from the plan are identified and addressed.</a:t>
            </a:r>
          </a:p>
        </p:txBody>
      </p:sp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A60F538F-FE8B-37AC-23F8-0921E8BA77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257288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1" name="Picture Placeholder 120" descr="Continuous Improvement outline">
            <a:extLst>
              <a:ext uri="{FF2B5EF4-FFF2-40B4-BE49-F238E27FC236}">
                <a16:creationId xmlns:a16="http://schemas.microsoft.com/office/drawing/2014/main" id="{ECE2A6B8-4CDC-FC62-4720-88375F6083D2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12480" y="4517172"/>
            <a:ext cx="457200" cy="457200"/>
          </a:xfrm>
        </p:spPr>
      </p:pic>
      <p:sp>
        <p:nvSpPr>
          <p:cNvPr id="153" name="Text Placeholder 152">
            <a:extLst>
              <a:ext uri="{FF2B5EF4-FFF2-40B4-BE49-F238E27FC236}">
                <a16:creationId xmlns:a16="http://schemas.microsoft.com/office/drawing/2014/main" id="{2E64157C-14E1-D827-6C8B-B2C68325511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257288" y="4894756"/>
            <a:ext cx="893064" cy="335470"/>
          </a:xfrm>
        </p:spPr>
        <p:txBody>
          <a:bodyPr/>
          <a:lstStyle/>
          <a:p>
            <a:r>
              <a:rPr lang="en-US" dirty="0"/>
              <a:t>Apr</a:t>
            </a:r>
          </a:p>
        </p:txBody>
      </p:sp>
      <p:sp>
        <p:nvSpPr>
          <p:cNvPr id="140" name="Text Placeholder 139">
            <a:extLst>
              <a:ext uri="{FF2B5EF4-FFF2-40B4-BE49-F238E27FC236}">
                <a16:creationId xmlns:a16="http://schemas.microsoft.com/office/drawing/2014/main" id="{F744DCC4-E9B7-1CE6-4798-D32E323FD0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1996440" cy="381190"/>
          </a:xfrm>
        </p:spPr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5C53A9E8-67CB-044F-12C9-8C444FBC5E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r>
              <a:rPr lang="en-US" dirty="0"/>
              <a:t>Documenting deliverables, conducting reviews, transitioning outcomes.</a:t>
            </a:r>
          </a:p>
        </p:txBody>
      </p:sp>
      <p:sp>
        <p:nvSpPr>
          <p:cNvPr id="154" name="Text Placeholder 153">
            <a:extLst>
              <a:ext uri="{FF2B5EF4-FFF2-40B4-BE49-F238E27FC236}">
                <a16:creationId xmlns:a16="http://schemas.microsoft.com/office/drawing/2014/main" id="{15E6A12E-9690-FBD5-1CAE-8D37EC4CB35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448800" y="4505738"/>
            <a:ext cx="893064" cy="33547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pic>
        <p:nvPicPr>
          <p:cNvPr id="122" name="Picture Placeholder 121" descr="Door Open outline">
            <a:extLst>
              <a:ext uri="{FF2B5EF4-FFF2-40B4-BE49-F238E27FC236}">
                <a16:creationId xmlns:a16="http://schemas.microsoft.com/office/drawing/2014/main" id="{D03F848E-1594-8E4D-2369-DF382495F443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599038" y="4513453"/>
            <a:ext cx="457200" cy="457200"/>
          </a:xfrm>
        </p:spPr>
      </p:pic>
      <p:sp>
        <p:nvSpPr>
          <p:cNvPr id="155" name="Text Placeholder 154">
            <a:extLst>
              <a:ext uri="{FF2B5EF4-FFF2-40B4-BE49-F238E27FC236}">
                <a16:creationId xmlns:a16="http://schemas.microsoft.com/office/drawing/2014/main" id="{5D02CD86-EE72-2BC2-3E8A-CBC67F7EAC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448800" y="4894756"/>
            <a:ext cx="893064" cy="335470"/>
          </a:xfrm>
        </p:spPr>
        <p:txBody>
          <a:bodyPr/>
          <a:lstStyle/>
          <a:p>
            <a:r>
              <a:rPr lang="en-US" dirty="0"/>
              <a:t>May</a:t>
            </a:r>
          </a:p>
        </p:txBody>
      </p:sp>
      <p:sp>
        <p:nvSpPr>
          <p:cNvPr id="241" name="Footer Placeholder 240">
            <a:extLst>
              <a:ext uri="{FF2B5EF4-FFF2-40B4-BE49-F238E27FC236}">
                <a16:creationId xmlns:a16="http://schemas.microsoft.com/office/drawing/2014/main" id="{0E49AC42-D7D0-1DBF-DB3D-53AF3A7A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</p:spPr>
        <p:txBody>
          <a:bodyPr/>
          <a:lstStyle/>
          <a:p>
            <a:r>
              <a:rPr lang="en-US" dirty="0"/>
              <a:t>RELECLOUD / PROJECT TIMELINE</a:t>
            </a:r>
          </a:p>
        </p:txBody>
      </p:sp>
      <p:sp>
        <p:nvSpPr>
          <p:cNvPr id="304" name="Slide Number Placeholder 303">
            <a:extLst>
              <a:ext uri="{FF2B5EF4-FFF2-40B4-BE49-F238E27FC236}">
                <a16:creationId xmlns:a16="http://schemas.microsoft.com/office/drawing/2014/main" id="{F5CF2189-9396-98CA-20BE-C96BEA96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</p:spPr>
        <p:txBody>
          <a:bodyPr/>
          <a:lstStyle/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178B4CA-AAA9-04D3-7DCC-9AF67D4B6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19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32E3-1817-B5C6-B21F-42DF4AEA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 high rating authors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5FA25-C0A4-FEE6-47F8-4DB5B0F5B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Overall years  &amp; year by year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72733C-E7A2-71F4-4773-5CB273F240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5DDA9-8C6D-56EE-F934-7B86B11554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1EB840-C616-4D1A-4CE7-BA4E29FA45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86DA89-7F65-CCA8-678A-9846190DFA3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51B1A22-4B2A-51EF-225F-6B858A6B027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261AC8-5211-414C-9B31-BBCF1F3D13D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DF0C20-0D9B-7DC3-C80E-CD50267BAC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393653-C1FE-6587-3A22-FF512105C8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C35D35-C9D3-776F-F746-76AFD3BAAB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55BD2B5-126B-990C-214D-B6E181B17B3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195EFC-868A-7903-3AD0-92E237FBA3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7B0B198-5893-B66F-F0CF-28ED1017EC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3CC88E2-08AF-95A8-206F-7A10C53AA6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6144A2F-FF73-8DEA-D85F-8321DF47239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10F79CA-A04E-0B67-265D-832007B744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A5D304C-56FD-5DEA-760D-10F93433E89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00652D9-6D2A-3F88-EF34-778E6E0C09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185F918-5FC0-F231-E03F-45A551C7849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E20E2FE-0ABC-09FA-929F-C1160F9EC16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F8A0FC-B8CD-9434-1D0B-FFB9DDA2CCD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3CE1D1E-AA9D-B476-2530-2912888E013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4B3CE8F-9675-8015-3981-5A6E480866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350CEBA-5341-E78A-4BBC-B259C91D7C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146D78A-5F45-C11A-74E7-1DBD5CE5167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97CEE37-CA25-CCFA-372B-F089600C766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BA9AA00-64F9-7153-F5A9-F265DE26D6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1734CF7-E819-4F3E-6F63-62EBB32B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" y="1855852"/>
            <a:ext cx="4447032" cy="28905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DE1E536-A05F-7BF5-62DA-6FA3485A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763" y="1858300"/>
            <a:ext cx="4669536" cy="287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5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D05C-A0A3-0D2C-5009-EC72CDBF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Top revenue generated authors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1EE6A-3D3B-1F52-C698-3D8C63DBF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472732-516D-0998-C0F8-E3E961AC4E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FA631-B50B-6863-6BFB-43DF4D0AF2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D49933-9143-868E-6AEA-DC34F5739C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72E128-0576-BCC8-CCD1-F026F39EEAF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4AEF5BF-171A-D0B8-1346-9C4D2E2C049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286296-1F14-65CA-A745-02F7CA27105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408EEB-452F-1C5B-EFFC-8B0EC63945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CE45282-0C14-2D70-2105-DE2F232927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148FD9-5A51-63D5-B461-DF67F00D787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BE3001B-BEC3-62D7-2150-4F4BDCC897B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7F991C-3C77-871F-6179-DA9BD272B58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AE5675-EAE3-4CC7-B43D-26C9F5CDA1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6A98BA4-8FE0-7435-4437-BF5BE403F1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E8666C9-C7BA-8117-25D8-B8DB4EBF6CA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8F7B7B7-70CC-9FA2-E528-7F3DE7B95D3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9DC93BA-EF58-F68C-835F-8E84D965F9C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E50FE2D-960D-D479-B89F-C0CD0A6AA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883DF0E-178B-E4C5-2C6A-1CE7FFE08C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4E79A7D-F6ED-7DA3-7E94-13B7C2BD81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9C28CA3-44CD-A4BE-9F22-17B0F8A3244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3509A36-EA25-E0C3-BCB2-A1C2C1516F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F3CC8BF-34D4-8308-1AD2-5D90809B43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6240088-677C-5883-F755-364659077B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CE1C696-7B9F-FD17-158D-120787FC8E7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439E922-8FE4-CCA9-A3DC-5CF2E9C3922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39D00D4-44DE-8AA8-A16D-173EBD63D83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8A70D58-95E0-9F0C-7212-CDA6B9D83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44" y="1855851"/>
            <a:ext cx="4909186" cy="28203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262192C-A9EA-E490-7998-671ABB9E1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879" y="1855851"/>
            <a:ext cx="5250103" cy="28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9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3A04-6564-B2DD-10D6-A6733498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Top revenue generated publications </a:t>
            </a:r>
            <a:r>
              <a:rPr lang="en-US" sz="3000" dirty="0" err="1"/>
              <a:t>overrall</a:t>
            </a:r>
            <a:endParaRPr lang="en-US" sz="3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78F68-6DFF-CAB2-E995-3DE2168D17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6634652-C15F-64ED-4F4B-121786AA84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7ED7F-B1CA-CE24-F2C7-0013CDE706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BDA15B-4B97-11D1-F5A2-BA69DF27B1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498713-E44B-699C-38C0-B1198126F8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9D3998-5202-0C98-EB0A-8DB0E356622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D6CC16-21E7-5CEB-B310-035002E611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D76144-1AAD-62D6-12B3-2ED6D7CF28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DFE4E0-E7BB-0CB2-C1ED-C68B9B36C9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257D2C-7D5D-0997-D205-11AF4E4434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B37A0B-C336-6DA1-A5E0-760FE578AE6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ACEF0E-30E8-4EB5-9F34-E64D856C987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0996296-E373-15B1-9C3A-2BD8FA96C3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239E337-ACFB-FBFD-9775-C6A53905CE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A9C910A-ABC3-A1C2-32C9-95ABB4539D0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FE2A694-02B3-B66B-831B-056A0C6BE4F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8EC7C1B-B287-727D-EE64-07B92D159C7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EAA18A0-91C0-536E-4289-1183FEDB86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5E7F64B-EDA8-F90E-69BD-45F8D1E9CB2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E3C69BB-C036-4278-D419-9D143ADC45D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B0C46BB-FF12-91E5-39F4-0FBD812610A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67B3F59-CAB7-2821-52D7-7DEDA9CA3CE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8C58520-2411-EEAA-E811-90246FD6B0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29D1513-CE1C-3116-C71D-5960C8097F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D84F098-6F3F-CC79-04A5-A808F1075FB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96C37A3-AD07-22D6-5C8F-69A9EBF9FA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ECF5C71-925B-540E-AFA1-5378CB9283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DB9DA1B-B2CC-5D1B-CDB0-28ACE161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82" y="1681071"/>
            <a:ext cx="6851138" cy="26873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3215277-E280-E0F7-C3C5-5ADB90AA7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186" y="3719747"/>
            <a:ext cx="6685788" cy="27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45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69420-5C82-32F4-B0E5-6B5ED8C8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C4934-AAA0-E83F-ABB2-42B2672CF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739C1D-4057-B863-A4DE-5CDA1FFE5D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05BA2-21C9-1BF3-7B36-375F428F64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615E09-5006-70BD-210F-4A5585C206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0A5356-08C6-4189-9C5C-F0BF28E2B8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7827BCA-1684-655A-7E6B-3126E989F4F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E7EB67-4A6D-B1DF-349F-FBF2E5D4F8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D7E4C4-9B4E-60EF-2EB6-795CA05EB8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C5CF1A-3F12-60BA-715B-BB10352A50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13F22CD-782E-A3F0-4951-9E0B09D59C4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4BBD861-F3A2-DFB8-CAE3-DA0895AF19F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2D0E54-625B-462F-F1CD-0D6D8F54779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311C337-3295-A2AC-CD16-E68922CC09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D90631B-92C3-C074-6720-A3B1F8BA78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AC1822-AA63-9998-0874-D81552A89D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F1A5E92-500E-13EC-72DB-739FE83CCC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C78AB5A-91CF-36DA-70D8-C570EDB215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72528D1-0B13-320F-8046-742BED8CCA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A2F4A7D-F284-97BD-DFAC-D034D675F2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1A9A9CD-CFE8-DE12-8273-BB1811C6633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34FD9A-ED42-6485-6FED-EA8C6DCDE60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6DEA0D3-D4CC-1B10-0E90-0FA586A096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09DC71C-379C-93A6-1131-DC17148115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6972EC-3F45-FC52-03BD-ADE9A4EFB5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0D8D645-0EDD-12D4-DA6F-70C08E00F0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ED08CCB-352D-97E3-121D-40D2B716245C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90FE1BC-F66B-172B-2E83-8C89B7657FF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C6AD7C7-B1AC-ACE7-4D05-3F018924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262062"/>
            <a:ext cx="102489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9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1E0E-6D0A-2787-D24A-E27E7E82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Percentage of genre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BE08B-D994-EA3F-FEF7-05DAA6246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E1214AF-3DEC-BFB5-27D9-B9C134A34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9B99-6D94-1AF1-6EA3-8D5F3566F2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6E707C-6B78-DCF4-3305-E48DAAC509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96AC6F-4502-AEE7-D8E8-F2D56C3E3A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D08B50-5276-3AA2-DA6B-097F745DCA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5986C7-D3FD-4EAB-6B69-9A1F1769301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88D10D-555D-F2B0-E208-20A1704D29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73A0FB7-62AE-B52A-D5EA-189D77A550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F8B4128-6AD9-BD31-04FC-AB8F44879A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B82B9A8-A036-7E6A-545D-B6FF0D35714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839F3A-D189-03ED-71E3-4317F7FCFA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5FEC4AC-AF49-21FE-3C24-5271FA381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1BFCE3-BE85-00ED-A58D-0717810A819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DC17DF4-5E48-E938-BB0D-C49D056DB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7449E24-9201-BE99-6125-DBB484C0692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133846D-38D0-BD0C-2DA6-54248F05095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39DCE1E-8F23-0942-D30B-BA1736E245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C3244F5-7BE9-6EB1-121D-47D7F24B30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74ACDEB-003E-20C0-4C13-58DEDFACCAD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4490382-4149-7F97-CC19-70946CDF633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5B3594-E11D-6EDE-26A0-D6FEDE0AFA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D5F1CDC-C148-7662-12C5-F90A226C3F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E2BAEF5-F134-59CF-43B8-9F06624CFC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3FC653F-B8C5-D174-918A-A05DF2A756B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AE3F0DB-C4DD-2CB9-2F83-BAB8A3A30DE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88417A1-A9B6-0E17-7691-EEC6A74389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02763B1-BC41-1DFE-707D-0EB01B9D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6" y="1808099"/>
            <a:ext cx="3705225" cy="37052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B4EC605-FC6C-515C-FC2C-8BCFCDD2D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941"/>
            <a:ext cx="3549016" cy="29585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C726595-F2E0-DE67-639B-3B6EA112D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87" y="1576387"/>
            <a:ext cx="37052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969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{6CA9EF84-34BD-4844-A0B2-1BB191CD6C58}TFddc1ce9b-eb75-4d85-a28a-1edab7faa0b756df1501_win32-bf83c0c841c0</Template>
  <TotalTime>928</TotalTime>
  <Words>189</Words>
  <Application>Microsoft Office PowerPoint</Application>
  <PresentationFormat>Widescreen</PresentationFormat>
  <Paragraphs>54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 </vt:lpstr>
      <vt:lpstr>Avenir Next LT Pro Demi</vt:lpstr>
      <vt:lpstr>Calibri</vt:lpstr>
      <vt:lpstr>Custom</vt:lpstr>
      <vt:lpstr>Project timeline</vt:lpstr>
      <vt:lpstr>Project timeline  </vt:lpstr>
      <vt:lpstr>Top high rating authors</vt:lpstr>
      <vt:lpstr>Top revenue generated authors</vt:lpstr>
      <vt:lpstr>Top revenue generated publications overrall</vt:lpstr>
      <vt:lpstr>PowerPoint Presentation</vt:lpstr>
      <vt:lpstr>Percentage of genre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Manoharan, Sanjaykishore</dc:creator>
  <cp:lastModifiedBy>Manoharan, Sanjaykishore</cp:lastModifiedBy>
  <cp:revision>4</cp:revision>
  <dcterms:created xsi:type="dcterms:W3CDTF">2026-03-25T05:16:04Z</dcterms:created>
  <dcterms:modified xsi:type="dcterms:W3CDTF">2026-04-01T08:21:44Z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