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
  </p:notesMasterIdLst>
  <p:handoutMasterIdLst>
    <p:handoutMasterId r:id="rId6"/>
  </p:handout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C79A135-135D-72D7-E203-76FB6EF93614}" name="Adler-Belendez, Dhyan" initials="ABD" userId="S::dadlerbelendez@deloitte.com::a2b51309-ddb9-43ee-8412-8897c9b5e02a" providerId="AD"/>
  <p188:author id="{086038C7-C401-64AD-F5B4-9458A7AB18D4}" name="Menard, Madeline" initials="MM" userId="S::mamenard@deloitte.com::adb1ce07-c972-45a1-b6f7-f2211d33c42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BCBC"/>
    <a:srgbClr val="046A38"/>
    <a:srgbClr val="75A789"/>
    <a:srgbClr val="9EC85A"/>
    <a:srgbClr val="74AC50"/>
    <a:srgbClr val="86BC25"/>
    <a:srgbClr val="86EB22"/>
    <a:srgbClr val="000000"/>
    <a:srgbClr val="7DDC2C"/>
    <a:srgbClr val="86E2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959"/>
    <p:restoredTop sz="94762"/>
  </p:normalViewPr>
  <p:slideViewPr>
    <p:cSldViewPr snapToGrid="0">
      <p:cViewPr varScale="1">
        <p:scale>
          <a:sx n="121" d="100"/>
          <a:sy n="121" d="100"/>
        </p:scale>
        <p:origin x="1296" y="17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8/10/relationships/authors" Target="authors.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00C0641-F922-DAF2-822A-38D150136C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FB7CDDA-1345-0F8E-F8D7-E4B9152DE38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41B0B9-3DFB-514E-A83B-5CBFE11462FC}" type="datetimeFigureOut">
              <a:rPr lang="en-US" smtClean="0"/>
              <a:t>2/10/26</a:t>
            </a:fld>
            <a:endParaRPr lang="en-US"/>
          </a:p>
        </p:txBody>
      </p:sp>
      <p:sp>
        <p:nvSpPr>
          <p:cNvPr id="4" name="Footer Placeholder 3">
            <a:extLst>
              <a:ext uri="{FF2B5EF4-FFF2-40B4-BE49-F238E27FC236}">
                <a16:creationId xmlns:a16="http://schemas.microsoft.com/office/drawing/2014/main" id="{00A85D7C-E600-ACE7-E4BD-E7D1D0BC0B6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B4A5E36-C8AC-72BE-841C-741D530D8EB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E8C44B8-2569-1E4E-BB44-614471A3B225}" type="slidenum">
              <a:rPr lang="en-US" smtClean="0"/>
              <a:t>‹#›</a:t>
            </a:fld>
            <a:endParaRPr lang="en-US"/>
          </a:p>
        </p:txBody>
      </p:sp>
    </p:spTree>
    <p:extLst>
      <p:ext uri="{BB962C8B-B14F-4D97-AF65-F5344CB8AC3E}">
        <p14:creationId xmlns:p14="http://schemas.microsoft.com/office/powerpoint/2010/main" val="3159441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D4E4BF-C0D2-A04A-A954-195E0847A888}" type="datetimeFigureOut">
              <a:rPr lang="en-US" smtClean="0"/>
              <a:t>2/10/26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A25862-2025-094E-9C5A-6EDA66886987}" type="slidenum">
              <a:rPr lang="en-US" smtClean="0"/>
              <a:t>‹#›</a:t>
            </a:fld>
            <a:endParaRPr lang="en-US"/>
          </a:p>
        </p:txBody>
      </p:sp>
    </p:spTree>
    <p:extLst>
      <p:ext uri="{BB962C8B-B14F-4D97-AF65-F5344CB8AC3E}">
        <p14:creationId xmlns:p14="http://schemas.microsoft.com/office/powerpoint/2010/main" val="3495007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openxmlformats.org/officeDocument/2006/relationships/image" Target="../media/image11.svg"/><Relationship Id="rId10" Type="http://schemas.openxmlformats.org/officeDocument/2006/relationships/image" Target="../media/image12.png"/><Relationship Id="rId11" Type="http://schemas.openxmlformats.org/officeDocument/2006/relationships/image" Target="../media/image13.svg"/><Relationship Id="rId12" Type="http://schemas.openxmlformats.org/officeDocument/2006/relationships/image" Target="../media/image14.png"/><Relationship Id="rId13" Type="http://schemas.openxmlformats.org/officeDocument/2006/relationships/image" Target="../media/image15.svg"/><Relationship Id="rId14" Type="http://schemas.openxmlformats.org/officeDocument/2006/relationships/image" Target="../media/image16.png"/><Relationship Id="rId15" Type="http://schemas.openxmlformats.org/officeDocument/2006/relationships/image" Target="../media/image17.svg"/><Relationship Id="rId16" Type="http://schemas.openxmlformats.org/officeDocument/2006/relationships/image" Target="../media/image18.png"/><Relationship Id="rId17" Type="http://schemas.openxmlformats.org/officeDocument/2006/relationships/image" Target="../media/image19.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slide">
    <p:bg>
      <p:bgPr>
        <a:solidFill>
          <a:schemeClr val="accent1"/>
        </a:solidFill>
        <a:effectLst/>
      </p:bgPr>
    </p:bg>
    <p:spTree>
      <p:nvGrpSpPr>
        <p:cNvPr id="1" name=""/>
        <p:cNvGrpSpPr/>
        <p:nvPr/>
      </p:nvGrpSpPr>
      <p:grpSpPr>
        <a:xfrm>
          <a:off x="0" y="0"/>
          <a:ext cx="0" cy="0"/>
          <a:chOff x="0" y="0"/>
          <a:chExt cx="0" cy="0"/>
        </a:xfrm>
      </p:grpSpPr>
      <p:sp>
        <p:nvSpPr>
          <p:cNvPr id="12" name="background_image">
            <a:extLst>
              <a:ext uri="{FF2B5EF4-FFF2-40B4-BE49-F238E27FC236}">
                <a16:creationId xmlns:a16="http://schemas.microsoft.com/office/drawing/2014/main" id="{C7F91F08-B67F-552B-8738-215A206FDFB7}"/>
              </a:ext>
            </a:extLst>
          </p:cNvPr>
          <p:cNvSpPr>
            <a:spLocks noGrp="1"/>
          </p:cNvSpPr>
          <p:nvPr>
            <p:ph type="pic" sz="quarter" idx="23" hasCustomPrompt="1"/>
          </p:nvPr>
        </p:nvSpPr>
        <p:spPr>
          <a:xfrm>
            <a:off x="5106636" y="590700"/>
            <a:ext cx="5943600" cy="5943600"/>
          </a:xfrm>
        </p:spPr>
        <p:txBody>
          <a:bodyPr anchor="ctr">
            <a:normAutofit/>
          </a:bodyPr>
          <a:lstStyle>
            <a:lvl1pPr marL="0" indent="0" algn="l">
              <a:buNone/>
              <a:defRPr sz="1200" b="0" i="0">
                <a:latin typeface="Open Sans SemiBold" pitchFamily="2" charset="0"/>
                <a:ea typeface="Open Sans SemiBold" pitchFamily="2" charset="0"/>
                <a:cs typeface="Open Sans SemiBold" pitchFamily="2" charset="0"/>
              </a:defRPr>
            </a:lvl1pPr>
          </a:lstStyle>
          <a:p>
            <a:r>
              <a:rPr lang="en-US" dirty="0"/>
              <a:t>{{ background }}</a:t>
            </a:r>
          </a:p>
        </p:txBody>
      </p:sp>
      <p:sp>
        <p:nvSpPr>
          <p:cNvPr id="7" name="Picture Placeholder 6">
            <a:extLst>
              <a:ext uri="{FF2B5EF4-FFF2-40B4-BE49-F238E27FC236}">
                <a16:creationId xmlns:a16="http://schemas.microsoft.com/office/drawing/2014/main" id="{7A727163-275F-7D9C-7706-593B833D96B5}"/>
              </a:ext>
            </a:extLst>
          </p:cNvPr>
          <p:cNvSpPr>
            <a:spLocks noGrp="1"/>
          </p:cNvSpPr>
          <p:nvPr>
            <p:ph type="pic" sz="quarter" idx="24" hasCustomPrompt="1"/>
          </p:nvPr>
        </p:nvSpPr>
        <p:spPr>
          <a:xfrm>
            <a:off x="0" y="0"/>
            <a:ext cx="12192000" cy="6858000"/>
          </a:xfrm>
        </p:spPr>
        <p:txBody>
          <a:bodyPr>
            <a:normAutofit/>
          </a:bodyPr>
          <a:lstStyle>
            <a:lvl1pPr marL="0" indent="0">
              <a:buNone/>
              <a:defRPr sz="1200"/>
            </a:lvl1pPr>
          </a:lstStyle>
          <a:p>
            <a:r>
              <a:rPr lang="en-US" sz="1200" dirty="0"/>
              <a:t>{{ </a:t>
            </a:r>
            <a:r>
              <a:rPr lang="en-US" sz="1200" dirty="0" err="1"/>
              <a:t>cover_background</a:t>
            </a:r>
            <a:r>
              <a:rPr lang="en-US" sz="1200" dirty="0"/>
              <a:t> }}</a:t>
            </a:r>
            <a:endParaRPr lang="en-US" dirty="0"/>
          </a:p>
        </p:txBody>
      </p:sp>
      <p:sp>
        <p:nvSpPr>
          <p:cNvPr id="5" name="Title">
            <a:extLst>
              <a:ext uri="{FF2B5EF4-FFF2-40B4-BE49-F238E27FC236}">
                <a16:creationId xmlns:a16="http://schemas.microsoft.com/office/drawing/2014/main" id="{C43A4E4F-026F-93FC-DD7D-7D34FFA9C2C2}"/>
              </a:ext>
            </a:extLst>
          </p:cNvPr>
          <p:cNvSpPr>
            <a:spLocks noGrp="1"/>
          </p:cNvSpPr>
          <p:nvPr>
            <p:ph type="subTitle" idx="1" hasCustomPrompt="1"/>
          </p:nvPr>
        </p:nvSpPr>
        <p:spPr>
          <a:xfrm>
            <a:off x="539496" y="3534730"/>
            <a:ext cx="4248404" cy="2011680"/>
          </a:xfrm>
        </p:spPr>
        <p:txBody>
          <a:bodyPr anchor="b">
            <a:normAutofit/>
          </a:bodyPr>
          <a:lstStyle>
            <a:lvl1pPr marL="0" indent="0" algn="l">
              <a:lnSpc>
                <a:spcPct val="100000"/>
              </a:lnSpc>
              <a:buNone/>
              <a:defRPr sz="3200" b="0" i="0" baseline="0">
                <a:solidFill>
                  <a:schemeClr val="tx1"/>
                </a:solidFill>
                <a:latin typeface="Open Sans SemiBold" pitchFamily="2" charset="0"/>
                <a:ea typeface="Open Sans SemiBold" pitchFamily="2" charset="0"/>
                <a:cs typeface="Open Sans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Title</a:t>
            </a:r>
          </a:p>
        </p:txBody>
      </p:sp>
      <p:sp>
        <p:nvSpPr>
          <p:cNvPr id="6" name="Date">
            <a:extLst>
              <a:ext uri="{FF2B5EF4-FFF2-40B4-BE49-F238E27FC236}">
                <a16:creationId xmlns:a16="http://schemas.microsoft.com/office/drawing/2014/main" id="{6B5FC140-B4A9-386A-D70E-D127936CD4D3}"/>
              </a:ext>
            </a:extLst>
          </p:cNvPr>
          <p:cNvSpPr>
            <a:spLocks noGrp="1"/>
          </p:cNvSpPr>
          <p:nvPr>
            <p:ph type="body" sz="quarter" idx="19" hasCustomPrompt="1"/>
          </p:nvPr>
        </p:nvSpPr>
        <p:spPr>
          <a:xfrm>
            <a:off x="539496" y="5733551"/>
            <a:ext cx="4248404" cy="384594"/>
          </a:xfrm>
        </p:spPr>
        <p:txBody>
          <a:bodyPr>
            <a:noAutofit/>
          </a:bodyPr>
          <a:lstStyle>
            <a:lvl1pPr marL="0" indent="0">
              <a:lnSpc>
                <a:spcPct val="100000"/>
              </a:lnSpc>
              <a:buNone/>
              <a:defRPr sz="1600" b="0"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Date</a:t>
            </a:r>
          </a:p>
        </p:txBody>
      </p:sp>
      <p:sp>
        <p:nvSpPr>
          <p:cNvPr id="8" name="ai generated label">
            <a:extLst>
              <a:ext uri="{FF2B5EF4-FFF2-40B4-BE49-F238E27FC236}">
                <a16:creationId xmlns:a16="http://schemas.microsoft.com/office/drawing/2014/main" id="{24C448BA-D4D5-AEB9-6C19-5E430DF24568}"/>
              </a:ext>
            </a:extLst>
          </p:cNvPr>
          <p:cNvSpPr>
            <a:spLocks noGrp="1"/>
          </p:cNvSpPr>
          <p:nvPr>
            <p:ph type="body" sz="quarter" idx="22"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
        <p:nvSpPr>
          <p:cNvPr id="11" name="deloitte_logo">
            <a:extLst>
              <a:ext uri="{FF2B5EF4-FFF2-40B4-BE49-F238E27FC236}">
                <a16:creationId xmlns:a16="http://schemas.microsoft.com/office/drawing/2014/main" id="{DC1D14E8-8F48-B48B-84A9-FA50456E4BF4}"/>
              </a:ext>
            </a:extLst>
          </p:cNvPr>
          <p:cNvSpPr>
            <a:spLocks noGrp="1"/>
          </p:cNvSpPr>
          <p:nvPr>
            <p:ph type="pic" sz="quarter" idx="21" hasCustomPrompt="1"/>
          </p:nvPr>
        </p:nvSpPr>
        <p:spPr>
          <a:xfrm>
            <a:off x="280636" y="222400"/>
            <a:ext cx="2471962" cy="1002837"/>
          </a:xfrm>
        </p:spPr>
        <p:txBody>
          <a:bodyPr>
            <a:normAutofit/>
          </a:bodyPr>
          <a:lstStyle>
            <a:lvl1pPr marL="0" indent="0">
              <a:buNone/>
              <a:defRPr sz="1200" b="0" i="0">
                <a:latin typeface="Open Sans SemiBold" pitchFamily="2" charset="0"/>
                <a:ea typeface="Open Sans SemiBold" pitchFamily="2" charset="0"/>
                <a:cs typeface="Open Sans SemiBold" pitchFamily="2" charset="0"/>
              </a:defRPr>
            </a:lvl1pPr>
          </a:lstStyle>
          <a:p>
            <a:r>
              <a:rPr lang="en-US" dirty="0"/>
              <a:t>{{ </a:t>
            </a:r>
            <a:r>
              <a:rPr lang="en-US" dirty="0" err="1"/>
              <a:t>deloitte_logo</a:t>
            </a:r>
            <a:r>
              <a:rPr lang="en-US" dirty="0"/>
              <a:t> }}</a:t>
            </a:r>
          </a:p>
        </p:txBody>
      </p:sp>
    </p:spTree>
    <p:extLst>
      <p:ext uri="{BB962C8B-B14F-4D97-AF65-F5344CB8AC3E}">
        <p14:creationId xmlns:p14="http://schemas.microsoft.com/office/powerpoint/2010/main" val="1887937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ow_to_use_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BEC421C-D52D-62CB-E7AC-87052F604383}"/>
              </a:ext>
            </a:extLst>
          </p:cNvPr>
          <p:cNvSpPr>
            <a:spLocks noGrp="1"/>
          </p:cNvSpPr>
          <p:nvPr>
            <p:ph type="pic" sz="quarter" idx="23" hasCustomPrompt="1"/>
          </p:nvPr>
        </p:nvSpPr>
        <p:spPr>
          <a:xfrm>
            <a:off x="0" y="0"/>
            <a:ext cx="12192000" cy="6858000"/>
          </a:xfrm>
        </p:spPr>
        <p:txBody>
          <a:bodyPr>
            <a:normAutofit/>
          </a:bodyPr>
          <a:lstStyle>
            <a:lvl1pPr marL="0" indent="0">
              <a:buNone/>
              <a:defRPr sz="1400"/>
            </a:lvl1pPr>
          </a:lstStyle>
          <a:p>
            <a:r>
              <a:rPr lang="en-US" sz="1400" dirty="0"/>
              <a:t>{{ </a:t>
            </a:r>
            <a:r>
              <a:rPr lang="en-US" sz="1400" dirty="0" err="1"/>
              <a:t>how_to_use_slide</a:t>
            </a:r>
            <a:r>
              <a:rPr lang="en-US" sz="1400" dirty="0"/>
              <a:t> }}</a:t>
            </a:r>
            <a:endParaRPr lang="en-US" dirty="0"/>
          </a:p>
        </p:txBody>
      </p:sp>
      <p:sp>
        <p:nvSpPr>
          <p:cNvPr id="2" name="ai generated label">
            <a:extLst>
              <a:ext uri="{FF2B5EF4-FFF2-40B4-BE49-F238E27FC236}">
                <a16:creationId xmlns:a16="http://schemas.microsoft.com/office/drawing/2014/main" id="{058002F4-0838-DE80-B40E-FA6B3375A038}"/>
              </a:ext>
            </a:extLst>
          </p:cNvPr>
          <p:cNvSpPr>
            <a:spLocks noGrp="1"/>
          </p:cNvSpPr>
          <p:nvPr>
            <p:ph type="body" sz="quarter" idx="22"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2079688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able_of_contents_slide">
    <p:spTree>
      <p:nvGrpSpPr>
        <p:cNvPr id="1" name=""/>
        <p:cNvGrpSpPr/>
        <p:nvPr/>
      </p:nvGrpSpPr>
      <p:grpSpPr>
        <a:xfrm>
          <a:off x="0" y="0"/>
          <a:ext cx="0" cy="0"/>
          <a:chOff x="0" y="0"/>
          <a:chExt cx="0" cy="0"/>
        </a:xfrm>
      </p:grpSpPr>
      <p:sp>
        <p:nvSpPr>
          <p:cNvPr id="5" name="Ordered List">
            <a:extLst>
              <a:ext uri="{FF2B5EF4-FFF2-40B4-BE49-F238E27FC236}">
                <a16:creationId xmlns:a16="http://schemas.microsoft.com/office/drawing/2014/main" id="{F27D9986-4991-F211-2097-4531393800E4}"/>
              </a:ext>
            </a:extLst>
          </p:cNvPr>
          <p:cNvSpPr>
            <a:spLocks noGrp="1"/>
          </p:cNvSpPr>
          <p:nvPr>
            <p:ph type="title" hasCustomPrompt="1"/>
          </p:nvPr>
        </p:nvSpPr>
        <p:spPr>
          <a:xfrm>
            <a:off x="5517395" y="1035050"/>
            <a:ext cx="6164531" cy="5160682"/>
          </a:xfrm>
          <a:prstGeom prst="rect">
            <a:avLst/>
          </a:prstGeom>
        </p:spPr>
        <p:txBody>
          <a:bodyPr anchor="t">
            <a:normAutofit/>
          </a:bodyPr>
          <a:lstStyle>
            <a:lvl1pPr marL="457200" marR="0" indent="-457200" algn="l" defTabSz="914400" rtl="0" eaLnBrk="1" fontAlgn="auto" latinLnBrk="0" hangingPunct="1">
              <a:lnSpc>
                <a:spcPts val="4540"/>
              </a:lnSpc>
              <a:spcBef>
                <a:spcPct val="0"/>
              </a:spcBef>
              <a:spcAft>
                <a:spcPts val="0"/>
              </a:spcAft>
              <a:buClrTx/>
              <a:buSzTx/>
              <a:buFont typeface="+mj-lt"/>
              <a:buAutoNum type="arabicPeriod"/>
              <a:tabLst/>
              <a:defRPr sz="2000" b="0" i="0">
                <a:solidFill>
                  <a:schemeClr val="tx1"/>
                </a:solidFill>
                <a:latin typeface="Open Sans SemiBold" pitchFamily="2" charset="0"/>
                <a:ea typeface="Open Sans SemiBold" pitchFamily="2" charset="0"/>
                <a:cs typeface="Open Sans SemiBold" pitchFamily="2" charset="0"/>
              </a:defRPr>
            </a:lvl1pPr>
          </a:lstStyle>
          <a:p>
            <a:r>
              <a:rPr lang="en-US" dirty="0"/>
              <a:t>Ordered list</a:t>
            </a:r>
          </a:p>
        </p:txBody>
      </p:sp>
      <p:sp>
        <p:nvSpPr>
          <p:cNvPr id="4" name="Table of Contents">
            <a:extLst>
              <a:ext uri="{FF2B5EF4-FFF2-40B4-BE49-F238E27FC236}">
                <a16:creationId xmlns:a16="http://schemas.microsoft.com/office/drawing/2014/main" id="{257DA0B3-9FE7-7F7C-C651-765918817187}"/>
              </a:ext>
            </a:extLst>
          </p:cNvPr>
          <p:cNvSpPr>
            <a:spLocks noGrp="1"/>
          </p:cNvSpPr>
          <p:nvPr>
            <p:ph type="body" sz="quarter" idx="19" hasCustomPrompt="1"/>
          </p:nvPr>
        </p:nvSpPr>
        <p:spPr>
          <a:xfrm>
            <a:off x="768490" y="1205514"/>
            <a:ext cx="4032109" cy="1201738"/>
          </a:xfrm>
        </p:spPr>
        <p:txBody>
          <a:bodyPr>
            <a:normAutofit/>
          </a:bodyPr>
          <a:lstStyle>
            <a:lvl1pPr marL="0" indent="0">
              <a:buNone/>
              <a:defRPr sz="4000" b="1" i="0">
                <a:solidFill>
                  <a:schemeClr val="tx1"/>
                </a:solidFill>
                <a:latin typeface="Open Sans SemiBold" pitchFamily="2" charset="0"/>
                <a:ea typeface="Open Sans SemiBold" pitchFamily="2" charset="0"/>
                <a:cs typeface="Open Sans SemiBold" pitchFamily="2" charset="0"/>
              </a:defRPr>
            </a:lvl1pPr>
          </a:lstStyle>
          <a:p>
            <a:pPr lvl="0"/>
            <a:r>
              <a:rPr lang="en-US" dirty="0"/>
              <a:t>Table of Contents</a:t>
            </a:r>
          </a:p>
        </p:txBody>
      </p:sp>
      <p:sp>
        <p:nvSpPr>
          <p:cNvPr id="8" name="ai generated label">
            <a:extLst>
              <a:ext uri="{FF2B5EF4-FFF2-40B4-BE49-F238E27FC236}">
                <a16:creationId xmlns:a16="http://schemas.microsoft.com/office/drawing/2014/main" id="{970FEEFD-36AD-2742-2C9E-B98C611C9F88}"/>
              </a:ext>
            </a:extLst>
          </p:cNvPr>
          <p:cNvSpPr>
            <a:spLocks noGrp="1"/>
          </p:cNvSpPr>
          <p:nvPr>
            <p:ph type="body" sz="quarter" idx="22"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1599195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_divider_slide">
    <p:bg>
      <p:bgPr>
        <a:solidFill>
          <a:schemeClr val="accent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588CE2B-A52D-B497-031D-F74688AD81F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Section Title">
            <a:extLst>
              <a:ext uri="{FF2B5EF4-FFF2-40B4-BE49-F238E27FC236}">
                <a16:creationId xmlns:a16="http://schemas.microsoft.com/office/drawing/2014/main" id="{7D1C5C28-0023-BBB6-67F4-AEAA9A32ECC9}"/>
              </a:ext>
            </a:extLst>
          </p:cNvPr>
          <p:cNvSpPr>
            <a:spLocks noGrp="1"/>
          </p:cNvSpPr>
          <p:nvPr>
            <p:ph type="title" hasCustomPrompt="1"/>
          </p:nvPr>
        </p:nvSpPr>
        <p:spPr>
          <a:xfrm>
            <a:off x="502920" y="2297426"/>
            <a:ext cx="7478202" cy="1377779"/>
          </a:xfrm>
          <a:prstGeom prst="rect">
            <a:avLst/>
          </a:prstGeom>
        </p:spPr>
        <p:txBody>
          <a:bodyPr anchor="b">
            <a:noAutofit/>
          </a:bodyPr>
          <a:lstStyle>
            <a:lvl1pPr marL="0" indent="0">
              <a:lnSpc>
                <a:spcPts val="4540"/>
              </a:lnSpc>
              <a:buFont typeface="+mj-lt"/>
              <a:buNone/>
              <a:defRPr sz="40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r>
              <a:rPr lang="en-US" dirty="0">
                <a:effectLst/>
              </a:rPr>
              <a:t>Section Title</a:t>
            </a:r>
            <a:endParaRPr lang="en-US" dirty="0"/>
          </a:p>
        </p:txBody>
      </p:sp>
      <p:sp>
        <p:nvSpPr>
          <p:cNvPr id="10" name="ai generated label">
            <a:extLst>
              <a:ext uri="{FF2B5EF4-FFF2-40B4-BE49-F238E27FC236}">
                <a16:creationId xmlns:a16="http://schemas.microsoft.com/office/drawing/2014/main" id="{08E07FFC-5B5B-34C5-764D-92A39CF596A0}"/>
              </a:ext>
            </a:extLst>
          </p:cNvPr>
          <p:cNvSpPr>
            <a:spLocks noGrp="1"/>
          </p:cNvSpPr>
          <p:nvPr>
            <p:ph type="body" sz="quarter" idx="22"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2117682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ory_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Picture Placeholder">
            <a:extLst>
              <a:ext uri="{FF2B5EF4-FFF2-40B4-BE49-F238E27FC236}">
                <a16:creationId xmlns:a16="http://schemas.microsoft.com/office/drawing/2014/main" id="{E4EF35E7-29BA-D03E-F5D3-E920594167CA}"/>
              </a:ext>
            </a:extLst>
          </p:cNvPr>
          <p:cNvSpPr>
            <a:spLocks noGrp="1"/>
          </p:cNvSpPr>
          <p:nvPr>
            <p:ph type="pic" sz="quarter" idx="28" hasCustomPrompt="1"/>
          </p:nvPr>
        </p:nvSpPr>
        <p:spPr>
          <a:xfrm>
            <a:off x="6748286" y="0"/>
            <a:ext cx="5443714" cy="6858000"/>
          </a:xfrm>
          <a:prstGeom prst="rect">
            <a:avLst/>
          </a:prstGeom>
          <a:ln>
            <a:noFill/>
          </a:ln>
        </p:spPr>
        <p:txBody>
          <a:bodyPr/>
          <a:lstStyle>
            <a:lvl1pPr marL="0" indent="0">
              <a:buNone/>
              <a:defRPr sz="800"/>
            </a:lvl1pPr>
          </a:lstStyle>
          <a:p>
            <a:r>
              <a:rPr lang="en-US" dirty="0"/>
              <a:t>{{ </a:t>
            </a:r>
            <a:r>
              <a:rPr lang="en-US" dirty="0" err="1"/>
              <a:t>half_slide_image</a:t>
            </a:r>
            <a:r>
              <a:rPr lang="en-US" dirty="0"/>
              <a:t> }}</a:t>
            </a:r>
          </a:p>
        </p:txBody>
      </p:sp>
      <p:cxnSp>
        <p:nvCxnSpPr>
          <p:cNvPr id="9" name="shape">
            <a:extLst>
              <a:ext uri="{FF2B5EF4-FFF2-40B4-BE49-F238E27FC236}">
                <a16:creationId xmlns:a16="http://schemas.microsoft.com/office/drawing/2014/main" id="{7B59710B-5049-D2C1-0361-005F9DB4E27A}"/>
              </a:ext>
            </a:extLst>
          </p:cNvPr>
          <p:cNvCxnSpPr>
            <a:cxnSpLocks/>
          </p:cNvCxnSpPr>
          <p:nvPr userDrawn="1"/>
        </p:nvCxnSpPr>
        <p:spPr>
          <a:xfrm>
            <a:off x="6687060" y="0"/>
            <a:ext cx="5094" cy="6858000"/>
          </a:xfrm>
          <a:prstGeom prst="line">
            <a:avLst/>
          </a:prstGeom>
          <a:ln w="127000">
            <a:solidFill>
              <a:srgbClr val="86BC25"/>
            </a:solidFill>
          </a:ln>
        </p:spPr>
        <p:style>
          <a:lnRef idx="1">
            <a:schemeClr val="accent1"/>
          </a:lnRef>
          <a:fillRef idx="0">
            <a:schemeClr val="accent1"/>
          </a:fillRef>
          <a:effectRef idx="0">
            <a:schemeClr val="accent1"/>
          </a:effectRef>
          <a:fontRef idx="minor">
            <a:schemeClr val="tx1"/>
          </a:fontRef>
        </p:style>
      </p:cxnSp>
      <p:sp>
        <p:nvSpPr>
          <p:cNvPr id="7" name="Body Text">
            <a:extLst>
              <a:ext uri="{FF2B5EF4-FFF2-40B4-BE49-F238E27FC236}">
                <a16:creationId xmlns:a16="http://schemas.microsoft.com/office/drawing/2014/main" id="{B95F4ECA-B9C9-638E-7201-CCAC61547661}"/>
              </a:ext>
            </a:extLst>
          </p:cNvPr>
          <p:cNvSpPr>
            <a:spLocks noGrp="1"/>
          </p:cNvSpPr>
          <p:nvPr>
            <p:ph type="body" sz="quarter" idx="33" hasCustomPrompt="1"/>
          </p:nvPr>
        </p:nvSpPr>
        <p:spPr>
          <a:xfrm>
            <a:off x="457200" y="1684579"/>
            <a:ext cx="5765800" cy="4558177"/>
          </a:xfrm>
        </p:spPr>
        <p:txBody>
          <a:bodyPr>
            <a:noAutofit/>
          </a:bodyPr>
          <a:lstStyle>
            <a:lvl1pPr marL="0" indent="0">
              <a:lnSpc>
                <a:spcPts val="2020"/>
              </a:lnSpc>
              <a:spcBef>
                <a:spcPts val="0"/>
              </a:spcBef>
              <a:spcAft>
                <a:spcPts val="0"/>
              </a:spcAft>
              <a:buNone/>
              <a:defRPr sz="1200" b="0" i="0">
                <a:solidFill>
                  <a:schemeClr val="tx1"/>
                </a:solidFill>
                <a:effectLst/>
                <a:latin typeface="Open Sans SemiBold" pitchFamily="2" charset="0"/>
                <a:ea typeface="Open Sans SemiBold" pitchFamily="2" charset="0"/>
                <a:cs typeface="Open Sans SemiBold" pitchFamily="2" charset="0"/>
              </a:defRPr>
            </a:lvl1pPr>
          </a:lstStyle>
          <a:p>
            <a:pPr lvl="0"/>
            <a:r>
              <a:rPr lang="en-US" dirty="0"/>
              <a:t>Body text</a:t>
            </a:r>
          </a:p>
        </p:txBody>
      </p:sp>
      <p:sp>
        <p:nvSpPr>
          <p:cNvPr id="6" name="Slide Subtitle">
            <a:extLst>
              <a:ext uri="{FF2B5EF4-FFF2-40B4-BE49-F238E27FC236}">
                <a16:creationId xmlns:a16="http://schemas.microsoft.com/office/drawing/2014/main" id="{54DF0165-0008-A4FA-F54E-F92C21150352}"/>
              </a:ext>
            </a:extLst>
          </p:cNvPr>
          <p:cNvSpPr>
            <a:spLocks noGrp="1"/>
          </p:cNvSpPr>
          <p:nvPr>
            <p:ph type="body" sz="quarter" idx="32" hasCustomPrompt="1"/>
          </p:nvPr>
        </p:nvSpPr>
        <p:spPr>
          <a:xfrm>
            <a:off x="457200" y="685800"/>
            <a:ext cx="5775958" cy="634748"/>
          </a:xfrm>
        </p:spPr>
        <p:txBody>
          <a:bodyPr>
            <a:no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5" name="Slide Title">
            <a:extLst>
              <a:ext uri="{FF2B5EF4-FFF2-40B4-BE49-F238E27FC236}">
                <a16:creationId xmlns:a16="http://schemas.microsoft.com/office/drawing/2014/main" id="{6B88581C-46D1-7CB2-3E85-340586433A0D}"/>
              </a:ext>
            </a:extLst>
          </p:cNvPr>
          <p:cNvSpPr>
            <a:spLocks noGrp="1"/>
          </p:cNvSpPr>
          <p:nvPr>
            <p:ph type="body" sz="quarter" idx="31" hasCustomPrompt="1"/>
          </p:nvPr>
        </p:nvSpPr>
        <p:spPr>
          <a:xfrm>
            <a:off x="457200" y="347472"/>
            <a:ext cx="5781037" cy="338328"/>
          </a:xfrm>
        </p:spPr>
        <p:txBody>
          <a:bodyPr anchor="ctr">
            <a:noAutofit/>
          </a:bodyPr>
          <a:lstStyle>
            <a:lvl1pPr marL="0" indent="0">
              <a:lnSpc>
                <a:spcPct val="100000"/>
              </a:lnSpc>
              <a:buNone/>
              <a:defRPr sz="2100" b="1" i="0">
                <a:latin typeface="Open Sans SemiBold" pitchFamily="2" charset="0"/>
                <a:ea typeface="Open Sans SemiBold" pitchFamily="2" charset="0"/>
                <a:cs typeface="Open Sans SemiBold" pitchFamily="2" charset="0"/>
              </a:defRPr>
            </a:lvl1pPr>
          </a:lstStyle>
          <a:p>
            <a:pPr lvl="0"/>
            <a:r>
              <a:rPr lang="en-US" dirty="0"/>
              <a:t>Slide Title</a:t>
            </a:r>
          </a:p>
        </p:txBody>
      </p:sp>
      <p:sp>
        <p:nvSpPr>
          <p:cNvPr id="2" name="ai generated label">
            <a:extLst>
              <a:ext uri="{FF2B5EF4-FFF2-40B4-BE49-F238E27FC236}">
                <a16:creationId xmlns:a16="http://schemas.microsoft.com/office/drawing/2014/main" id="{73EA6522-7BF4-9D83-4628-220F75D5006F}"/>
              </a:ext>
            </a:extLst>
          </p:cNvPr>
          <p:cNvSpPr>
            <a:spLocks noGrp="1"/>
          </p:cNvSpPr>
          <p:nvPr>
            <p:ph type="body" sz="quarter" idx="34"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612929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tro_three_categories_slide">
    <p:spTree>
      <p:nvGrpSpPr>
        <p:cNvPr id="1" name=""/>
        <p:cNvGrpSpPr/>
        <p:nvPr/>
      </p:nvGrpSpPr>
      <p:grpSpPr>
        <a:xfrm>
          <a:off x="0" y="0"/>
          <a:ext cx="0" cy="0"/>
          <a:chOff x="0" y="0"/>
          <a:chExt cx="0" cy="0"/>
        </a:xfrm>
      </p:grpSpPr>
      <p:sp>
        <p:nvSpPr>
          <p:cNvPr id="17" name="Column 3 icon">
            <a:extLst>
              <a:ext uri="{FF2B5EF4-FFF2-40B4-BE49-F238E27FC236}">
                <a16:creationId xmlns:a16="http://schemas.microsoft.com/office/drawing/2014/main" id="{47BCEE8D-7F24-3D71-EB3C-BD40C98962FD}"/>
              </a:ext>
            </a:extLst>
          </p:cNvPr>
          <p:cNvSpPr>
            <a:spLocks noGrp="1"/>
          </p:cNvSpPr>
          <p:nvPr>
            <p:ph type="pic" sz="quarter" idx="28" hasCustomPrompt="1"/>
          </p:nvPr>
        </p:nvSpPr>
        <p:spPr>
          <a:xfrm>
            <a:off x="9591411" y="2065483"/>
            <a:ext cx="836195" cy="836195"/>
          </a:xfrm>
          <a:prstGeom prst="rect">
            <a:avLst/>
          </a:prstGeom>
        </p:spPr>
        <p:txBody>
          <a:bodyPr/>
          <a:lstStyle>
            <a:lvl1pPr marL="0" indent="0">
              <a:buNone/>
              <a:defRPr sz="800"/>
            </a:lvl1pPr>
          </a:lstStyle>
          <a:p>
            <a:r>
              <a:rPr lang="en-US" dirty="0"/>
              <a:t>{{ </a:t>
            </a:r>
            <a:r>
              <a:rPr lang="en-US" dirty="0" err="1"/>
              <a:t>dynamic_icon_placeholder</a:t>
            </a:r>
            <a:r>
              <a:rPr lang="en-US" dirty="0"/>
              <a:t> }} Column 3</a:t>
            </a:r>
          </a:p>
        </p:txBody>
      </p:sp>
      <p:sp>
        <p:nvSpPr>
          <p:cNvPr id="16" name="Column 3 text">
            <a:extLst>
              <a:ext uri="{FF2B5EF4-FFF2-40B4-BE49-F238E27FC236}">
                <a16:creationId xmlns:a16="http://schemas.microsoft.com/office/drawing/2014/main" id="{B0956166-C777-314C-525F-B9B23B4C6750}"/>
              </a:ext>
            </a:extLst>
          </p:cNvPr>
          <p:cNvSpPr>
            <a:spLocks noGrp="1"/>
          </p:cNvSpPr>
          <p:nvPr>
            <p:ph type="body" sz="quarter" idx="25" hasCustomPrompt="1"/>
          </p:nvPr>
        </p:nvSpPr>
        <p:spPr>
          <a:xfrm>
            <a:off x="8466365" y="3658846"/>
            <a:ext cx="3086289" cy="2263240"/>
          </a:xfrm>
        </p:spPr>
        <p:txBody>
          <a:bodyPr>
            <a:normAutofit/>
          </a:bodyPr>
          <a:lstStyle>
            <a:lvl1pPr marL="0" marR="0" indent="0" algn="ctr" defTabSz="914400" rtl="0" eaLnBrk="1" fontAlgn="auto" latinLnBrk="0" hangingPunct="1">
              <a:lnSpc>
                <a:spcPts val="1880"/>
              </a:lnSpc>
              <a:spcBef>
                <a:spcPts val="1000"/>
              </a:spcBef>
              <a:spcAft>
                <a:spcPts val="0"/>
              </a:spcAft>
              <a:buClrTx/>
              <a:buSzTx/>
              <a:buFont typeface="Arial" panose="020B0604020202020204" pitchFamily="34" charset="0"/>
              <a:buNone/>
              <a:tabLst/>
              <a:defRPr sz="1200" b="0" i="0">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Column 3 Text</a:t>
            </a:r>
          </a:p>
        </p:txBody>
      </p:sp>
      <p:sp>
        <p:nvSpPr>
          <p:cNvPr id="14" name="Column 3 title">
            <a:extLst>
              <a:ext uri="{FF2B5EF4-FFF2-40B4-BE49-F238E27FC236}">
                <a16:creationId xmlns:a16="http://schemas.microsoft.com/office/drawing/2014/main" id="{948758C6-9262-AA59-56B4-12ED9FCA412B}"/>
              </a:ext>
            </a:extLst>
          </p:cNvPr>
          <p:cNvSpPr>
            <a:spLocks noGrp="1"/>
          </p:cNvSpPr>
          <p:nvPr>
            <p:ph type="body" sz="quarter" idx="26" hasCustomPrompt="1"/>
          </p:nvPr>
        </p:nvSpPr>
        <p:spPr>
          <a:xfrm>
            <a:off x="8363589" y="3083004"/>
            <a:ext cx="3291840" cy="470588"/>
          </a:xfrm>
        </p:spPr>
        <p:txBody>
          <a:bodyP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solidFill>
                  <a:srgbClr val="74AC50"/>
                </a:solidFill>
                <a:latin typeface="Open Sans" pitchFamily="2" charset="0"/>
                <a:ea typeface="Open Sans" pitchFamily="2" charset="0"/>
                <a:cs typeface="Open Sans" pitchFamily="2"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Column 3 Title</a:t>
            </a:r>
          </a:p>
        </p:txBody>
      </p:sp>
      <p:sp>
        <p:nvSpPr>
          <p:cNvPr id="13" name="Column 2 icon">
            <a:extLst>
              <a:ext uri="{FF2B5EF4-FFF2-40B4-BE49-F238E27FC236}">
                <a16:creationId xmlns:a16="http://schemas.microsoft.com/office/drawing/2014/main" id="{222E3CC8-7714-EC2F-6488-A191771ED96A}"/>
              </a:ext>
            </a:extLst>
          </p:cNvPr>
          <p:cNvSpPr>
            <a:spLocks noGrp="1"/>
          </p:cNvSpPr>
          <p:nvPr>
            <p:ph type="pic" sz="quarter" idx="27" hasCustomPrompt="1"/>
          </p:nvPr>
        </p:nvSpPr>
        <p:spPr>
          <a:xfrm>
            <a:off x="5677901" y="2065483"/>
            <a:ext cx="836195" cy="836195"/>
          </a:xfrm>
          <a:prstGeom prst="rect">
            <a:avLst/>
          </a:prstGeom>
        </p:spPr>
        <p:txBody>
          <a:bodyPr/>
          <a:lstStyle>
            <a:lvl1pPr marL="0" indent="0">
              <a:buNone/>
              <a:defRPr sz="800"/>
            </a:lvl1pPr>
          </a:lstStyle>
          <a:p>
            <a:r>
              <a:rPr lang="en-US" dirty="0"/>
              <a:t>{{ </a:t>
            </a:r>
            <a:r>
              <a:rPr lang="en-US" dirty="0" err="1"/>
              <a:t>dynamic_icon_placeholder</a:t>
            </a:r>
            <a:r>
              <a:rPr lang="en-US" dirty="0"/>
              <a:t> }} Column 2</a:t>
            </a:r>
          </a:p>
        </p:txBody>
      </p:sp>
      <p:sp>
        <p:nvSpPr>
          <p:cNvPr id="12" name="Column 2 text">
            <a:extLst>
              <a:ext uri="{FF2B5EF4-FFF2-40B4-BE49-F238E27FC236}">
                <a16:creationId xmlns:a16="http://schemas.microsoft.com/office/drawing/2014/main" id="{6BEFBC58-C264-3E56-E7F9-0BE0E3F53EDF}"/>
              </a:ext>
            </a:extLst>
          </p:cNvPr>
          <p:cNvSpPr>
            <a:spLocks noGrp="1"/>
          </p:cNvSpPr>
          <p:nvPr>
            <p:ph type="body" sz="quarter" idx="23" hasCustomPrompt="1"/>
          </p:nvPr>
        </p:nvSpPr>
        <p:spPr>
          <a:xfrm>
            <a:off x="4552855" y="3658846"/>
            <a:ext cx="3086289" cy="2263240"/>
          </a:xfrm>
        </p:spPr>
        <p:txBody>
          <a:bodyPr>
            <a:normAutofit/>
          </a:bodyPr>
          <a:lstStyle>
            <a:lvl1pPr marL="0" marR="0" indent="0" algn="ctr" defTabSz="914400" rtl="0" eaLnBrk="1" fontAlgn="auto" latinLnBrk="0" hangingPunct="1">
              <a:lnSpc>
                <a:spcPts val="1880"/>
              </a:lnSpc>
              <a:spcBef>
                <a:spcPts val="1000"/>
              </a:spcBef>
              <a:spcAft>
                <a:spcPts val="0"/>
              </a:spcAft>
              <a:buClrTx/>
              <a:buSzTx/>
              <a:buFont typeface="Arial" panose="020B0604020202020204" pitchFamily="34" charset="0"/>
              <a:buNone/>
              <a:tabLst/>
              <a:defRPr sz="1200" b="0" i="0">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Column 2 Text</a:t>
            </a:r>
          </a:p>
        </p:txBody>
      </p:sp>
      <p:sp>
        <p:nvSpPr>
          <p:cNvPr id="10" name="Column 2 Title">
            <a:extLst>
              <a:ext uri="{FF2B5EF4-FFF2-40B4-BE49-F238E27FC236}">
                <a16:creationId xmlns:a16="http://schemas.microsoft.com/office/drawing/2014/main" id="{684C9EF5-2D64-90A2-65B4-8D51A00C8C21}"/>
              </a:ext>
            </a:extLst>
          </p:cNvPr>
          <p:cNvSpPr>
            <a:spLocks noGrp="1"/>
          </p:cNvSpPr>
          <p:nvPr>
            <p:ph type="body" sz="quarter" idx="24" hasCustomPrompt="1"/>
          </p:nvPr>
        </p:nvSpPr>
        <p:spPr>
          <a:xfrm>
            <a:off x="4450079" y="3083004"/>
            <a:ext cx="3291840" cy="470588"/>
          </a:xfrm>
        </p:spPr>
        <p:txBody>
          <a:bodyP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solidFill>
                  <a:srgbClr val="74AC50"/>
                </a:solidFill>
                <a:latin typeface="Open Sans" pitchFamily="2" charset="0"/>
                <a:ea typeface="Open Sans" pitchFamily="2" charset="0"/>
                <a:cs typeface="Open Sans" pitchFamily="2"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Column 2 Title</a:t>
            </a:r>
          </a:p>
        </p:txBody>
      </p:sp>
      <p:sp>
        <p:nvSpPr>
          <p:cNvPr id="9" name="Column 1 icon">
            <a:extLst>
              <a:ext uri="{FF2B5EF4-FFF2-40B4-BE49-F238E27FC236}">
                <a16:creationId xmlns:a16="http://schemas.microsoft.com/office/drawing/2014/main" id="{567B250B-740F-89BB-1336-62BB74DCA15B}"/>
              </a:ext>
            </a:extLst>
          </p:cNvPr>
          <p:cNvSpPr>
            <a:spLocks noGrp="1"/>
          </p:cNvSpPr>
          <p:nvPr>
            <p:ph type="pic" sz="quarter" idx="20" hasCustomPrompt="1"/>
          </p:nvPr>
        </p:nvSpPr>
        <p:spPr>
          <a:xfrm>
            <a:off x="1764393" y="2065483"/>
            <a:ext cx="836195" cy="836195"/>
          </a:xfrm>
          <a:prstGeom prst="rect">
            <a:avLst/>
          </a:prstGeom>
        </p:spPr>
        <p:txBody>
          <a:bodyPr/>
          <a:lstStyle>
            <a:lvl1pPr marL="0" indent="0">
              <a:buNone/>
              <a:defRPr sz="800"/>
            </a:lvl1pPr>
          </a:lstStyle>
          <a:p>
            <a:r>
              <a:rPr lang="en-US" dirty="0"/>
              <a:t>{{ </a:t>
            </a:r>
            <a:r>
              <a:rPr lang="en-US" dirty="0" err="1"/>
              <a:t>dynamic_icon_placeholder</a:t>
            </a:r>
            <a:r>
              <a:rPr lang="en-US" dirty="0"/>
              <a:t> }} Column 1</a:t>
            </a:r>
          </a:p>
        </p:txBody>
      </p:sp>
      <p:sp>
        <p:nvSpPr>
          <p:cNvPr id="8" name="Column 1 text">
            <a:extLst>
              <a:ext uri="{FF2B5EF4-FFF2-40B4-BE49-F238E27FC236}">
                <a16:creationId xmlns:a16="http://schemas.microsoft.com/office/drawing/2014/main" id="{6FAD1CBF-686B-73FE-9F79-565F0510EAC8}"/>
              </a:ext>
            </a:extLst>
          </p:cNvPr>
          <p:cNvSpPr>
            <a:spLocks noGrp="1"/>
          </p:cNvSpPr>
          <p:nvPr>
            <p:ph type="body" sz="quarter" idx="21" hasCustomPrompt="1"/>
          </p:nvPr>
        </p:nvSpPr>
        <p:spPr>
          <a:xfrm>
            <a:off x="639347" y="3658847"/>
            <a:ext cx="3086289" cy="2263239"/>
          </a:xfrm>
        </p:spPr>
        <p:txBody>
          <a:bodyPr>
            <a:normAutofit/>
          </a:bodyPr>
          <a:lstStyle>
            <a:lvl1pPr marL="0" indent="0" algn="ctr">
              <a:lnSpc>
                <a:spcPts val="1880"/>
              </a:lnSpc>
              <a:buNone/>
              <a:defRPr sz="1200" b="0" i="0">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Column 1 Text</a:t>
            </a:r>
          </a:p>
        </p:txBody>
      </p:sp>
      <p:sp>
        <p:nvSpPr>
          <p:cNvPr id="6" name="Column 1 Title">
            <a:extLst>
              <a:ext uri="{FF2B5EF4-FFF2-40B4-BE49-F238E27FC236}">
                <a16:creationId xmlns:a16="http://schemas.microsoft.com/office/drawing/2014/main" id="{2F2ACD48-E6A6-18E0-B6FC-CC7B42BDD4A8}"/>
              </a:ext>
            </a:extLst>
          </p:cNvPr>
          <p:cNvSpPr>
            <a:spLocks noGrp="1"/>
          </p:cNvSpPr>
          <p:nvPr>
            <p:ph type="body" sz="quarter" idx="22" hasCustomPrompt="1"/>
          </p:nvPr>
        </p:nvSpPr>
        <p:spPr>
          <a:xfrm>
            <a:off x="536571" y="3083004"/>
            <a:ext cx="3291840" cy="470590"/>
          </a:xfrm>
        </p:spPr>
        <p:txBody>
          <a:bodyP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solidFill>
                  <a:srgbClr val="74AC50"/>
                </a:solidFill>
                <a:latin typeface="Open Sans" pitchFamily="2" charset="0"/>
                <a:ea typeface="Open Sans" pitchFamily="2" charset="0"/>
                <a:cs typeface="Open Sans" pitchFamily="2"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Column 1 Title</a:t>
            </a:r>
          </a:p>
        </p:txBody>
      </p:sp>
      <p:sp>
        <p:nvSpPr>
          <p:cNvPr id="19" name="Slide Subtitle">
            <a:extLst>
              <a:ext uri="{FF2B5EF4-FFF2-40B4-BE49-F238E27FC236}">
                <a16:creationId xmlns:a16="http://schemas.microsoft.com/office/drawing/2014/main" id="{B22C0719-399C-C052-11BE-1ADA174ACA89}"/>
              </a:ext>
            </a:extLst>
          </p:cNvPr>
          <p:cNvSpPr>
            <a:spLocks noGrp="1"/>
          </p:cNvSpPr>
          <p:nvPr>
            <p:ph type="body" sz="quarter" idx="31"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0" name="Slide Title">
            <a:extLst>
              <a:ext uri="{FF2B5EF4-FFF2-40B4-BE49-F238E27FC236}">
                <a16:creationId xmlns:a16="http://schemas.microsoft.com/office/drawing/2014/main" id="{01CCED96-2332-9E72-DC60-245B6FE2CE93}"/>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
        <p:nvSpPr>
          <p:cNvPr id="2" name="ai generated label">
            <a:extLst>
              <a:ext uri="{FF2B5EF4-FFF2-40B4-BE49-F238E27FC236}">
                <a16:creationId xmlns:a16="http://schemas.microsoft.com/office/drawing/2014/main" id="{7F7A71DD-32CE-4B43-2B44-7FA46D19C913}"/>
              </a:ext>
            </a:extLst>
          </p:cNvPr>
          <p:cNvSpPr>
            <a:spLocks noGrp="1"/>
          </p:cNvSpPr>
          <p:nvPr>
            <p:ph type="body" sz="quarter" idx="32"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34108396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_columns_slid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048D996-E497-0E0D-B775-F45E15AE69BE}"/>
              </a:ext>
            </a:extLst>
          </p:cNvPr>
          <p:cNvSpPr/>
          <p:nvPr userDrawn="1"/>
        </p:nvSpPr>
        <p:spPr bwMode="gray">
          <a:xfrm>
            <a:off x="-1524" y="5775482"/>
            <a:ext cx="12192000" cy="1082517"/>
          </a:xfrm>
          <a:prstGeom prst="rect">
            <a:avLst/>
          </a:prstGeom>
          <a:gradFill>
            <a:gsLst>
              <a:gs pos="0">
                <a:srgbClr val="87E320"/>
              </a:gs>
              <a:gs pos="100000">
                <a:srgbClr val="63C631"/>
              </a:gs>
            </a:gsLst>
            <a:lin ang="0" scaled="0"/>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a:extLst>
              <a:ext uri="{FF2B5EF4-FFF2-40B4-BE49-F238E27FC236}">
                <a16:creationId xmlns:a16="http://schemas.microsoft.com/office/drawing/2014/main" id="{913431D2-48D1-6DD2-6DEC-E72DDD03EA58}"/>
              </a:ext>
            </a:extLst>
          </p:cNvPr>
          <p:cNvSpPr/>
          <p:nvPr userDrawn="1"/>
        </p:nvSpPr>
        <p:spPr>
          <a:xfrm>
            <a:off x="5671732" y="5502830"/>
            <a:ext cx="848536" cy="286335"/>
          </a:xfrm>
          <a:prstGeom prst="triangle">
            <a:avLst/>
          </a:prstGeom>
          <a:solidFill>
            <a:srgbClr val="7DDB2C"/>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Summary Statement">
            <a:extLst>
              <a:ext uri="{FF2B5EF4-FFF2-40B4-BE49-F238E27FC236}">
                <a16:creationId xmlns:a16="http://schemas.microsoft.com/office/drawing/2014/main" id="{DC3AC04B-D19A-20F0-6CFD-097D9844CE09}"/>
              </a:ext>
            </a:extLst>
          </p:cNvPr>
          <p:cNvSpPr>
            <a:spLocks noGrp="1"/>
          </p:cNvSpPr>
          <p:nvPr>
            <p:ph type="body" sz="quarter" idx="27" hasCustomPrompt="1"/>
          </p:nvPr>
        </p:nvSpPr>
        <p:spPr>
          <a:xfrm>
            <a:off x="536570" y="5968500"/>
            <a:ext cx="11118858" cy="609765"/>
          </a:xfrm>
        </p:spPr>
        <p:txBody>
          <a:bodyPr anchor="ctr">
            <a:normAutofit/>
          </a:bodyPr>
          <a:lstStyle>
            <a:lvl1pPr marL="0" indent="0" algn="ctr">
              <a:lnSpc>
                <a:spcPts val="2500"/>
              </a:lnSpc>
              <a:buNone/>
              <a:defRPr sz="1500" b="0" i="1">
                <a:latin typeface="Open Sans ExtraBold" pitchFamily="2" charset="0"/>
                <a:ea typeface="Open Sans ExtraBold" pitchFamily="2" charset="0"/>
                <a:cs typeface="Open Sans ExtraBold" pitchFamily="2" charset="0"/>
              </a:defRPr>
            </a:lvl1pPr>
            <a:lvl5pPr marL="1828800" indent="0">
              <a:buNone/>
              <a:defRPr/>
            </a:lvl5pPr>
          </a:lstStyle>
          <a:p>
            <a:pPr lvl="0"/>
            <a:r>
              <a:rPr lang="en-US" dirty="0"/>
              <a:t>Summary Statement</a:t>
            </a:r>
          </a:p>
        </p:txBody>
      </p:sp>
      <p:sp>
        <p:nvSpPr>
          <p:cNvPr id="15" name="Column 3 icon">
            <a:extLst>
              <a:ext uri="{FF2B5EF4-FFF2-40B4-BE49-F238E27FC236}">
                <a16:creationId xmlns:a16="http://schemas.microsoft.com/office/drawing/2014/main" id="{83FBD4D4-1C49-283C-D6A1-AED9EF049FC3}"/>
              </a:ext>
            </a:extLst>
          </p:cNvPr>
          <p:cNvSpPr>
            <a:spLocks noGrp="1"/>
          </p:cNvSpPr>
          <p:nvPr>
            <p:ph type="pic" sz="quarter" idx="29" hasCustomPrompt="1"/>
          </p:nvPr>
        </p:nvSpPr>
        <p:spPr>
          <a:xfrm>
            <a:off x="8416136" y="1969396"/>
            <a:ext cx="836195" cy="836195"/>
          </a:xfrm>
          <a:prstGeom prst="rect">
            <a:avLst/>
          </a:prstGeom>
        </p:spPr>
        <p:txBody>
          <a:bodyPr/>
          <a:lstStyle>
            <a:lvl1pPr marL="0" indent="0">
              <a:buNone/>
              <a:defRPr sz="800"/>
            </a:lvl1pPr>
          </a:lstStyle>
          <a:p>
            <a:r>
              <a:rPr lang="en-US" dirty="0"/>
              <a:t>{{ </a:t>
            </a:r>
            <a:r>
              <a:rPr lang="en-US" dirty="0" err="1"/>
              <a:t>dynamic_icon_placeholder</a:t>
            </a:r>
            <a:r>
              <a:rPr lang="en-US" dirty="0"/>
              <a:t> }} Column 3</a:t>
            </a:r>
          </a:p>
        </p:txBody>
      </p:sp>
      <p:sp>
        <p:nvSpPr>
          <p:cNvPr id="14" name="Column 3 Text">
            <a:extLst>
              <a:ext uri="{FF2B5EF4-FFF2-40B4-BE49-F238E27FC236}">
                <a16:creationId xmlns:a16="http://schemas.microsoft.com/office/drawing/2014/main" id="{7B26ACA7-05E9-295B-CF90-FCF25C82FD3F}"/>
              </a:ext>
            </a:extLst>
          </p:cNvPr>
          <p:cNvSpPr>
            <a:spLocks noGrp="1"/>
          </p:cNvSpPr>
          <p:nvPr>
            <p:ph type="body" sz="quarter" idx="25" hasCustomPrompt="1"/>
          </p:nvPr>
        </p:nvSpPr>
        <p:spPr>
          <a:xfrm>
            <a:off x="8363587" y="3486440"/>
            <a:ext cx="3291840" cy="1659885"/>
          </a:xfrm>
        </p:spPr>
        <p:txBody>
          <a:bodyPr>
            <a:noAutofit/>
          </a:bodyPr>
          <a:lstStyle>
            <a:lvl1pPr marL="0" marR="0" indent="0" algn="l" defTabSz="914400" rtl="0" eaLnBrk="1" fontAlgn="auto" latinLnBrk="0" hangingPunct="1">
              <a:lnSpc>
                <a:spcPts val="1800"/>
              </a:lnSpc>
              <a:spcBef>
                <a:spcPts val="1000"/>
              </a:spcBef>
              <a:spcAft>
                <a:spcPts val="0"/>
              </a:spcAft>
              <a:buClrTx/>
              <a:buSzTx/>
              <a:buFont typeface="Arial" panose="020B0604020202020204" pitchFamily="34" charset="0"/>
              <a:buNone/>
              <a:tabLst/>
              <a:defRPr sz="1200" b="0" i="0">
                <a:latin typeface="Open Sans SemiBold" pitchFamily="2" charset="0"/>
                <a:ea typeface="Open Sans SemiBold" pitchFamily="2" charset="0"/>
                <a:cs typeface="Open Sans SemiBold" pitchFamily="2"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Column 3 Text</a:t>
            </a:r>
          </a:p>
        </p:txBody>
      </p:sp>
      <p:sp>
        <p:nvSpPr>
          <p:cNvPr id="13" name="Column 3 Title">
            <a:extLst>
              <a:ext uri="{FF2B5EF4-FFF2-40B4-BE49-F238E27FC236}">
                <a16:creationId xmlns:a16="http://schemas.microsoft.com/office/drawing/2014/main" id="{EC37F21B-7F3A-FC0A-D53D-0CC2BBB617A8}"/>
              </a:ext>
            </a:extLst>
          </p:cNvPr>
          <p:cNvSpPr>
            <a:spLocks noGrp="1"/>
          </p:cNvSpPr>
          <p:nvPr>
            <p:ph type="body" sz="quarter" idx="26" hasCustomPrompt="1"/>
          </p:nvPr>
        </p:nvSpPr>
        <p:spPr>
          <a:xfrm>
            <a:off x="8363588" y="2947286"/>
            <a:ext cx="3291840" cy="568972"/>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Column 3 Title</a:t>
            </a:r>
          </a:p>
        </p:txBody>
      </p:sp>
      <p:sp>
        <p:nvSpPr>
          <p:cNvPr id="12" name="Column 2 icon">
            <a:extLst>
              <a:ext uri="{FF2B5EF4-FFF2-40B4-BE49-F238E27FC236}">
                <a16:creationId xmlns:a16="http://schemas.microsoft.com/office/drawing/2014/main" id="{3DB6268A-1288-2C13-C927-558D3EA420E2}"/>
              </a:ext>
            </a:extLst>
          </p:cNvPr>
          <p:cNvSpPr>
            <a:spLocks noGrp="1"/>
          </p:cNvSpPr>
          <p:nvPr>
            <p:ph type="pic" sz="quarter" idx="28" hasCustomPrompt="1"/>
          </p:nvPr>
        </p:nvSpPr>
        <p:spPr>
          <a:xfrm>
            <a:off x="4502627" y="1969396"/>
            <a:ext cx="836195" cy="836195"/>
          </a:xfrm>
          <a:prstGeom prst="rect">
            <a:avLst/>
          </a:prstGeom>
        </p:spPr>
        <p:txBody>
          <a:bodyPr/>
          <a:lstStyle>
            <a:lvl1pPr marL="0" indent="0">
              <a:buNone/>
              <a:defRPr sz="800"/>
            </a:lvl1pPr>
          </a:lstStyle>
          <a:p>
            <a:r>
              <a:rPr lang="en-US" dirty="0"/>
              <a:t>{{ </a:t>
            </a:r>
            <a:r>
              <a:rPr lang="en-US" dirty="0" err="1"/>
              <a:t>dynamic_icon_placeholder</a:t>
            </a:r>
            <a:r>
              <a:rPr lang="en-US" dirty="0"/>
              <a:t> }} Column 2</a:t>
            </a:r>
          </a:p>
        </p:txBody>
      </p:sp>
      <p:sp>
        <p:nvSpPr>
          <p:cNvPr id="11" name="Column 2 Text">
            <a:extLst>
              <a:ext uri="{FF2B5EF4-FFF2-40B4-BE49-F238E27FC236}">
                <a16:creationId xmlns:a16="http://schemas.microsoft.com/office/drawing/2014/main" id="{5A8F83DF-5311-F48F-0589-63D082A2A5E5}"/>
              </a:ext>
            </a:extLst>
          </p:cNvPr>
          <p:cNvSpPr>
            <a:spLocks noGrp="1"/>
          </p:cNvSpPr>
          <p:nvPr>
            <p:ph type="body" sz="quarter" idx="23" hasCustomPrompt="1"/>
          </p:nvPr>
        </p:nvSpPr>
        <p:spPr>
          <a:xfrm>
            <a:off x="4450078" y="3486440"/>
            <a:ext cx="3291840" cy="1659885"/>
          </a:xfrm>
        </p:spPr>
        <p:txBody>
          <a:bodyPr>
            <a:noAutofit/>
          </a:bodyPr>
          <a:lstStyle>
            <a:lvl1pPr marL="0" marR="0" indent="0" algn="l" defTabSz="914400" rtl="0" eaLnBrk="1" fontAlgn="auto" latinLnBrk="0" hangingPunct="1">
              <a:lnSpc>
                <a:spcPts val="1800"/>
              </a:lnSpc>
              <a:spcBef>
                <a:spcPts val="1000"/>
              </a:spcBef>
              <a:spcAft>
                <a:spcPts val="0"/>
              </a:spcAft>
              <a:buClrTx/>
              <a:buSzTx/>
              <a:buFont typeface="Arial" panose="020B0604020202020204" pitchFamily="34" charset="0"/>
              <a:buNone/>
              <a:tabLst/>
              <a:defRPr sz="1200" b="0" i="0">
                <a:latin typeface="Open Sans SemiBold" pitchFamily="2" charset="0"/>
                <a:ea typeface="Open Sans SemiBold" pitchFamily="2" charset="0"/>
                <a:cs typeface="Open Sans SemiBold" pitchFamily="2"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Column 2 Text</a:t>
            </a:r>
          </a:p>
        </p:txBody>
      </p:sp>
      <p:sp>
        <p:nvSpPr>
          <p:cNvPr id="10" name="Column 2 Title">
            <a:extLst>
              <a:ext uri="{FF2B5EF4-FFF2-40B4-BE49-F238E27FC236}">
                <a16:creationId xmlns:a16="http://schemas.microsoft.com/office/drawing/2014/main" id="{92015F4F-C3E5-F473-B6DB-5E4398B37B7C}"/>
              </a:ext>
            </a:extLst>
          </p:cNvPr>
          <p:cNvSpPr>
            <a:spLocks noGrp="1"/>
          </p:cNvSpPr>
          <p:nvPr>
            <p:ph type="body" sz="quarter" idx="24" hasCustomPrompt="1"/>
          </p:nvPr>
        </p:nvSpPr>
        <p:spPr>
          <a:xfrm>
            <a:off x="4450079" y="2947286"/>
            <a:ext cx="3291840" cy="568972"/>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Column 2 Title</a:t>
            </a:r>
          </a:p>
        </p:txBody>
      </p:sp>
      <p:sp>
        <p:nvSpPr>
          <p:cNvPr id="9" name="Column 1 icon">
            <a:extLst>
              <a:ext uri="{FF2B5EF4-FFF2-40B4-BE49-F238E27FC236}">
                <a16:creationId xmlns:a16="http://schemas.microsoft.com/office/drawing/2014/main" id="{C4BEE6C1-6538-C01D-EFC0-0D8A48DC98DC}"/>
              </a:ext>
            </a:extLst>
          </p:cNvPr>
          <p:cNvSpPr>
            <a:spLocks noGrp="1"/>
          </p:cNvSpPr>
          <p:nvPr>
            <p:ph type="pic" sz="quarter" idx="20" hasCustomPrompt="1"/>
          </p:nvPr>
        </p:nvSpPr>
        <p:spPr>
          <a:xfrm>
            <a:off x="589119" y="1971162"/>
            <a:ext cx="836195" cy="836195"/>
          </a:xfrm>
          <a:prstGeom prst="rect">
            <a:avLst/>
          </a:prstGeom>
        </p:spPr>
        <p:txBody>
          <a:bodyPr/>
          <a:lstStyle>
            <a:lvl1pPr marL="0" indent="0">
              <a:buNone/>
              <a:defRPr sz="800"/>
            </a:lvl1pPr>
          </a:lstStyle>
          <a:p>
            <a:r>
              <a:rPr lang="en-US" dirty="0"/>
              <a:t>{{ </a:t>
            </a:r>
            <a:r>
              <a:rPr lang="en-US" dirty="0" err="1"/>
              <a:t>dynamic_icon_placeholder</a:t>
            </a:r>
            <a:r>
              <a:rPr lang="en-US" dirty="0"/>
              <a:t> }} Column 1</a:t>
            </a:r>
          </a:p>
        </p:txBody>
      </p:sp>
      <p:sp>
        <p:nvSpPr>
          <p:cNvPr id="8" name="Column 1 Text">
            <a:extLst>
              <a:ext uri="{FF2B5EF4-FFF2-40B4-BE49-F238E27FC236}">
                <a16:creationId xmlns:a16="http://schemas.microsoft.com/office/drawing/2014/main" id="{413A467A-99EC-6CC7-EECD-C505ECD0267E}"/>
              </a:ext>
            </a:extLst>
          </p:cNvPr>
          <p:cNvSpPr>
            <a:spLocks noGrp="1"/>
          </p:cNvSpPr>
          <p:nvPr>
            <p:ph type="body" sz="quarter" idx="21" hasCustomPrompt="1"/>
          </p:nvPr>
        </p:nvSpPr>
        <p:spPr>
          <a:xfrm>
            <a:off x="536570" y="3488205"/>
            <a:ext cx="3291840" cy="1659885"/>
          </a:xfrm>
        </p:spPr>
        <p:txBody>
          <a:bodyPr>
            <a:noAutofit/>
          </a:bodyPr>
          <a:lstStyle>
            <a:lvl1pPr marL="0" indent="0">
              <a:lnSpc>
                <a:spcPts val="1800"/>
              </a:lnSpc>
              <a:buNone/>
              <a:defRPr sz="1200" b="0" i="0">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Column 1 Text</a:t>
            </a:r>
          </a:p>
        </p:txBody>
      </p:sp>
      <p:sp>
        <p:nvSpPr>
          <p:cNvPr id="7" name="Column 1 Title">
            <a:extLst>
              <a:ext uri="{FF2B5EF4-FFF2-40B4-BE49-F238E27FC236}">
                <a16:creationId xmlns:a16="http://schemas.microsoft.com/office/drawing/2014/main" id="{E497CA03-03B6-239D-0860-E934FE0D8F00}"/>
              </a:ext>
            </a:extLst>
          </p:cNvPr>
          <p:cNvSpPr>
            <a:spLocks noGrp="1"/>
          </p:cNvSpPr>
          <p:nvPr>
            <p:ph type="body" sz="quarter" idx="22" hasCustomPrompt="1"/>
          </p:nvPr>
        </p:nvSpPr>
        <p:spPr>
          <a:xfrm>
            <a:off x="536571" y="2949051"/>
            <a:ext cx="3291840" cy="568972"/>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Column 1 Title</a:t>
            </a:r>
          </a:p>
        </p:txBody>
      </p:sp>
      <p:sp>
        <p:nvSpPr>
          <p:cNvPr id="6" name="Slide Subtitle">
            <a:extLst>
              <a:ext uri="{FF2B5EF4-FFF2-40B4-BE49-F238E27FC236}">
                <a16:creationId xmlns:a16="http://schemas.microsoft.com/office/drawing/2014/main" id="{534382B7-A467-2F1F-2888-2554DCCAE577}"/>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5" name="Slide Title">
            <a:extLst>
              <a:ext uri="{FF2B5EF4-FFF2-40B4-BE49-F238E27FC236}">
                <a16:creationId xmlns:a16="http://schemas.microsoft.com/office/drawing/2014/main" id="{2856923A-7D0B-0490-6EF1-B49E68A3EB29}"/>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
        <p:nvSpPr>
          <p:cNvPr id="19" name="ai generated label">
            <a:extLst>
              <a:ext uri="{FF2B5EF4-FFF2-40B4-BE49-F238E27FC236}">
                <a16:creationId xmlns:a16="http://schemas.microsoft.com/office/drawing/2014/main" id="{CFAC8FCE-2C19-85AF-BEB4-A050CDEBDE17}"/>
              </a:ext>
            </a:extLst>
          </p:cNvPr>
          <p:cNvSpPr>
            <a:spLocks noGrp="1"/>
          </p:cNvSpPr>
          <p:nvPr>
            <p:ph type="body" sz="quarter" idx="31"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2875391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ur_columns_slide">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A5364008-15B1-D48B-9A7E-D2A52AD3452A}"/>
              </a:ext>
            </a:extLst>
          </p:cNvPr>
          <p:cNvSpPr/>
          <p:nvPr userDrawn="1"/>
        </p:nvSpPr>
        <p:spPr bwMode="gray">
          <a:xfrm>
            <a:off x="-1524" y="5775482"/>
            <a:ext cx="12192000" cy="1082517"/>
          </a:xfrm>
          <a:prstGeom prst="rect">
            <a:avLst/>
          </a:prstGeom>
          <a:gradFill>
            <a:gsLst>
              <a:gs pos="0">
                <a:srgbClr val="87E320"/>
              </a:gs>
              <a:gs pos="100000">
                <a:srgbClr val="63C631"/>
              </a:gs>
            </a:gsLst>
            <a:lin ang="0" scaled="0"/>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1" name="shape">
            <a:extLst>
              <a:ext uri="{FF2B5EF4-FFF2-40B4-BE49-F238E27FC236}">
                <a16:creationId xmlns:a16="http://schemas.microsoft.com/office/drawing/2014/main" id="{984485FF-0756-7B39-57DC-4D1A7DC0A280}"/>
              </a:ext>
            </a:extLst>
          </p:cNvPr>
          <p:cNvSpPr/>
          <p:nvPr userDrawn="1"/>
        </p:nvSpPr>
        <p:spPr>
          <a:xfrm>
            <a:off x="5671732" y="5502830"/>
            <a:ext cx="848536" cy="286335"/>
          </a:xfrm>
          <a:prstGeom prst="triangle">
            <a:avLst/>
          </a:prstGeom>
          <a:solidFill>
            <a:srgbClr val="7DDB2C"/>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8" name="shape">
            <a:extLst>
              <a:ext uri="{FF2B5EF4-FFF2-40B4-BE49-F238E27FC236}">
                <a16:creationId xmlns:a16="http://schemas.microsoft.com/office/drawing/2014/main" id="{38CB7EBB-8AE1-57E8-3AA2-E12905C4839A}"/>
              </a:ext>
            </a:extLst>
          </p:cNvPr>
          <p:cNvCxnSpPr>
            <a:cxnSpLocks/>
          </p:cNvCxnSpPr>
          <p:nvPr userDrawn="1"/>
        </p:nvCxnSpPr>
        <p:spPr>
          <a:xfrm>
            <a:off x="615638" y="3391758"/>
            <a:ext cx="2290524" cy="0"/>
          </a:xfrm>
          <a:prstGeom prst="line">
            <a:avLst/>
          </a:prstGeom>
          <a:ln w="57150">
            <a:solidFill>
              <a:srgbClr val="74AC50"/>
            </a:solidFill>
          </a:ln>
        </p:spPr>
        <p:style>
          <a:lnRef idx="1">
            <a:schemeClr val="accent1"/>
          </a:lnRef>
          <a:fillRef idx="0">
            <a:schemeClr val="accent1"/>
          </a:fillRef>
          <a:effectRef idx="0">
            <a:schemeClr val="accent1"/>
          </a:effectRef>
          <a:fontRef idx="minor">
            <a:schemeClr val="tx1"/>
          </a:fontRef>
        </p:style>
      </p:cxnSp>
      <p:sp>
        <p:nvSpPr>
          <p:cNvPr id="25" name="Summary Statement">
            <a:extLst>
              <a:ext uri="{FF2B5EF4-FFF2-40B4-BE49-F238E27FC236}">
                <a16:creationId xmlns:a16="http://schemas.microsoft.com/office/drawing/2014/main" id="{10740546-D3FB-8709-B1A9-369F95988358}"/>
              </a:ext>
            </a:extLst>
          </p:cNvPr>
          <p:cNvSpPr>
            <a:spLocks noGrp="1"/>
          </p:cNvSpPr>
          <p:nvPr>
            <p:ph type="body" sz="quarter" idx="27" hasCustomPrompt="1"/>
          </p:nvPr>
        </p:nvSpPr>
        <p:spPr>
          <a:xfrm>
            <a:off x="536570" y="5926083"/>
            <a:ext cx="11118858" cy="745500"/>
          </a:xfrm>
        </p:spPr>
        <p:txBody>
          <a:bodyPr anchor="ctr">
            <a:normAutofit/>
          </a:bodyPr>
          <a:lstStyle>
            <a:lvl1pPr marL="0" indent="0" algn="ctr">
              <a:lnSpc>
                <a:spcPts val="2500"/>
              </a:lnSpc>
              <a:buNone/>
              <a:defRPr sz="1500" b="0" i="1">
                <a:latin typeface="Open Sans ExtraBold" pitchFamily="2" charset="0"/>
                <a:ea typeface="Open Sans ExtraBold" pitchFamily="2" charset="0"/>
                <a:cs typeface="Open Sans ExtraBold" pitchFamily="2" charset="0"/>
              </a:defRPr>
            </a:lvl1pPr>
            <a:lvl5pPr marL="1828800" indent="0">
              <a:buNone/>
              <a:defRPr/>
            </a:lvl5pPr>
          </a:lstStyle>
          <a:p>
            <a:pPr lvl="0"/>
            <a:r>
              <a:rPr lang="en-US" dirty="0"/>
              <a:t>Summary Statement</a:t>
            </a:r>
          </a:p>
        </p:txBody>
      </p:sp>
      <p:cxnSp>
        <p:nvCxnSpPr>
          <p:cNvPr id="12" name="shape">
            <a:extLst>
              <a:ext uri="{FF2B5EF4-FFF2-40B4-BE49-F238E27FC236}">
                <a16:creationId xmlns:a16="http://schemas.microsoft.com/office/drawing/2014/main" id="{0969F836-887B-5CBC-E768-B345927F6F9D}"/>
              </a:ext>
            </a:extLst>
          </p:cNvPr>
          <p:cNvCxnSpPr>
            <a:cxnSpLocks/>
          </p:cNvCxnSpPr>
          <p:nvPr userDrawn="1"/>
        </p:nvCxnSpPr>
        <p:spPr>
          <a:xfrm>
            <a:off x="3498964" y="3391758"/>
            <a:ext cx="2290524" cy="0"/>
          </a:xfrm>
          <a:prstGeom prst="line">
            <a:avLst/>
          </a:prstGeom>
          <a:ln w="57150">
            <a:solidFill>
              <a:srgbClr val="74AC50"/>
            </a:solidFill>
          </a:ln>
        </p:spPr>
        <p:style>
          <a:lnRef idx="1">
            <a:schemeClr val="accent1"/>
          </a:lnRef>
          <a:fillRef idx="0">
            <a:schemeClr val="accent1"/>
          </a:fillRef>
          <a:effectRef idx="0">
            <a:schemeClr val="accent1"/>
          </a:effectRef>
          <a:fontRef idx="minor">
            <a:schemeClr val="tx1"/>
          </a:fontRef>
        </p:style>
      </p:cxnSp>
      <p:cxnSp>
        <p:nvCxnSpPr>
          <p:cNvPr id="16" name="shape">
            <a:extLst>
              <a:ext uri="{FF2B5EF4-FFF2-40B4-BE49-F238E27FC236}">
                <a16:creationId xmlns:a16="http://schemas.microsoft.com/office/drawing/2014/main" id="{2EE1E89A-5D8F-4DEF-616A-F9F39512D8CB}"/>
              </a:ext>
            </a:extLst>
          </p:cNvPr>
          <p:cNvCxnSpPr>
            <a:cxnSpLocks/>
          </p:cNvCxnSpPr>
          <p:nvPr userDrawn="1"/>
        </p:nvCxnSpPr>
        <p:spPr>
          <a:xfrm>
            <a:off x="6408161" y="3391758"/>
            <a:ext cx="2290524" cy="0"/>
          </a:xfrm>
          <a:prstGeom prst="line">
            <a:avLst/>
          </a:prstGeom>
          <a:ln w="57150">
            <a:solidFill>
              <a:srgbClr val="74AC50"/>
            </a:solidFill>
          </a:ln>
        </p:spPr>
        <p:style>
          <a:lnRef idx="1">
            <a:schemeClr val="accent1"/>
          </a:lnRef>
          <a:fillRef idx="0">
            <a:schemeClr val="accent1"/>
          </a:fillRef>
          <a:effectRef idx="0">
            <a:schemeClr val="accent1"/>
          </a:effectRef>
          <a:fontRef idx="minor">
            <a:schemeClr val="tx1"/>
          </a:fontRef>
        </p:style>
      </p:cxnSp>
      <p:cxnSp>
        <p:nvCxnSpPr>
          <p:cNvPr id="20" name="shape">
            <a:extLst>
              <a:ext uri="{FF2B5EF4-FFF2-40B4-BE49-F238E27FC236}">
                <a16:creationId xmlns:a16="http://schemas.microsoft.com/office/drawing/2014/main" id="{74D57EEC-221E-489E-0732-70DFF41AC0FE}"/>
              </a:ext>
            </a:extLst>
          </p:cNvPr>
          <p:cNvCxnSpPr>
            <a:cxnSpLocks/>
          </p:cNvCxnSpPr>
          <p:nvPr userDrawn="1"/>
        </p:nvCxnSpPr>
        <p:spPr>
          <a:xfrm>
            <a:off x="9287163" y="3391758"/>
            <a:ext cx="2290524" cy="0"/>
          </a:xfrm>
          <a:prstGeom prst="line">
            <a:avLst/>
          </a:prstGeom>
          <a:ln w="57150">
            <a:solidFill>
              <a:srgbClr val="74AC50"/>
            </a:solidFill>
          </a:ln>
        </p:spPr>
        <p:style>
          <a:lnRef idx="1">
            <a:schemeClr val="accent1"/>
          </a:lnRef>
          <a:fillRef idx="0">
            <a:schemeClr val="accent1"/>
          </a:fillRef>
          <a:effectRef idx="0">
            <a:schemeClr val="accent1"/>
          </a:effectRef>
          <a:fontRef idx="minor">
            <a:schemeClr val="tx1"/>
          </a:fontRef>
        </p:style>
      </p:cxnSp>
      <p:sp>
        <p:nvSpPr>
          <p:cNvPr id="22" name="Column 4 icon">
            <a:extLst>
              <a:ext uri="{FF2B5EF4-FFF2-40B4-BE49-F238E27FC236}">
                <a16:creationId xmlns:a16="http://schemas.microsoft.com/office/drawing/2014/main" id="{DE208288-8D53-A84A-6725-711E66EA5896}"/>
              </a:ext>
            </a:extLst>
          </p:cNvPr>
          <p:cNvSpPr>
            <a:spLocks noGrp="1"/>
          </p:cNvSpPr>
          <p:nvPr>
            <p:ph type="pic" sz="quarter" idx="33" hasCustomPrompt="1"/>
          </p:nvPr>
        </p:nvSpPr>
        <p:spPr>
          <a:xfrm>
            <a:off x="9296951" y="1954600"/>
            <a:ext cx="764411" cy="764411"/>
          </a:xfrm>
          <a:prstGeom prst="rect">
            <a:avLst/>
          </a:prstGeom>
        </p:spPr>
        <p:txBody>
          <a:bodyPr/>
          <a:lstStyle>
            <a:lvl1pPr marL="0" indent="0">
              <a:buNone/>
              <a:defRPr sz="800"/>
            </a:lvl1pPr>
          </a:lstStyle>
          <a:p>
            <a:r>
              <a:rPr lang="en-US" dirty="0"/>
              <a:t>{{ </a:t>
            </a:r>
            <a:r>
              <a:rPr lang="en-US" dirty="0" err="1"/>
              <a:t>dynamic_icon_placeholder</a:t>
            </a:r>
            <a:r>
              <a:rPr lang="en-US" dirty="0"/>
              <a:t> }} Column 4</a:t>
            </a:r>
          </a:p>
        </p:txBody>
      </p:sp>
      <p:sp>
        <p:nvSpPr>
          <p:cNvPr id="21" name="Column 4 Text">
            <a:extLst>
              <a:ext uri="{FF2B5EF4-FFF2-40B4-BE49-F238E27FC236}">
                <a16:creationId xmlns:a16="http://schemas.microsoft.com/office/drawing/2014/main" id="{568E6D12-C9D5-84E3-7740-91A69451A98D}"/>
              </a:ext>
            </a:extLst>
          </p:cNvPr>
          <p:cNvSpPr>
            <a:spLocks noGrp="1"/>
          </p:cNvSpPr>
          <p:nvPr>
            <p:ph type="body" sz="quarter" idx="25" hasCustomPrompt="1"/>
          </p:nvPr>
        </p:nvSpPr>
        <p:spPr>
          <a:xfrm>
            <a:off x="9186549" y="3575014"/>
            <a:ext cx="2468880" cy="1618243"/>
          </a:xfrm>
        </p:spPr>
        <p:txBody>
          <a:bodyPr>
            <a:normAutofit/>
          </a:bodyPr>
          <a:lstStyle>
            <a:lvl1pPr marL="0" marR="0" indent="0" algn="l" defTabSz="914400" rtl="0" eaLnBrk="1" fontAlgn="auto" latinLnBrk="0" hangingPunct="1">
              <a:lnSpc>
                <a:spcPts val="1800"/>
              </a:lnSpc>
              <a:spcBef>
                <a:spcPts val="1000"/>
              </a:spcBef>
              <a:spcAft>
                <a:spcPts val="0"/>
              </a:spcAft>
              <a:buClrTx/>
              <a:buSzTx/>
              <a:buFont typeface="Arial" panose="020B0604020202020204" pitchFamily="34" charset="0"/>
              <a:buNone/>
              <a:tabLst/>
              <a:defRPr sz="12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Column 4 Text</a:t>
            </a:r>
          </a:p>
        </p:txBody>
      </p:sp>
      <p:sp>
        <p:nvSpPr>
          <p:cNvPr id="19" name="Column 4 Title">
            <a:extLst>
              <a:ext uri="{FF2B5EF4-FFF2-40B4-BE49-F238E27FC236}">
                <a16:creationId xmlns:a16="http://schemas.microsoft.com/office/drawing/2014/main" id="{6DFCCDF3-43BF-BB02-67A8-6CEF5C352F6D}"/>
              </a:ext>
            </a:extLst>
          </p:cNvPr>
          <p:cNvSpPr>
            <a:spLocks noGrp="1"/>
          </p:cNvSpPr>
          <p:nvPr>
            <p:ph type="body" sz="quarter" idx="26" hasCustomPrompt="1"/>
          </p:nvPr>
        </p:nvSpPr>
        <p:spPr>
          <a:xfrm>
            <a:off x="9186549" y="2860706"/>
            <a:ext cx="2468880" cy="347472"/>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Column 4 Title</a:t>
            </a:r>
          </a:p>
        </p:txBody>
      </p:sp>
      <p:sp>
        <p:nvSpPr>
          <p:cNvPr id="18" name="Column 3 icon">
            <a:extLst>
              <a:ext uri="{FF2B5EF4-FFF2-40B4-BE49-F238E27FC236}">
                <a16:creationId xmlns:a16="http://schemas.microsoft.com/office/drawing/2014/main" id="{409948DB-0B92-D831-4CC7-820750BCC786}"/>
              </a:ext>
            </a:extLst>
          </p:cNvPr>
          <p:cNvSpPr>
            <a:spLocks noGrp="1"/>
          </p:cNvSpPr>
          <p:nvPr>
            <p:ph type="pic" sz="quarter" idx="31" hasCustomPrompt="1"/>
          </p:nvPr>
        </p:nvSpPr>
        <p:spPr>
          <a:xfrm>
            <a:off x="6378640" y="1954928"/>
            <a:ext cx="764411" cy="764411"/>
          </a:xfrm>
          <a:prstGeom prst="rect">
            <a:avLst/>
          </a:prstGeom>
        </p:spPr>
        <p:txBody>
          <a:bodyPr/>
          <a:lstStyle>
            <a:lvl1pPr marL="0" indent="0">
              <a:buNone/>
              <a:defRPr sz="800"/>
            </a:lvl1pPr>
          </a:lstStyle>
          <a:p>
            <a:r>
              <a:rPr lang="en-US" dirty="0"/>
              <a:t>{{ </a:t>
            </a:r>
            <a:r>
              <a:rPr lang="en-US" dirty="0" err="1"/>
              <a:t>dynamic_icon_placeholder</a:t>
            </a:r>
            <a:r>
              <a:rPr lang="en-US" dirty="0"/>
              <a:t> }} Column 3</a:t>
            </a:r>
          </a:p>
        </p:txBody>
      </p:sp>
      <p:sp>
        <p:nvSpPr>
          <p:cNvPr id="17" name="Column 3 Text">
            <a:extLst>
              <a:ext uri="{FF2B5EF4-FFF2-40B4-BE49-F238E27FC236}">
                <a16:creationId xmlns:a16="http://schemas.microsoft.com/office/drawing/2014/main" id="{0EE506DB-30E1-A02F-E95D-C876E8D49EAB}"/>
              </a:ext>
            </a:extLst>
          </p:cNvPr>
          <p:cNvSpPr>
            <a:spLocks noGrp="1"/>
          </p:cNvSpPr>
          <p:nvPr>
            <p:ph type="body" sz="quarter" idx="28" hasCustomPrompt="1"/>
          </p:nvPr>
        </p:nvSpPr>
        <p:spPr>
          <a:xfrm>
            <a:off x="6303223" y="3575014"/>
            <a:ext cx="2468880" cy="1618243"/>
          </a:xfrm>
        </p:spPr>
        <p:txBody>
          <a:bodyPr>
            <a:normAutofit/>
          </a:bodyPr>
          <a:lstStyle>
            <a:lvl1pPr marL="0" marR="0" indent="0" algn="l" defTabSz="914400" rtl="0" eaLnBrk="1" fontAlgn="auto" latinLnBrk="0" hangingPunct="1">
              <a:lnSpc>
                <a:spcPts val="1800"/>
              </a:lnSpc>
              <a:spcBef>
                <a:spcPts val="1000"/>
              </a:spcBef>
              <a:spcAft>
                <a:spcPts val="0"/>
              </a:spcAft>
              <a:buClrTx/>
              <a:buSzTx/>
              <a:buFont typeface="Arial" panose="020B0604020202020204" pitchFamily="34" charset="0"/>
              <a:buNone/>
              <a:tabLst/>
              <a:defRPr sz="12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Column 3 Text</a:t>
            </a:r>
          </a:p>
        </p:txBody>
      </p:sp>
      <p:sp>
        <p:nvSpPr>
          <p:cNvPr id="15" name="Column 3 Title">
            <a:extLst>
              <a:ext uri="{FF2B5EF4-FFF2-40B4-BE49-F238E27FC236}">
                <a16:creationId xmlns:a16="http://schemas.microsoft.com/office/drawing/2014/main" id="{F134ED02-2AE4-F01E-FB4F-53EB12007CD2}"/>
              </a:ext>
            </a:extLst>
          </p:cNvPr>
          <p:cNvSpPr>
            <a:spLocks noGrp="1"/>
          </p:cNvSpPr>
          <p:nvPr>
            <p:ph type="body" sz="quarter" idx="29" hasCustomPrompt="1"/>
          </p:nvPr>
        </p:nvSpPr>
        <p:spPr>
          <a:xfrm>
            <a:off x="6299571" y="2861034"/>
            <a:ext cx="2468880" cy="347472"/>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Column 3 Title</a:t>
            </a:r>
          </a:p>
        </p:txBody>
      </p:sp>
      <p:sp>
        <p:nvSpPr>
          <p:cNvPr id="14" name="Column 2 icon">
            <a:extLst>
              <a:ext uri="{FF2B5EF4-FFF2-40B4-BE49-F238E27FC236}">
                <a16:creationId xmlns:a16="http://schemas.microsoft.com/office/drawing/2014/main" id="{86317148-E2BD-CEAF-B1D6-C3900FF39BE2}"/>
              </a:ext>
            </a:extLst>
          </p:cNvPr>
          <p:cNvSpPr>
            <a:spLocks noGrp="1"/>
          </p:cNvSpPr>
          <p:nvPr>
            <p:ph type="pic" sz="quarter" idx="30" hasCustomPrompt="1"/>
          </p:nvPr>
        </p:nvSpPr>
        <p:spPr>
          <a:xfrm>
            <a:off x="3498964" y="1954600"/>
            <a:ext cx="764411" cy="764411"/>
          </a:xfrm>
          <a:prstGeom prst="rect">
            <a:avLst/>
          </a:prstGeom>
        </p:spPr>
        <p:txBody>
          <a:bodyPr/>
          <a:lstStyle>
            <a:lvl1pPr marL="0" indent="0">
              <a:buNone/>
              <a:defRPr sz="800"/>
            </a:lvl1pPr>
          </a:lstStyle>
          <a:p>
            <a:r>
              <a:rPr lang="en-US" dirty="0"/>
              <a:t>{{ </a:t>
            </a:r>
            <a:r>
              <a:rPr lang="en-US" dirty="0" err="1"/>
              <a:t>dynamic_icon_placeholder</a:t>
            </a:r>
            <a:r>
              <a:rPr lang="en-US" dirty="0"/>
              <a:t> }} Column 2</a:t>
            </a:r>
          </a:p>
        </p:txBody>
      </p:sp>
      <p:sp>
        <p:nvSpPr>
          <p:cNvPr id="13" name="Column 2 Text">
            <a:extLst>
              <a:ext uri="{FF2B5EF4-FFF2-40B4-BE49-F238E27FC236}">
                <a16:creationId xmlns:a16="http://schemas.microsoft.com/office/drawing/2014/main" id="{B899F0FB-D4C2-4067-5C22-39A277145246}"/>
              </a:ext>
            </a:extLst>
          </p:cNvPr>
          <p:cNvSpPr>
            <a:spLocks noGrp="1"/>
          </p:cNvSpPr>
          <p:nvPr>
            <p:ph type="body" sz="quarter" idx="23" hasCustomPrompt="1"/>
          </p:nvPr>
        </p:nvSpPr>
        <p:spPr>
          <a:xfrm>
            <a:off x="3419897" y="3575014"/>
            <a:ext cx="2468880" cy="1618243"/>
          </a:xfrm>
        </p:spPr>
        <p:txBody>
          <a:bodyPr>
            <a:normAutofit/>
          </a:bodyPr>
          <a:lstStyle>
            <a:lvl1pPr marL="0" marR="0" indent="0" algn="l" defTabSz="914400" rtl="0" eaLnBrk="1" fontAlgn="auto" latinLnBrk="0" hangingPunct="1">
              <a:lnSpc>
                <a:spcPts val="1800"/>
              </a:lnSpc>
              <a:spcBef>
                <a:spcPts val="1000"/>
              </a:spcBef>
              <a:spcAft>
                <a:spcPts val="0"/>
              </a:spcAft>
              <a:buClrTx/>
              <a:buSzTx/>
              <a:buFont typeface="Arial" panose="020B0604020202020204" pitchFamily="34" charset="0"/>
              <a:buNone/>
              <a:tabLst/>
              <a:defRPr sz="12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Column 2 Text</a:t>
            </a:r>
          </a:p>
        </p:txBody>
      </p:sp>
      <p:sp>
        <p:nvSpPr>
          <p:cNvPr id="11" name="Column 2 Title">
            <a:extLst>
              <a:ext uri="{FF2B5EF4-FFF2-40B4-BE49-F238E27FC236}">
                <a16:creationId xmlns:a16="http://schemas.microsoft.com/office/drawing/2014/main" id="{0CBBCF24-7B76-F95C-1ACD-EA228631D059}"/>
              </a:ext>
            </a:extLst>
          </p:cNvPr>
          <p:cNvSpPr>
            <a:spLocks noGrp="1"/>
          </p:cNvSpPr>
          <p:nvPr>
            <p:ph type="body" sz="quarter" idx="24" hasCustomPrompt="1"/>
          </p:nvPr>
        </p:nvSpPr>
        <p:spPr>
          <a:xfrm>
            <a:off x="3419895" y="2860706"/>
            <a:ext cx="2468880" cy="347472"/>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Column 2 Title</a:t>
            </a:r>
          </a:p>
        </p:txBody>
      </p:sp>
      <p:sp>
        <p:nvSpPr>
          <p:cNvPr id="10" name="Column 1 icon">
            <a:extLst>
              <a:ext uri="{FF2B5EF4-FFF2-40B4-BE49-F238E27FC236}">
                <a16:creationId xmlns:a16="http://schemas.microsoft.com/office/drawing/2014/main" id="{8F3F78E8-46DE-5A9B-01B8-D130B1F4F418}"/>
              </a:ext>
            </a:extLst>
          </p:cNvPr>
          <p:cNvSpPr>
            <a:spLocks noGrp="1"/>
          </p:cNvSpPr>
          <p:nvPr>
            <p:ph type="pic" sz="quarter" idx="20" hasCustomPrompt="1"/>
          </p:nvPr>
        </p:nvSpPr>
        <p:spPr>
          <a:xfrm>
            <a:off x="615638" y="1954600"/>
            <a:ext cx="764411" cy="764411"/>
          </a:xfrm>
          <a:prstGeom prst="rect">
            <a:avLst/>
          </a:prstGeom>
        </p:spPr>
        <p:txBody>
          <a:bodyPr/>
          <a:lstStyle>
            <a:lvl1pPr marL="0" indent="0">
              <a:buNone/>
              <a:defRPr sz="800"/>
            </a:lvl1pPr>
          </a:lstStyle>
          <a:p>
            <a:r>
              <a:rPr lang="en-US" dirty="0"/>
              <a:t>{{ </a:t>
            </a:r>
            <a:r>
              <a:rPr lang="en-US" dirty="0" err="1"/>
              <a:t>dynamic_icon_placeholder</a:t>
            </a:r>
            <a:r>
              <a:rPr lang="en-US" dirty="0"/>
              <a:t> }} Column 1</a:t>
            </a:r>
          </a:p>
          <a:p>
            <a:endParaRPr lang="en-US" dirty="0"/>
          </a:p>
        </p:txBody>
      </p:sp>
      <p:sp>
        <p:nvSpPr>
          <p:cNvPr id="9" name="Column 1 Text">
            <a:extLst>
              <a:ext uri="{FF2B5EF4-FFF2-40B4-BE49-F238E27FC236}">
                <a16:creationId xmlns:a16="http://schemas.microsoft.com/office/drawing/2014/main" id="{E40F31F9-071F-8184-FB1F-8EFFA7EBFA7C}"/>
              </a:ext>
            </a:extLst>
          </p:cNvPr>
          <p:cNvSpPr>
            <a:spLocks noGrp="1"/>
          </p:cNvSpPr>
          <p:nvPr>
            <p:ph type="body" sz="quarter" idx="21" hasCustomPrompt="1"/>
          </p:nvPr>
        </p:nvSpPr>
        <p:spPr>
          <a:xfrm>
            <a:off x="536571" y="3575014"/>
            <a:ext cx="2468880" cy="1618243"/>
          </a:xfrm>
        </p:spPr>
        <p:txBody>
          <a:bodyPr>
            <a:normAutofit/>
          </a:bodyPr>
          <a:lstStyle>
            <a:lvl1pPr marL="0" indent="0">
              <a:lnSpc>
                <a:spcPts val="1800"/>
              </a:lnSpc>
              <a:buNone/>
              <a:defRPr sz="12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a:t>Column 1 Text</a:t>
            </a:r>
          </a:p>
        </p:txBody>
      </p:sp>
      <p:sp>
        <p:nvSpPr>
          <p:cNvPr id="7" name="Column 1 Title">
            <a:extLst>
              <a:ext uri="{FF2B5EF4-FFF2-40B4-BE49-F238E27FC236}">
                <a16:creationId xmlns:a16="http://schemas.microsoft.com/office/drawing/2014/main" id="{48D71434-B506-F252-7160-4EE1277B5896}"/>
              </a:ext>
            </a:extLst>
          </p:cNvPr>
          <p:cNvSpPr>
            <a:spLocks noGrp="1"/>
          </p:cNvSpPr>
          <p:nvPr>
            <p:ph type="body" sz="quarter" idx="22" hasCustomPrompt="1"/>
          </p:nvPr>
        </p:nvSpPr>
        <p:spPr>
          <a:xfrm>
            <a:off x="536571" y="2860706"/>
            <a:ext cx="2468880" cy="347472"/>
          </a:xfrm>
        </p:spPr>
        <p:txBody>
          <a:bodyPr>
            <a:normAutofit/>
          </a:bodyPr>
          <a:lstStyle>
            <a:lvl1pPr marL="0" indent="0">
              <a:lnSpc>
                <a:spcPct val="100000"/>
              </a:lnSpc>
              <a:buNone/>
              <a:defRPr sz="13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a:t>Column 1 Title</a:t>
            </a:r>
          </a:p>
        </p:txBody>
      </p:sp>
      <p:sp>
        <p:nvSpPr>
          <p:cNvPr id="2" name="Slide Subtitle">
            <a:extLst>
              <a:ext uri="{FF2B5EF4-FFF2-40B4-BE49-F238E27FC236}">
                <a16:creationId xmlns:a16="http://schemas.microsoft.com/office/drawing/2014/main" id="{460A4F07-C22A-0104-723C-AF1D19026FE9}"/>
              </a:ext>
            </a:extLst>
          </p:cNvPr>
          <p:cNvSpPr>
            <a:spLocks noGrp="1"/>
          </p:cNvSpPr>
          <p:nvPr>
            <p:ph type="body" sz="quarter" idx="36"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7" name="Slide Title">
            <a:extLst>
              <a:ext uri="{FF2B5EF4-FFF2-40B4-BE49-F238E27FC236}">
                <a16:creationId xmlns:a16="http://schemas.microsoft.com/office/drawing/2014/main" id="{792DA0B7-D379-6B9D-B4BA-A8342F12478C}"/>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
        <p:nvSpPr>
          <p:cNvPr id="29" name="ai generated label">
            <a:extLst>
              <a:ext uri="{FF2B5EF4-FFF2-40B4-BE49-F238E27FC236}">
                <a16:creationId xmlns:a16="http://schemas.microsoft.com/office/drawing/2014/main" id="{A69CBA8E-EF0F-75B1-0DDA-246AC4771892}"/>
              </a:ext>
            </a:extLst>
          </p:cNvPr>
          <p:cNvSpPr>
            <a:spLocks noGrp="1"/>
          </p:cNvSpPr>
          <p:nvPr>
            <p:ph type="body" sz="quarter" idx="37"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1331901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_venn_diagram_slide">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2FF418E2-99B9-ADD8-4994-B18F7B0A5FCD}"/>
              </a:ext>
            </a:extLst>
          </p:cNvPr>
          <p:cNvGrpSpPr/>
          <p:nvPr userDrawn="1"/>
        </p:nvGrpSpPr>
        <p:grpSpPr>
          <a:xfrm>
            <a:off x="4011467" y="1604865"/>
            <a:ext cx="4166016" cy="3949200"/>
            <a:chOff x="2950311" y="1566837"/>
            <a:chExt cx="4166016" cy="3949200"/>
          </a:xfrm>
        </p:grpSpPr>
        <p:sp>
          <p:nvSpPr>
            <p:cNvPr id="33" name="Oval 32">
              <a:extLst>
                <a:ext uri="{FF2B5EF4-FFF2-40B4-BE49-F238E27FC236}">
                  <a16:creationId xmlns:a16="http://schemas.microsoft.com/office/drawing/2014/main" id="{F73C8557-F964-B072-535A-EB2D3FD73E06}"/>
                </a:ext>
              </a:extLst>
            </p:cNvPr>
            <p:cNvSpPr/>
            <p:nvPr/>
          </p:nvSpPr>
          <p:spPr bwMode="gray">
            <a:xfrm>
              <a:off x="3905071" y="1566837"/>
              <a:ext cx="2249276" cy="2249276"/>
            </a:xfrm>
            <a:prstGeom prst="ellipse">
              <a:avLst/>
            </a:prstGeom>
            <a:solidFill>
              <a:srgbClr val="01A5E4">
                <a:alpha val="7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4" name="Oval 33">
              <a:extLst>
                <a:ext uri="{FF2B5EF4-FFF2-40B4-BE49-F238E27FC236}">
                  <a16:creationId xmlns:a16="http://schemas.microsoft.com/office/drawing/2014/main" id="{B784CFB7-0628-64BB-7F4A-05AE4EA07730}"/>
                </a:ext>
              </a:extLst>
            </p:cNvPr>
            <p:cNvSpPr/>
            <p:nvPr/>
          </p:nvSpPr>
          <p:spPr bwMode="gray">
            <a:xfrm>
              <a:off x="4867051" y="3266761"/>
              <a:ext cx="2249276" cy="2249276"/>
            </a:xfrm>
            <a:prstGeom prst="ellipse">
              <a:avLst/>
            </a:prstGeom>
            <a:solidFill>
              <a:srgbClr val="005585">
                <a:alpha val="7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5" name="Oval 34">
              <a:extLst>
                <a:ext uri="{FF2B5EF4-FFF2-40B4-BE49-F238E27FC236}">
                  <a16:creationId xmlns:a16="http://schemas.microsoft.com/office/drawing/2014/main" id="{95F9EADC-447C-A60A-AB22-6B551BB7DB6B}"/>
                </a:ext>
              </a:extLst>
            </p:cNvPr>
            <p:cNvSpPr/>
            <p:nvPr/>
          </p:nvSpPr>
          <p:spPr bwMode="gray">
            <a:xfrm>
              <a:off x="2950311" y="3266761"/>
              <a:ext cx="2249276" cy="2249276"/>
            </a:xfrm>
            <a:prstGeom prst="ellipse">
              <a:avLst/>
            </a:prstGeom>
            <a:solidFill>
              <a:srgbClr val="85BD25">
                <a:alpha val="70000"/>
              </a:srgb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GB" sz="16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grpSp>
      <p:cxnSp>
        <p:nvCxnSpPr>
          <p:cNvPr id="7" name="shape">
            <a:extLst>
              <a:ext uri="{FF2B5EF4-FFF2-40B4-BE49-F238E27FC236}">
                <a16:creationId xmlns:a16="http://schemas.microsoft.com/office/drawing/2014/main" id="{C3D766DD-822D-FE37-6EBC-521D513E0552}"/>
              </a:ext>
            </a:extLst>
          </p:cNvPr>
          <p:cNvCxnSpPr>
            <a:cxnSpLocks/>
          </p:cNvCxnSpPr>
          <p:nvPr userDrawn="1"/>
        </p:nvCxnSpPr>
        <p:spPr>
          <a:xfrm>
            <a:off x="7723179" y="3610991"/>
            <a:ext cx="731520" cy="0"/>
          </a:xfrm>
          <a:prstGeom prst="line">
            <a:avLst/>
          </a:prstGeom>
          <a:ln>
            <a:solidFill>
              <a:srgbClr val="3C7B97"/>
            </a:solidFill>
          </a:ln>
        </p:spPr>
        <p:style>
          <a:lnRef idx="2">
            <a:schemeClr val="accent1"/>
          </a:lnRef>
          <a:fillRef idx="0">
            <a:schemeClr val="accent1"/>
          </a:fillRef>
          <a:effectRef idx="1">
            <a:schemeClr val="accent1"/>
          </a:effectRef>
          <a:fontRef idx="minor">
            <a:schemeClr val="tx1"/>
          </a:fontRef>
        </p:style>
      </p:cxnSp>
      <p:cxnSp>
        <p:nvCxnSpPr>
          <p:cNvPr id="8" name="shape">
            <a:extLst>
              <a:ext uri="{FF2B5EF4-FFF2-40B4-BE49-F238E27FC236}">
                <a16:creationId xmlns:a16="http://schemas.microsoft.com/office/drawing/2014/main" id="{91C466A9-72EE-64FD-3A3A-8536C317AB96}"/>
              </a:ext>
            </a:extLst>
          </p:cNvPr>
          <p:cNvCxnSpPr>
            <a:cxnSpLocks/>
          </p:cNvCxnSpPr>
          <p:nvPr userDrawn="1"/>
        </p:nvCxnSpPr>
        <p:spPr>
          <a:xfrm flipV="1">
            <a:off x="6896456" y="2186888"/>
            <a:ext cx="1554045" cy="0"/>
          </a:xfrm>
          <a:prstGeom prst="line">
            <a:avLst/>
          </a:prstGeom>
          <a:ln>
            <a:solidFill>
              <a:srgbClr val="44B7E3"/>
            </a:solidFill>
          </a:ln>
        </p:spPr>
        <p:style>
          <a:lnRef idx="2">
            <a:schemeClr val="accent1"/>
          </a:lnRef>
          <a:fillRef idx="0">
            <a:schemeClr val="accent1"/>
          </a:fillRef>
          <a:effectRef idx="1">
            <a:schemeClr val="accent1"/>
          </a:effectRef>
          <a:fontRef idx="minor">
            <a:schemeClr val="tx1"/>
          </a:fontRef>
        </p:style>
      </p:cxnSp>
      <p:cxnSp>
        <p:nvCxnSpPr>
          <p:cNvPr id="12" name="shape">
            <a:extLst>
              <a:ext uri="{FF2B5EF4-FFF2-40B4-BE49-F238E27FC236}">
                <a16:creationId xmlns:a16="http://schemas.microsoft.com/office/drawing/2014/main" id="{66D0D1AA-60E6-A607-26AC-DB6817DB1477}"/>
              </a:ext>
            </a:extLst>
          </p:cNvPr>
          <p:cNvCxnSpPr>
            <a:cxnSpLocks/>
          </p:cNvCxnSpPr>
          <p:nvPr userDrawn="1"/>
        </p:nvCxnSpPr>
        <p:spPr>
          <a:xfrm flipV="1">
            <a:off x="5975908" y="5124542"/>
            <a:ext cx="2474593" cy="0"/>
          </a:xfrm>
          <a:prstGeom prst="line">
            <a:avLst/>
          </a:prstGeom>
          <a:ln>
            <a:solidFill>
              <a:srgbClr val="A0C95D"/>
            </a:solidFill>
          </a:ln>
        </p:spPr>
        <p:style>
          <a:lnRef idx="2">
            <a:schemeClr val="accent1"/>
          </a:lnRef>
          <a:fillRef idx="0">
            <a:schemeClr val="accent1"/>
          </a:fillRef>
          <a:effectRef idx="1">
            <a:schemeClr val="accent1"/>
          </a:effectRef>
          <a:fontRef idx="minor">
            <a:schemeClr val="tx1"/>
          </a:fontRef>
        </p:style>
      </p:cxnSp>
      <p:sp>
        <p:nvSpPr>
          <p:cNvPr id="21" name="Category 3 bullet points">
            <a:extLst>
              <a:ext uri="{FF2B5EF4-FFF2-40B4-BE49-F238E27FC236}">
                <a16:creationId xmlns:a16="http://schemas.microsoft.com/office/drawing/2014/main" id="{DAE6DC66-1EBD-393C-47C5-8B654F494F17}"/>
              </a:ext>
            </a:extLst>
          </p:cNvPr>
          <p:cNvSpPr>
            <a:spLocks noGrp="1"/>
          </p:cNvSpPr>
          <p:nvPr>
            <p:ph type="body" sz="quarter" idx="38" hasCustomPrompt="1"/>
          </p:nvPr>
        </p:nvSpPr>
        <p:spPr>
          <a:xfrm>
            <a:off x="8512692" y="5080067"/>
            <a:ext cx="3185709" cy="947997"/>
          </a:xfrm>
        </p:spPr>
        <p:txBody>
          <a:bodyPr anchor="t">
            <a:normAutofit/>
          </a:bodyPr>
          <a:lstStyle>
            <a:lvl1pPr marL="0" indent="0" algn="l">
              <a:lnSpc>
                <a:spcPct val="100000"/>
              </a:lnSpc>
              <a:spcBef>
                <a:spcPts val="400"/>
              </a:spcBef>
              <a:buFont typeface="Arial" panose="020B0604020202020204" pitchFamily="34" charset="0"/>
              <a:buNone/>
              <a:defRPr sz="1100" b="0" i="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3 bullet points</a:t>
            </a:r>
          </a:p>
        </p:txBody>
      </p:sp>
      <p:sp>
        <p:nvSpPr>
          <p:cNvPr id="20" name="Category 3 Question">
            <a:extLst>
              <a:ext uri="{FF2B5EF4-FFF2-40B4-BE49-F238E27FC236}">
                <a16:creationId xmlns:a16="http://schemas.microsoft.com/office/drawing/2014/main" id="{36EC6529-AD68-0C42-0081-6639D96DE0B3}"/>
              </a:ext>
            </a:extLst>
          </p:cNvPr>
          <p:cNvSpPr>
            <a:spLocks noGrp="1"/>
          </p:cNvSpPr>
          <p:nvPr>
            <p:ph type="body" sz="quarter" idx="37" hasCustomPrompt="1"/>
          </p:nvPr>
        </p:nvSpPr>
        <p:spPr>
          <a:xfrm>
            <a:off x="8504230" y="4834222"/>
            <a:ext cx="3185709" cy="252722"/>
          </a:xfrm>
          <a:noFill/>
        </p:spPr>
        <p:txBody>
          <a:bodyPr anchor="ct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b="1" i="0">
                <a:solidFill>
                  <a:srgbClr val="9EC85A"/>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Category 3 Question</a:t>
            </a:r>
          </a:p>
        </p:txBody>
      </p:sp>
      <p:sp>
        <p:nvSpPr>
          <p:cNvPr id="19" name="Category Name 3">
            <a:extLst>
              <a:ext uri="{FF2B5EF4-FFF2-40B4-BE49-F238E27FC236}">
                <a16:creationId xmlns:a16="http://schemas.microsoft.com/office/drawing/2014/main" id="{F9998878-F2B1-4DE7-D78B-D6BCF907ED1A}"/>
              </a:ext>
            </a:extLst>
          </p:cNvPr>
          <p:cNvSpPr>
            <a:spLocks noGrp="1"/>
          </p:cNvSpPr>
          <p:nvPr>
            <p:ph type="body" sz="quarter" idx="31" hasCustomPrompt="1"/>
          </p:nvPr>
        </p:nvSpPr>
        <p:spPr>
          <a:xfrm>
            <a:off x="4223087" y="4159693"/>
            <a:ext cx="1685976" cy="483754"/>
          </a:xfrm>
        </p:spPr>
        <p:txBody>
          <a:bodyPr anchor="ctr">
            <a:normAutofit/>
          </a:bodyPr>
          <a:lstStyle>
            <a:lvl1pPr marL="0" indent="0" algn="ctr">
              <a:lnSpc>
                <a:spcPct val="100000"/>
              </a:lnSpc>
              <a:buNone/>
              <a:defRPr sz="1100" b="1" i="0" spc="200" baseline="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Category 3 Name</a:t>
            </a:r>
          </a:p>
        </p:txBody>
      </p:sp>
      <p:sp>
        <p:nvSpPr>
          <p:cNvPr id="18" name="Category 2 bullet points">
            <a:extLst>
              <a:ext uri="{FF2B5EF4-FFF2-40B4-BE49-F238E27FC236}">
                <a16:creationId xmlns:a16="http://schemas.microsoft.com/office/drawing/2014/main" id="{2ACAC32E-377E-3E01-9B89-70BC34FCEE57}"/>
              </a:ext>
            </a:extLst>
          </p:cNvPr>
          <p:cNvSpPr>
            <a:spLocks noGrp="1"/>
          </p:cNvSpPr>
          <p:nvPr>
            <p:ph type="body" sz="quarter" idx="40" hasCustomPrompt="1"/>
          </p:nvPr>
        </p:nvSpPr>
        <p:spPr>
          <a:xfrm>
            <a:off x="8495767" y="3660054"/>
            <a:ext cx="3185709" cy="947997"/>
          </a:xfrm>
        </p:spPr>
        <p:txBody>
          <a:bodyPr anchor="t">
            <a:normAutofit/>
          </a:bodyPr>
          <a:lstStyle>
            <a:lvl1pPr marL="0" indent="0" algn="l">
              <a:lnSpc>
                <a:spcPct val="100000"/>
              </a:lnSpc>
              <a:spcBef>
                <a:spcPts val="400"/>
              </a:spcBef>
              <a:buFont typeface="Arial" panose="020B0604020202020204" pitchFamily="34" charset="0"/>
              <a:buNone/>
              <a:defRPr sz="1100" b="0" i="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2 bullet points</a:t>
            </a:r>
          </a:p>
        </p:txBody>
      </p:sp>
      <p:sp>
        <p:nvSpPr>
          <p:cNvPr id="17" name="Category 2 Question">
            <a:extLst>
              <a:ext uri="{FF2B5EF4-FFF2-40B4-BE49-F238E27FC236}">
                <a16:creationId xmlns:a16="http://schemas.microsoft.com/office/drawing/2014/main" id="{3771E787-FDD6-D1A1-E966-329164CEEABA}"/>
              </a:ext>
            </a:extLst>
          </p:cNvPr>
          <p:cNvSpPr>
            <a:spLocks noGrp="1"/>
          </p:cNvSpPr>
          <p:nvPr>
            <p:ph type="body" sz="quarter" idx="35" hasCustomPrompt="1"/>
          </p:nvPr>
        </p:nvSpPr>
        <p:spPr>
          <a:xfrm>
            <a:off x="8495768" y="3395418"/>
            <a:ext cx="3185709" cy="252722"/>
          </a:xfrm>
          <a:noFill/>
        </p:spPr>
        <p:txBody>
          <a:bodyPr anchor="ct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b="1" i="0">
                <a:solidFill>
                  <a:srgbClr val="3C7B97"/>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Category 2 Question</a:t>
            </a:r>
          </a:p>
        </p:txBody>
      </p:sp>
      <p:sp>
        <p:nvSpPr>
          <p:cNvPr id="16" name="Category Name 2">
            <a:extLst>
              <a:ext uri="{FF2B5EF4-FFF2-40B4-BE49-F238E27FC236}">
                <a16:creationId xmlns:a16="http://schemas.microsoft.com/office/drawing/2014/main" id="{7C33D508-8A18-E2D2-9495-5C24E42F1356}"/>
              </a:ext>
            </a:extLst>
          </p:cNvPr>
          <p:cNvSpPr>
            <a:spLocks noGrp="1"/>
          </p:cNvSpPr>
          <p:nvPr>
            <p:ph type="body" sz="quarter" idx="32" hasCustomPrompt="1"/>
          </p:nvPr>
        </p:nvSpPr>
        <p:spPr>
          <a:xfrm>
            <a:off x="6260743" y="4148326"/>
            <a:ext cx="1711500" cy="493359"/>
          </a:xfrm>
        </p:spPr>
        <p:txBody>
          <a:bodyPr anchor="ctr">
            <a:normAutofit/>
          </a:bodyPr>
          <a:lstStyle>
            <a:lvl1pPr marL="0" indent="0" algn="ctr">
              <a:lnSpc>
                <a:spcPct val="100000"/>
              </a:lnSpc>
              <a:buNone/>
              <a:defRPr sz="1100" b="1" i="0" spc="200" baseline="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Category 2 Name</a:t>
            </a:r>
          </a:p>
        </p:txBody>
      </p:sp>
      <p:sp>
        <p:nvSpPr>
          <p:cNvPr id="15" name="Category 1 bullet points">
            <a:extLst>
              <a:ext uri="{FF2B5EF4-FFF2-40B4-BE49-F238E27FC236}">
                <a16:creationId xmlns:a16="http://schemas.microsoft.com/office/drawing/2014/main" id="{513A28C1-E2C6-7ED6-4F47-0786DEADF081}"/>
              </a:ext>
            </a:extLst>
          </p:cNvPr>
          <p:cNvSpPr>
            <a:spLocks noGrp="1"/>
          </p:cNvSpPr>
          <p:nvPr>
            <p:ph type="body" sz="quarter" idx="41" hasCustomPrompt="1"/>
          </p:nvPr>
        </p:nvSpPr>
        <p:spPr>
          <a:xfrm>
            <a:off x="8495766" y="2205939"/>
            <a:ext cx="3185709" cy="947997"/>
          </a:xfrm>
        </p:spPr>
        <p:txBody>
          <a:bodyPr anchor="t">
            <a:normAutofit/>
          </a:bodyPr>
          <a:lstStyle>
            <a:lvl1pPr marL="0" indent="0" algn="l">
              <a:lnSpc>
                <a:spcPct val="100000"/>
              </a:lnSpc>
              <a:spcBef>
                <a:spcPts val="400"/>
              </a:spcBef>
              <a:buFont typeface="Arial" panose="020B0604020202020204" pitchFamily="34" charset="0"/>
              <a:buNone/>
              <a:defRPr sz="1100" b="0" i="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1 bullet points</a:t>
            </a:r>
          </a:p>
        </p:txBody>
      </p:sp>
      <p:sp>
        <p:nvSpPr>
          <p:cNvPr id="14" name="Category 1 Question">
            <a:extLst>
              <a:ext uri="{FF2B5EF4-FFF2-40B4-BE49-F238E27FC236}">
                <a16:creationId xmlns:a16="http://schemas.microsoft.com/office/drawing/2014/main" id="{AA45E628-9F14-ECA8-0834-15386E314794}"/>
              </a:ext>
            </a:extLst>
          </p:cNvPr>
          <p:cNvSpPr>
            <a:spLocks noGrp="1"/>
          </p:cNvSpPr>
          <p:nvPr>
            <p:ph type="body" sz="quarter" idx="24" hasCustomPrompt="1"/>
          </p:nvPr>
        </p:nvSpPr>
        <p:spPr>
          <a:xfrm>
            <a:off x="8495768" y="1951289"/>
            <a:ext cx="3185709" cy="252722"/>
          </a:xfrm>
          <a:noFill/>
        </p:spPr>
        <p:txBody>
          <a:bodyPr anchor="ctr">
            <a:normAutofit/>
          </a:bodyPr>
          <a:lstStyle>
            <a:lvl1pPr marL="0" indent="0" algn="l">
              <a:lnSpc>
                <a:spcPct val="100000"/>
              </a:lnSpc>
              <a:buNone/>
              <a:defRPr sz="1200" b="1" i="0">
                <a:solidFill>
                  <a:srgbClr val="44B7E3"/>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Category 1 Question</a:t>
            </a:r>
          </a:p>
        </p:txBody>
      </p:sp>
      <p:sp>
        <p:nvSpPr>
          <p:cNvPr id="13" name="Category Name 1">
            <a:extLst>
              <a:ext uri="{FF2B5EF4-FFF2-40B4-BE49-F238E27FC236}">
                <a16:creationId xmlns:a16="http://schemas.microsoft.com/office/drawing/2014/main" id="{FE206FC5-B976-36AD-B432-2BECBC704C94}"/>
              </a:ext>
            </a:extLst>
          </p:cNvPr>
          <p:cNvSpPr>
            <a:spLocks noGrp="1"/>
          </p:cNvSpPr>
          <p:nvPr>
            <p:ph type="body" sz="quarter" idx="33" hasCustomPrompt="1"/>
          </p:nvPr>
        </p:nvSpPr>
        <p:spPr>
          <a:xfrm>
            <a:off x="5066075" y="2428650"/>
            <a:ext cx="2056801" cy="483754"/>
          </a:xfrm>
        </p:spPr>
        <p:txBody>
          <a:bodyPr anchor="ctr">
            <a:normAutofit/>
          </a:bodyPr>
          <a:lstStyle>
            <a:lvl1pPr marL="0" indent="0" algn="ctr">
              <a:lnSpc>
                <a:spcPct val="100000"/>
              </a:lnSpc>
              <a:buNone/>
              <a:defRPr sz="1100" b="1" i="0" spc="200" baseline="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Category 1 Name</a:t>
            </a:r>
          </a:p>
        </p:txBody>
      </p:sp>
      <p:sp>
        <p:nvSpPr>
          <p:cNvPr id="6" name="Supporting Text">
            <a:extLst>
              <a:ext uri="{FF2B5EF4-FFF2-40B4-BE49-F238E27FC236}">
                <a16:creationId xmlns:a16="http://schemas.microsoft.com/office/drawing/2014/main" id="{C109DCFC-4270-9D10-E27B-1AFC50AA0C1C}"/>
              </a:ext>
            </a:extLst>
          </p:cNvPr>
          <p:cNvSpPr>
            <a:spLocks noGrp="1"/>
          </p:cNvSpPr>
          <p:nvPr>
            <p:ph type="body" sz="quarter" idx="26" hasCustomPrompt="1"/>
          </p:nvPr>
        </p:nvSpPr>
        <p:spPr>
          <a:xfrm>
            <a:off x="540644" y="2110183"/>
            <a:ext cx="3219301" cy="3195157"/>
          </a:xfrm>
        </p:spPr>
        <p:txBody>
          <a:bodyPr anchor="ctr">
            <a:normAutofit/>
          </a:bodyPr>
          <a:lstStyle>
            <a:lvl1pPr marL="0" indent="0">
              <a:lnSpc>
                <a:spcPts val="1980"/>
              </a:lnSpc>
              <a:buNone/>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a:t>Supporting text</a:t>
            </a:r>
          </a:p>
        </p:txBody>
      </p:sp>
      <p:sp>
        <p:nvSpPr>
          <p:cNvPr id="2" name="Slide Subtitle">
            <a:extLst>
              <a:ext uri="{FF2B5EF4-FFF2-40B4-BE49-F238E27FC236}">
                <a16:creationId xmlns:a16="http://schemas.microsoft.com/office/drawing/2014/main" id="{40996CEE-5194-59C5-E4A3-F07B8E801482}"/>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3" name="Slide Title">
            <a:extLst>
              <a:ext uri="{FF2B5EF4-FFF2-40B4-BE49-F238E27FC236}">
                <a16:creationId xmlns:a16="http://schemas.microsoft.com/office/drawing/2014/main" id="{1F3F6933-B706-6091-5347-D57501CC91A8}"/>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
        <p:nvSpPr>
          <p:cNvPr id="37" name="ai generated label">
            <a:extLst>
              <a:ext uri="{FF2B5EF4-FFF2-40B4-BE49-F238E27FC236}">
                <a16:creationId xmlns:a16="http://schemas.microsoft.com/office/drawing/2014/main" id="{B31A704D-34AE-4038-DFF5-B9B836085019}"/>
              </a:ext>
            </a:extLst>
          </p:cNvPr>
          <p:cNvSpPr>
            <a:spLocks noGrp="1"/>
          </p:cNvSpPr>
          <p:nvPr>
            <p:ph type="body" sz="quarter" idx="22"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3190438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_venn_diagram_slide">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CBE07199-EF5F-05C7-3CBB-4AB80ED766E4}"/>
              </a:ext>
            </a:extLst>
          </p:cNvPr>
          <p:cNvGrpSpPr/>
          <p:nvPr userDrawn="1"/>
        </p:nvGrpSpPr>
        <p:grpSpPr>
          <a:xfrm>
            <a:off x="4820031" y="1282699"/>
            <a:ext cx="6839445" cy="4295043"/>
            <a:chOff x="3539840" y="1223129"/>
            <a:chExt cx="2184795" cy="1372010"/>
          </a:xfrm>
        </p:grpSpPr>
        <p:sp>
          <p:nvSpPr>
            <p:cNvPr id="14" name="Oval 1">
              <a:extLst>
                <a:ext uri="{FF2B5EF4-FFF2-40B4-BE49-F238E27FC236}">
                  <a16:creationId xmlns:a16="http://schemas.microsoft.com/office/drawing/2014/main" id="{E2A5096A-3FDB-2C00-68C7-A9E304D35831}"/>
                </a:ext>
              </a:extLst>
            </p:cNvPr>
            <p:cNvSpPr/>
            <p:nvPr userDrawn="1"/>
          </p:nvSpPr>
          <p:spPr bwMode="gray">
            <a:xfrm>
              <a:off x="4349651" y="1358037"/>
              <a:ext cx="565172" cy="1102194"/>
            </a:xfrm>
            <a:custGeom>
              <a:avLst/>
              <a:gdLst/>
              <a:ahLst/>
              <a:cxnLst/>
              <a:rect l="l" t="t" r="r" b="b"/>
              <a:pathLst>
                <a:path w="1099056" h="2173122">
                  <a:moveTo>
                    <a:pt x="549528" y="0"/>
                  </a:moveTo>
                  <a:cubicBezTo>
                    <a:pt x="883279" y="245150"/>
                    <a:pt x="1099056" y="640657"/>
                    <a:pt x="1099056" y="1086561"/>
                  </a:cubicBezTo>
                  <a:cubicBezTo>
                    <a:pt x="1099056" y="1532465"/>
                    <a:pt x="883279" y="1927972"/>
                    <a:pt x="549528" y="2173122"/>
                  </a:cubicBezTo>
                  <a:cubicBezTo>
                    <a:pt x="215777" y="1927972"/>
                    <a:pt x="0" y="1532465"/>
                    <a:pt x="0" y="1086561"/>
                  </a:cubicBezTo>
                  <a:cubicBezTo>
                    <a:pt x="0" y="640657"/>
                    <a:pt x="215777" y="245150"/>
                    <a:pt x="549528" y="0"/>
                  </a:cubicBezTo>
                  <a:close/>
                </a:path>
              </a:pathLst>
            </a:custGeom>
            <a:solidFill>
              <a:srgbClr val="85BD25"/>
            </a:solidFill>
            <a:ln w="19050" algn="ctr">
              <a:noFill/>
              <a:miter lim="800000"/>
              <a:headEnd/>
              <a:tailEnd/>
            </a:ln>
          </p:spPr>
          <p:txBody>
            <a:bodyPr wrap="none" lIns="44450" tIns="44450" rIns="44450" bIns="44450" rtlCol="0" anchor="ctr"/>
            <a:lstStyle/>
            <a:p>
              <a:pPr algn="ctr">
                <a:buFont typeface="Wingdings 2" pitchFamily="18" charset="2"/>
                <a:buNone/>
              </a:pPr>
              <a:endParaRPr lang="en-US" sz="1200">
                <a:solidFill>
                  <a:schemeClr val="tx2"/>
                </a:solidFill>
                <a:latin typeface="Open Sans SemiBold"/>
                <a:ea typeface="Open Sans SemiBold"/>
                <a:cs typeface="Open Sans SemiBold"/>
              </a:endParaRPr>
            </a:p>
          </p:txBody>
        </p:sp>
        <p:sp>
          <p:nvSpPr>
            <p:cNvPr id="15" name="Oval 15">
              <a:extLst>
                <a:ext uri="{FF2B5EF4-FFF2-40B4-BE49-F238E27FC236}">
                  <a16:creationId xmlns:a16="http://schemas.microsoft.com/office/drawing/2014/main" id="{1C4195F1-26A3-2A70-2001-81081E20BAF8}"/>
                </a:ext>
              </a:extLst>
            </p:cNvPr>
            <p:cNvSpPr/>
            <p:nvPr userDrawn="1"/>
          </p:nvSpPr>
          <p:spPr bwMode="gray">
            <a:xfrm>
              <a:off x="4631342" y="1223129"/>
              <a:ext cx="1093293" cy="1372010"/>
            </a:xfrm>
            <a:custGeom>
              <a:avLst/>
              <a:gdLst/>
              <a:ahLst/>
              <a:cxnLst/>
              <a:rect l="l" t="t" r="r" b="b"/>
              <a:pathLst>
                <a:path w="2155572" h="2705100">
                  <a:moveTo>
                    <a:pt x="803022" y="0"/>
                  </a:moveTo>
                  <a:cubicBezTo>
                    <a:pt x="1550015" y="0"/>
                    <a:pt x="2155572" y="605557"/>
                    <a:pt x="2155572" y="1352550"/>
                  </a:cubicBezTo>
                  <a:cubicBezTo>
                    <a:pt x="2155572" y="2099543"/>
                    <a:pt x="1550015" y="2705100"/>
                    <a:pt x="803022" y="2705100"/>
                  </a:cubicBezTo>
                  <a:cubicBezTo>
                    <a:pt x="501933" y="2705100"/>
                    <a:pt x="223823" y="2606719"/>
                    <a:pt x="0" y="2439111"/>
                  </a:cubicBezTo>
                  <a:cubicBezTo>
                    <a:pt x="333751" y="2193961"/>
                    <a:pt x="549528" y="1798454"/>
                    <a:pt x="549528" y="1352550"/>
                  </a:cubicBezTo>
                  <a:cubicBezTo>
                    <a:pt x="549528" y="906646"/>
                    <a:pt x="333751" y="511139"/>
                    <a:pt x="0" y="265989"/>
                  </a:cubicBezTo>
                  <a:cubicBezTo>
                    <a:pt x="223823" y="98381"/>
                    <a:pt x="501933" y="0"/>
                    <a:pt x="803022" y="0"/>
                  </a:cubicBezTo>
                  <a:close/>
                </a:path>
              </a:pathLst>
            </a:custGeom>
            <a:solidFill>
              <a:srgbClr val="25890D"/>
            </a:solidFill>
            <a:ln w="19050" algn="ctr">
              <a:noFill/>
              <a:miter lim="800000"/>
              <a:headEnd/>
              <a:tailEnd/>
            </a:ln>
          </p:spPr>
          <p:txBody>
            <a:bodyPr wrap="none" lIns="44450" tIns="44450" rIns="44450" bIns="44450" rtlCol="0" anchor="ctr"/>
            <a:lstStyle/>
            <a:p>
              <a:pPr algn="ctr">
                <a:buFont typeface="Wingdings 2" pitchFamily="18" charset="2"/>
                <a:buNone/>
              </a:pPr>
              <a:endParaRPr lang="en-US" sz="1200">
                <a:solidFill>
                  <a:schemeClr val="tx2"/>
                </a:solidFill>
                <a:latin typeface="Open Sans SemiBold"/>
                <a:ea typeface="Open Sans SemiBold"/>
                <a:cs typeface="Open Sans SemiBold"/>
              </a:endParaRPr>
            </a:p>
          </p:txBody>
        </p:sp>
        <p:sp>
          <p:nvSpPr>
            <p:cNvPr id="16" name="Oval 16">
              <a:extLst>
                <a:ext uri="{FF2B5EF4-FFF2-40B4-BE49-F238E27FC236}">
                  <a16:creationId xmlns:a16="http://schemas.microsoft.com/office/drawing/2014/main" id="{8DB8AFEE-C2C8-EF90-8226-CF3E3DCF19B0}"/>
                </a:ext>
              </a:extLst>
            </p:cNvPr>
            <p:cNvSpPr/>
            <p:nvPr userDrawn="1"/>
          </p:nvSpPr>
          <p:spPr bwMode="gray">
            <a:xfrm>
              <a:off x="3539840" y="1223129"/>
              <a:ext cx="1093292" cy="1372010"/>
            </a:xfrm>
            <a:custGeom>
              <a:avLst/>
              <a:gdLst/>
              <a:ahLst/>
              <a:cxnLst/>
              <a:rect l="l" t="t" r="r" b="b"/>
              <a:pathLst>
                <a:path w="2155572" h="2705100">
                  <a:moveTo>
                    <a:pt x="1352550" y="0"/>
                  </a:moveTo>
                  <a:cubicBezTo>
                    <a:pt x="1653639" y="0"/>
                    <a:pt x="1931749" y="98381"/>
                    <a:pt x="2155572" y="265990"/>
                  </a:cubicBezTo>
                  <a:cubicBezTo>
                    <a:pt x="1821821" y="511139"/>
                    <a:pt x="1606044" y="906646"/>
                    <a:pt x="1606044" y="1352550"/>
                  </a:cubicBezTo>
                  <a:cubicBezTo>
                    <a:pt x="1606044" y="1798455"/>
                    <a:pt x="1821821" y="2193961"/>
                    <a:pt x="2155572" y="2439111"/>
                  </a:cubicBezTo>
                  <a:cubicBezTo>
                    <a:pt x="1931749" y="2606719"/>
                    <a:pt x="1653639" y="2705100"/>
                    <a:pt x="1352550" y="2705100"/>
                  </a:cubicBezTo>
                  <a:cubicBezTo>
                    <a:pt x="605557" y="2705100"/>
                    <a:pt x="0" y="2099543"/>
                    <a:pt x="0" y="1352550"/>
                  </a:cubicBezTo>
                  <a:cubicBezTo>
                    <a:pt x="0" y="605557"/>
                    <a:pt x="605557" y="0"/>
                    <a:pt x="1352550" y="0"/>
                  </a:cubicBezTo>
                  <a:close/>
                </a:path>
              </a:pathLst>
            </a:custGeom>
            <a:solidFill>
              <a:srgbClr val="85EC20"/>
            </a:solidFill>
            <a:ln w="19050" algn="ctr">
              <a:noFill/>
              <a:miter lim="800000"/>
              <a:headEnd/>
              <a:tailEnd/>
            </a:ln>
          </p:spPr>
          <p:txBody>
            <a:bodyPr wrap="none" lIns="44450" tIns="44450" rIns="44450" bIns="44450" rtlCol="0" anchor="ctr"/>
            <a:lstStyle/>
            <a:p>
              <a:pPr algn="ctr">
                <a:buFont typeface="Wingdings 2" pitchFamily="18" charset="2"/>
                <a:buNone/>
              </a:pPr>
              <a:endParaRPr lang="en-US" sz="1200">
                <a:solidFill>
                  <a:schemeClr val="tx2"/>
                </a:solidFill>
                <a:latin typeface="Open Sans SemiBold"/>
                <a:ea typeface="Open Sans SemiBold"/>
                <a:cs typeface="Open Sans SemiBold"/>
              </a:endParaRPr>
            </a:p>
          </p:txBody>
        </p:sp>
      </p:grpSp>
      <p:sp>
        <p:nvSpPr>
          <p:cNvPr id="11" name="Intersection">
            <a:extLst>
              <a:ext uri="{FF2B5EF4-FFF2-40B4-BE49-F238E27FC236}">
                <a16:creationId xmlns:a16="http://schemas.microsoft.com/office/drawing/2014/main" id="{7DB6038B-2252-589D-760B-26911D239086}"/>
              </a:ext>
            </a:extLst>
          </p:cNvPr>
          <p:cNvSpPr>
            <a:spLocks noGrp="1"/>
          </p:cNvSpPr>
          <p:nvPr>
            <p:ph type="body" sz="quarter" idx="28" hasCustomPrompt="1"/>
          </p:nvPr>
        </p:nvSpPr>
        <p:spPr>
          <a:xfrm>
            <a:off x="7394712" y="3039416"/>
            <a:ext cx="1729668" cy="781609"/>
          </a:xfrm>
        </p:spPr>
        <p:txBody>
          <a:bodyPr anchor="ctr">
            <a:normAutofit/>
          </a:bodyPr>
          <a:lstStyle>
            <a:lvl1pPr marL="0" indent="0" algn="ctr">
              <a:lnSpc>
                <a:spcPct val="100000"/>
              </a:lnSpc>
              <a:buNone/>
              <a:defRPr sz="1200" b="1" i="0">
                <a:latin typeface="Open Sans SemiBold" pitchFamily="2" charset="0"/>
                <a:ea typeface="Open Sans SemiBold" pitchFamily="2" charset="0"/>
                <a:cs typeface="Open Sans SemiBold" pitchFamily="2" charset="0"/>
              </a:defRPr>
            </a:lvl1pPr>
            <a:lvl5pPr marL="1828800" indent="0">
              <a:buNone/>
              <a:defRPr/>
            </a:lvl5pPr>
          </a:lstStyle>
          <a:p>
            <a:pPr lvl="0"/>
            <a:r>
              <a:rPr lang="en-US"/>
              <a:t>Intersection</a:t>
            </a:r>
          </a:p>
        </p:txBody>
      </p:sp>
      <p:sp>
        <p:nvSpPr>
          <p:cNvPr id="10" name="Category 2">
            <a:extLst>
              <a:ext uri="{FF2B5EF4-FFF2-40B4-BE49-F238E27FC236}">
                <a16:creationId xmlns:a16="http://schemas.microsoft.com/office/drawing/2014/main" id="{AEBCA55F-BF34-D3CF-EFF3-B490BCEC6982}"/>
              </a:ext>
            </a:extLst>
          </p:cNvPr>
          <p:cNvSpPr>
            <a:spLocks noGrp="1"/>
          </p:cNvSpPr>
          <p:nvPr>
            <p:ph type="body" sz="quarter" idx="29" hasCustomPrompt="1"/>
          </p:nvPr>
        </p:nvSpPr>
        <p:spPr>
          <a:xfrm>
            <a:off x="9171362" y="3056232"/>
            <a:ext cx="2017644" cy="781609"/>
          </a:xfrm>
        </p:spPr>
        <p:txBody>
          <a:bodyPr anchor="ctr">
            <a:normAutofit/>
          </a:bodyPr>
          <a:lstStyle>
            <a:lvl1pPr marL="0" indent="0" algn="ctr">
              <a:lnSpc>
                <a:spcPct val="100000"/>
              </a:lnSpc>
              <a:buNone/>
              <a:defRPr sz="1200" b="1" i="0">
                <a:solidFill>
                  <a:schemeClr val="bg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Category 2</a:t>
            </a:r>
          </a:p>
        </p:txBody>
      </p:sp>
      <p:sp>
        <p:nvSpPr>
          <p:cNvPr id="9" name="Category 1">
            <a:extLst>
              <a:ext uri="{FF2B5EF4-FFF2-40B4-BE49-F238E27FC236}">
                <a16:creationId xmlns:a16="http://schemas.microsoft.com/office/drawing/2014/main" id="{FEEE9A13-9D13-FCE6-C5BD-3E0BB9D335C9}"/>
              </a:ext>
            </a:extLst>
          </p:cNvPr>
          <p:cNvSpPr>
            <a:spLocks noGrp="1"/>
          </p:cNvSpPr>
          <p:nvPr>
            <p:ph type="body" sz="quarter" idx="27" hasCustomPrompt="1"/>
          </p:nvPr>
        </p:nvSpPr>
        <p:spPr>
          <a:xfrm>
            <a:off x="5227809" y="3039416"/>
            <a:ext cx="2166903" cy="781609"/>
          </a:xfrm>
        </p:spPr>
        <p:txBody>
          <a:bodyPr anchor="ctr">
            <a:normAutofit/>
          </a:bodyPr>
          <a:lstStyle>
            <a:lvl1pPr marL="0" indent="0" algn="ctr">
              <a:lnSpc>
                <a:spcPct val="100000"/>
              </a:lnSpc>
              <a:buNone/>
              <a:defRPr sz="1200" b="1" i="0">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Category 1</a:t>
            </a:r>
          </a:p>
        </p:txBody>
      </p:sp>
      <p:sp>
        <p:nvSpPr>
          <p:cNvPr id="6" name="Slide Subtitle">
            <a:extLst>
              <a:ext uri="{FF2B5EF4-FFF2-40B4-BE49-F238E27FC236}">
                <a16:creationId xmlns:a16="http://schemas.microsoft.com/office/drawing/2014/main" id="{19CD1FDB-DA0D-5A87-E5B5-5BE91C798A6A}"/>
              </a:ext>
            </a:extLst>
          </p:cNvPr>
          <p:cNvSpPr>
            <a:spLocks noGrp="1"/>
          </p:cNvSpPr>
          <p:nvPr>
            <p:ph type="body" sz="quarter" idx="26" hasCustomPrompt="1"/>
          </p:nvPr>
        </p:nvSpPr>
        <p:spPr>
          <a:xfrm>
            <a:off x="536575" y="3202980"/>
            <a:ext cx="4022725" cy="1126243"/>
          </a:xfrm>
        </p:spPr>
        <p:txBody>
          <a:bodyPr>
            <a:noAutofit/>
          </a:bodyPr>
          <a:lstStyle>
            <a:lvl1pPr marL="0" indent="0">
              <a:lnSpc>
                <a:spcPts val="2120"/>
              </a:lnSpc>
              <a:buNone/>
              <a:defRPr lang="en-US" sz="1600" b="0" i="0" smtClean="0">
                <a:effectLst/>
                <a:latin typeface="Open Sans Light" pitchFamily="2" charset="0"/>
                <a:ea typeface="Open Sans Light" pitchFamily="2" charset="0"/>
                <a:cs typeface="Open Sans Light" pitchFamily="2" charset="0"/>
              </a:defRPr>
            </a:lvl1pPr>
            <a:lvl5pPr marL="1828800" indent="0">
              <a:buNone/>
              <a:defRPr/>
            </a:lvl5pPr>
          </a:lstStyle>
          <a:p>
            <a:pPr lvl="0"/>
            <a:r>
              <a:rPr lang="en-US"/>
              <a:t>Slide Subtitle</a:t>
            </a:r>
          </a:p>
        </p:txBody>
      </p:sp>
      <p:sp>
        <p:nvSpPr>
          <p:cNvPr id="5" name="Slide Title">
            <a:extLst>
              <a:ext uri="{FF2B5EF4-FFF2-40B4-BE49-F238E27FC236}">
                <a16:creationId xmlns:a16="http://schemas.microsoft.com/office/drawing/2014/main" id="{918DCC9D-F543-0721-0776-6ECFDC94B0DA}"/>
              </a:ext>
            </a:extLst>
          </p:cNvPr>
          <p:cNvSpPr>
            <a:spLocks noGrp="1"/>
          </p:cNvSpPr>
          <p:nvPr>
            <p:ph type="body" sz="quarter" idx="10" hasCustomPrompt="1"/>
          </p:nvPr>
        </p:nvSpPr>
        <p:spPr>
          <a:xfrm>
            <a:off x="536575" y="2218235"/>
            <a:ext cx="4022725" cy="897255"/>
          </a:xfr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Slide Title</a:t>
            </a:r>
          </a:p>
        </p:txBody>
      </p:sp>
      <p:sp>
        <p:nvSpPr>
          <p:cNvPr id="18" name="ai generated label">
            <a:extLst>
              <a:ext uri="{FF2B5EF4-FFF2-40B4-BE49-F238E27FC236}">
                <a16:creationId xmlns:a16="http://schemas.microsoft.com/office/drawing/2014/main" id="{15A75916-F411-B37C-DD08-D5F40CDA53B3}"/>
              </a:ext>
            </a:extLst>
          </p:cNvPr>
          <p:cNvSpPr>
            <a:spLocks noGrp="1"/>
          </p:cNvSpPr>
          <p:nvPr>
            <p:ph type="body" sz="quarter" idx="22"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198340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tro_narrative_three_slide">
    <p:spTree>
      <p:nvGrpSpPr>
        <p:cNvPr id="1" name=""/>
        <p:cNvGrpSpPr/>
        <p:nvPr/>
      </p:nvGrpSpPr>
      <p:grpSpPr>
        <a:xfrm>
          <a:off x="0" y="0"/>
          <a:ext cx="0" cy="0"/>
          <a:chOff x="0" y="0"/>
          <a:chExt cx="0" cy="0"/>
        </a:xfrm>
      </p:grpSpPr>
      <p:sp>
        <p:nvSpPr>
          <p:cNvPr id="95" name="Row 3 text">
            <a:extLst>
              <a:ext uri="{FF2B5EF4-FFF2-40B4-BE49-F238E27FC236}">
                <a16:creationId xmlns:a16="http://schemas.microsoft.com/office/drawing/2014/main" id="{E11370B1-D764-9F38-25EA-3AD249C7FC8B}"/>
              </a:ext>
            </a:extLst>
          </p:cNvPr>
          <p:cNvSpPr>
            <a:spLocks noGrp="1"/>
          </p:cNvSpPr>
          <p:nvPr>
            <p:ph type="body" sz="quarter" idx="25" hasCustomPrompt="1"/>
          </p:nvPr>
        </p:nvSpPr>
        <p:spPr>
          <a:xfrm>
            <a:off x="6242177" y="4664765"/>
            <a:ext cx="5054819" cy="724718"/>
          </a:xfrm>
        </p:spPr>
        <p:txBody>
          <a:bodyP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Row 3 Text</a:t>
            </a:r>
          </a:p>
        </p:txBody>
      </p:sp>
      <p:sp>
        <p:nvSpPr>
          <p:cNvPr id="94" name="Row 3 Title">
            <a:extLst>
              <a:ext uri="{FF2B5EF4-FFF2-40B4-BE49-F238E27FC236}">
                <a16:creationId xmlns:a16="http://schemas.microsoft.com/office/drawing/2014/main" id="{DD310161-BF19-3EE2-488B-3183ABDBA90A}"/>
              </a:ext>
            </a:extLst>
          </p:cNvPr>
          <p:cNvSpPr>
            <a:spLocks noGrp="1"/>
          </p:cNvSpPr>
          <p:nvPr>
            <p:ph type="body" sz="quarter" idx="24" hasCustomPrompt="1"/>
          </p:nvPr>
        </p:nvSpPr>
        <p:spPr>
          <a:xfrm>
            <a:off x="6242177" y="4154577"/>
            <a:ext cx="5054819" cy="530066"/>
          </a:xfrm>
        </p:spPr>
        <p:txBody>
          <a:bodyPr anchor="b">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Row 3 Title</a:t>
            </a:r>
          </a:p>
        </p:txBody>
      </p:sp>
      <p:sp>
        <p:nvSpPr>
          <p:cNvPr id="93" name="Row 2 Text">
            <a:extLst>
              <a:ext uri="{FF2B5EF4-FFF2-40B4-BE49-F238E27FC236}">
                <a16:creationId xmlns:a16="http://schemas.microsoft.com/office/drawing/2014/main" id="{5C5AD7AA-A094-9512-5CC4-1FD333B4CF72}"/>
              </a:ext>
            </a:extLst>
          </p:cNvPr>
          <p:cNvSpPr>
            <a:spLocks noGrp="1"/>
          </p:cNvSpPr>
          <p:nvPr>
            <p:ph type="body" sz="quarter" idx="23" hasCustomPrompt="1"/>
          </p:nvPr>
        </p:nvSpPr>
        <p:spPr>
          <a:xfrm>
            <a:off x="6242177" y="3310945"/>
            <a:ext cx="5054819" cy="724718"/>
          </a:xfrm>
        </p:spPr>
        <p:txBody>
          <a:bodyP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Row 2 Text</a:t>
            </a:r>
          </a:p>
        </p:txBody>
      </p:sp>
      <p:sp>
        <p:nvSpPr>
          <p:cNvPr id="92" name="Row 2 Title">
            <a:extLst>
              <a:ext uri="{FF2B5EF4-FFF2-40B4-BE49-F238E27FC236}">
                <a16:creationId xmlns:a16="http://schemas.microsoft.com/office/drawing/2014/main" id="{CA4857B6-CB89-DE02-565D-23D045C2BF04}"/>
              </a:ext>
            </a:extLst>
          </p:cNvPr>
          <p:cNvSpPr>
            <a:spLocks noGrp="1"/>
          </p:cNvSpPr>
          <p:nvPr>
            <p:ph type="body" sz="quarter" idx="22" hasCustomPrompt="1"/>
          </p:nvPr>
        </p:nvSpPr>
        <p:spPr>
          <a:xfrm>
            <a:off x="6242177" y="2722379"/>
            <a:ext cx="5054819" cy="530066"/>
          </a:xfrm>
        </p:spPr>
        <p:txBody>
          <a:bodyPr anchor="b">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Row 2 Title</a:t>
            </a:r>
          </a:p>
        </p:txBody>
      </p:sp>
      <p:sp>
        <p:nvSpPr>
          <p:cNvPr id="91" name="Row 1 Text">
            <a:extLst>
              <a:ext uri="{FF2B5EF4-FFF2-40B4-BE49-F238E27FC236}">
                <a16:creationId xmlns:a16="http://schemas.microsoft.com/office/drawing/2014/main" id="{F72B8C07-58F4-5EA3-E699-30310D5CFE8D}"/>
              </a:ext>
            </a:extLst>
          </p:cNvPr>
          <p:cNvSpPr>
            <a:spLocks noGrp="1"/>
          </p:cNvSpPr>
          <p:nvPr>
            <p:ph type="body" sz="quarter" idx="21" hasCustomPrompt="1"/>
          </p:nvPr>
        </p:nvSpPr>
        <p:spPr>
          <a:xfrm>
            <a:off x="6242177" y="1869541"/>
            <a:ext cx="5054819" cy="724718"/>
          </a:xfrm>
        </p:spPr>
        <p:txBody>
          <a:bodyP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Row 1 Text</a:t>
            </a:r>
          </a:p>
        </p:txBody>
      </p:sp>
      <p:sp>
        <p:nvSpPr>
          <p:cNvPr id="90" name="Row 1 Title">
            <a:extLst>
              <a:ext uri="{FF2B5EF4-FFF2-40B4-BE49-F238E27FC236}">
                <a16:creationId xmlns:a16="http://schemas.microsoft.com/office/drawing/2014/main" id="{3F1DC71E-34F0-169D-9D05-1FCAF38F4036}"/>
              </a:ext>
            </a:extLst>
          </p:cNvPr>
          <p:cNvSpPr>
            <a:spLocks noGrp="1"/>
          </p:cNvSpPr>
          <p:nvPr>
            <p:ph type="body" sz="quarter" idx="20" hasCustomPrompt="1"/>
          </p:nvPr>
        </p:nvSpPr>
        <p:spPr>
          <a:xfrm>
            <a:off x="6242177" y="1359353"/>
            <a:ext cx="5054819" cy="530066"/>
          </a:xfrm>
        </p:spPr>
        <p:txBody>
          <a:bodyPr anchor="b">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4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Row 1 Title</a:t>
            </a:r>
          </a:p>
        </p:txBody>
      </p:sp>
      <p:sp>
        <p:nvSpPr>
          <p:cNvPr id="89" name="Headline">
            <a:extLst>
              <a:ext uri="{FF2B5EF4-FFF2-40B4-BE49-F238E27FC236}">
                <a16:creationId xmlns:a16="http://schemas.microsoft.com/office/drawing/2014/main" id="{592A0591-1EF4-FB50-7D02-350B4D22CAD9}"/>
              </a:ext>
            </a:extLst>
          </p:cNvPr>
          <p:cNvSpPr>
            <a:spLocks noGrp="1"/>
          </p:cNvSpPr>
          <p:nvPr>
            <p:ph type="body" sz="quarter" idx="10" hasCustomPrompt="1"/>
          </p:nvPr>
        </p:nvSpPr>
        <p:spPr>
          <a:xfrm>
            <a:off x="755235" y="1874520"/>
            <a:ext cx="4201680" cy="3108960"/>
          </a:xfrm>
        </p:spPr>
        <p:txBody>
          <a:bodyPr anchor="ctr">
            <a:normAutofit/>
          </a:bodyPr>
          <a:lstStyle>
            <a:lvl1pPr marL="0" indent="0">
              <a:lnSpc>
                <a:spcPct val="100000"/>
              </a:lnSpc>
              <a:buNone/>
              <a:defRPr sz="3600" b="1" i="0">
                <a:solidFill>
                  <a:srgbClr val="86BC25"/>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Headline</a:t>
            </a:r>
          </a:p>
        </p:txBody>
      </p:sp>
      <p:sp>
        <p:nvSpPr>
          <p:cNvPr id="2" name="ai generated label">
            <a:extLst>
              <a:ext uri="{FF2B5EF4-FFF2-40B4-BE49-F238E27FC236}">
                <a16:creationId xmlns:a16="http://schemas.microsoft.com/office/drawing/2014/main" id="{AC4168E5-1668-1238-7BA4-866C9FB0D55C}"/>
              </a:ext>
            </a:extLst>
          </p:cNvPr>
          <p:cNvSpPr>
            <a:spLocks noGrp="1"/>
          </p:cNvSpPr>
          <p:nvPr>
            <p:ph type="body" sz="quarter" idx="26"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17316389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tro_narrative_four_slide">
    <p:spTree>
      <p:nvGrpSpPr>
        <p:cNvPr id="1" name=""/>
        <p:cNvGrpSpPr/>
        <p:nvPr/>
      </p:nvGrpSpPr>
      <p:grpSpPr>
        <a:xfrm>
          <a:off x="0" y="0"/>
          <a:ext cx="0" cy="0"/>
          <a:chOff x="0" y="0"/>
          <a:chExt cx="0" cy="0"/>
        </a:xfrm>
      </p:grpSpPr>
      <p:sp>
        <p:nvSpPr>
          <p:cNvPr id="13" name="Key statement text 4">
            <a:extLst>
              <a:ext uri="{FF2B5EF4-FFF2-40B4-BE49-F238E27FC236}">
                <a16:creationId xmlns:a16="http://schemas.microsoft.com/office/drawing/2014/main" id="{4D3A206C-4C9C-E1CC-87C1-F0377DAFD242}"/>
              </a:ext>
            </a:extLst>
          </p:cNvPr>
          <p:cNvSpPr>
            <a:spLocks noGrp="1"/>
          </p:cNvSpPr>
          <p:nvPr>
            <p:ph type="body" sz="quarter" idx="27" hasCustomPrompt="1"/>
          </p:nvPr>
        </p:nvSpPr>
        <p:spPr>
          <a:xfrm>
            <a:off x="8555385" y="4411803"/>
            <a:ext cx="3100040" cy="1236931"/>
          </a:xfrm>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Key Statement 4 Text</a:t>
            </a:r>
          </a:p>
        </p:txBody>
      </p:sp>
      <p:sp>
        <p:nvSpPr>
          <p:cNvPr id="12" name="Key statement Title 4">
            <a:extLst>
              <a:ext uri="{FF2B5EF4-FFF2-40B4-BE49-F238E27FC236}">
                <a16:creationId xmlns:a16="http://schemas.microsoft.com/office/drawing/2014/main" id="{9FE7AD54-44C4-97EA-BBA0-D84957FEFD2A}"/>
              </a:ext>
            </a:extLst>
          </p:cNvPr>
          <p:cNvSpPr>
            <a:spLocks noGrp="1"/>
          </p:cNvSpPr>
          <p:nvPr>
            <p:ph type="body" sz="quarter" idx="26" hasCustomPrompt="1"/>
          </p:nvPr>
        </p:nvSpPr>
        <p:spPr>
          <a:xfrm>
            <a:off x="8555385" y="3649289"/>
            <a:ext cx="3100040" cy="571804"/>
          </a:xfrm>
        </p:spPr>
        <p:txBody>
          <a:bodyPr anchor="t">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Key Statement 4 Title</a:t>
            </a:r>
          </a:p>
        </p:txBody>
      </p:sp>
      <p:sp>
        <p:nvSpPr>
          <p:cNvPr id="11" name="Key statement text 3">
            <a:extLst>
              <a:ext uri="{FF2B5EF4-FFF2-40B4-BE49-F238E27FC236}">
                <a16:creationId xmlns:a16="http://schemas.microsoft.com/office/drawing/2014/main" id="{FCBEEFC8-E91B-2D2E-C2FA-20B51D45F0C0}"/>
              </a:ext>
            </a:extLst>
          </p:cNvPr>
          <p:cNvSpPr>
            <a:spLocks noGrp="1"/>
          </p:cNvSpPr>
          <p:nvPr>
            <p:ph type="body" sz="quarter" idx="25" hasCustomPrompt="1"/>
          </p:nvPr>
        </p:nvSpPr>
        <p:spPr>
          <a:xfrm>
            <a:off x="5303732" y="4411803"/>
            <a:ext cx="3100040" cy="1236931"/>
          </a:xfrm>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Key Statement 3 Text</a:t>
            </a:r>
          </a:p>
        </p:txBody>
      </p:sp>
      <p:sp>
        <p:nvSpPr>
          <p:cNvPr id="10" name="Key Statement Title 3">
            <a:extLst>
              <a:ext uri="{FF2B5EF4-FFF2-40B4-BE49-F238E27FC236}">
                <a16:creationId xmlns:a16="http://schemas.microsoft.com/office/drawing/2014/main" id="{3A864A95-32EA-0EA3-ADE1-4C7F9155642D}"/>
              </a:ext>
            </a:extLst>
          </p:cNvPr>
          <p:cNvSpPr>
            <a:spLocks noGrp="1"/>
          </p:cNvSpPr>
          <p:nvPr>
            <p:ph type="body" sz="quarter" idx="24" hasCustomPrompt="1"/>
          </p:nvPr>
        </p:nvSpPr>
        <p:spPr>
          <a:xfrm>
            <a:off x="5303732" y="3649289"/>
            <a:ext cx="3100040" cy="571804"/>
          </a:xfrm>
        </p:spPr>
        <p:txBody>
          <a:bodyPr anchor="t">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Key Statement 3 Title</a:t>
            </a:r>
          </a:p>
        </p:txBody>
      </p:sp>
      <p:sp>
        <p:nvSpPr>
          <p:cNvPr id="9" name="Key Statement text 2">
            <a:extLst>
              <a:ext uri="{FF2B5EF4-FFF2-40B4-BE49-F238E27FC236}">
                <a16:creationId xmlns:a16="http://schemas.microsoft.com/office/drawing/2014/main" id="{1172F56F-95FF-C740-89C8-4859FC8787F7}"/>
              </a:ext>
            </a:extLst>
          </p:cNvPr>
          <p:cNvSpPr>
            <a:spLocks noGrp="1"/>
          </p:cNvSpPr>
          <p:nvPr>
            <p:ph type="body" sz="quarter" idx="23" hasCustomPrompt="1"/>
          </p:nvPr>
        </p:nvSpPr>
        <p:spPr>
          <a:xfrm>
            <a:off x="8555385" y="2266265"/>
            <a:ext cx="3100040" cy="1239561"/>
          </a:xfrm>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Key Statement 2 Text</a:t>
            </a:r>
          </a:p>
        </p:txBody>
      </p:sp>
      <p:sp>
        <p:nvSpPr>
          <p:cNvPr id="8" name="Key Statement Title 2">
            <a:extLst>
              <a:ext uri="{FF2B5EF4-FFF2-40B4-BE49-F238E27FC236}">
                <a16:creationId xmlns:a16="http://schemas.microsoft.com/office/drawing/2014/main" id="{E9E22E78-A0E2-B089-BE67-B5786C3123E7}"/>
              </a:ext>
            </a:extLst>
          </p:cNvPr>
          <p:cNvSpPr>
            <a:spLocks noGrp="1"/>
          </p:cNvSpPr>
          <p:nvPr>
            <p:ph type="body" sz="quarter" idx="22" hasCustomPrompt="1"/>
          </p:nvPr>
        </p:nvSpPr>
        <p:spPr>
          <a:xfrm>
            <a:off x="8555385" y="1507626"/>
            <a:ext cx="3100040" cy="571804"/>
          </a:xfrm>
        </p:spPr>
        <p:txBody>
          <a:bodyPr anchor="t">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Key Statement 2 Title</a:t>
            </a:r>
          </a:p>
        </p:txBody>
      </p:sp>
      <p:sp>
        <p:nvSpPr>
          <p:cNvPr id="7" name="Key Statement Text 1">
            <a:extLst>
              <a:ext uri="{FF2B5EF4-FFF2-40B4-BE49-F238E27FC236}">
                <a16:creationId xmlns:a16="http://schemas.microsoft.com/office/drawing/2014/main" id="{BCF359F9-9DA3-C144-8F30-786AA3787134}"/>
              </a:ext>
            </a:extLst>
          </p:cNvPr>
          <p:cNvSpPr>
            <a:spLocks noGrp="1"/>
          </p:cNvSpPr>
          <p:nvPr>
            <p:ph type="body" sz="quarter" idx="21" hasCustomPrompt="1"/>
          </p:nvPr>
        </p:nvSpPr>
        <p:spPr>
          <a:xfrm>
            <a:off x="5303732" y="2266265"/>
            <a:ext cx="3100040" cy="1239561"/>
          </a:xfrm>
        </p:spPr>
        <p:txBody>
          <a:bodyP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2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Key Statement 1 Text</a:t>
            </a:r>
          </a:p>
        </p:txBody>
      </p:sp>
      <p:sp>
        <p:nvSpPr>
          <p:cNvPr id="6" name="Key Statement Title 1">
            <a:extLst>
              <a:ext uri="{FF2B5EF4-FFF2-40B4-BE49-F238E27FC236}">
                <a16:creationId xmlns:a16="http://schemas.microsoft.com/office/drawing/2014/main" id="{734E562A-2302-85E0-46B4-40F374925D2F}"/>
              </a:ext>
            </a:extLst>
          </p:cNvPr>
          <p:cNvSpPr>
            <a:spLocks noGrp="1"/>
          </p:cNvSpPr>
          <p:nvPr>
            <p:ph type="body" sz="quarter" idx="20" hasCustomPrompt="1"/>
          </p:nvPr>
        </p:nvSpPr>
        <p:spPr>
          <a:xfrm>
            <a:off x="5303732" y="1507626"/>
            <a:ext cx="3100040" cy="571804"/>
          </a:xfrm>
        </p:spPr>
        <p:txBody>
          <a:bodyPr anchor="t">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Key Statement 1 Title</a:t>
            </a:r>
          </a:p>
        </p:txBody>
      </p:sp>
      <p:cxnSp>
        <p:nvCxnSpPr>
          <p:cNvPr id="14" name="shape">
            <a:extLst>
              <a:ext uri="{FF2B5EF4-FFF2-40B4-BE49-F238E27FC236}">
                <a16:creationId xmlns:a16="http://schemas.microsoft.com/office/drawing/2014/main" id="{EC54377A-4D6A-D48D-94EA-379DCC12D9F2}"/>
              </a:ext>
            </a:extLst>
          </p:cNvPr>
          <p:cNvCxnSpPr>
            <a:cxnSpLocks/>
          </p:cNvCxnSpPr>
          <p:nvPr userDrawn="1"/>
        </p:nvCxnSpPr>
        <p:spPr>
          <a:xfrm flipH="1">
            <a:off x="5393691" y="2094428"/>
            <a:ext cx="1550020" cy="0"/>
          </a:xfrm>
          <a:prstGeom prst="line">
            <a:avLst/>
          </a:prstGeom>
          <a:ln w="57150">
            <a:solidFill>
              <a:srgbClr val="26890D"/>
            </a:solidFill>
          </a:ln>
        </p:spPr>
        <p:style>
          <a:lnRef idx="1">
            <a:schemeClr val="accent1"/>
          </a:lnRef>
          <a:fillRef idx="0">
            <a:schemeClr val="accent1"/>
          </a:fillRef>
          <a:effectRef idx="0">
            <a:schemeClr val="accent1"/>
          </a:effectRef>
          <a:fontRef idx="minor">
            <a:schemeClr val="tx1"/>
          </a:fontRef>
        </p:style>
      </p:cxnSp>
      <p:cxnSp>
        <p:nvCxnSpPr>
          <p:cNvPr id="15" name="shape">
            <a:extLst>
              <a:ext uri="{FF2B5EF4-FFF2-40B4-BE49-F238E27FC236}">
                <a16:creationId xmlns:a16="http://schemas.microsoft.com/office/drawing/2014/main" id="{AF5B51AE-E508-ACD7-6B40-7130D76FEB6D}"/>
              </a:ext>
            </a:extLst>
          </p:cNvPr>
          <p:cNvCxnSpPr>
            <a:cxnSpLocks/>
          </p:cNvCxnSpPr>
          <p:nvPr userDrawn="1"/>
        </p:nvCxnSpPr>
        <p:spPr>
          <a:xfrm flipH="1">
            <a:off x="8645344" y="2094428"/>
            <a:ext cx="1578171" cy="0"/>
          </a:xfrm>
          <a:prstGeom prst="line">
            <a:avLst/>
          </a:prstGeom>
          <a:ln w="57150">
            <a:solidFill>
              <a:srgbClr val="43B02A"/>
            </a:solidFill>
          </a:ln>
        </p:spPr>
        <p:style>
          <a:lnRef idx="1">
            <a:schemeClr val="accent1"/>
          </a:lnRef>
          <a:fillRef idx="0">
            <a:schemeClr val="accent1"/>
          </a:fillRef>
          <a:effectRef idx="0">
            <a:schemeClr val="accent1"/>
          </a:effectRef>
          <a:fontRef idx="minor">
            <a:schemeClr val="tx1"/>
          </a:fontRef>
        </p:style>
      </p:cxnSp>
      <p:cxnSp>
        <p:nvCxnSpPr>
          <p:cNvPr id="16" name="shape">
            <a:extLst>
              <a:ext uri="{FF2B5EF4-FFF2-40B4-BE49-F238E27FC236}">
                <a16:creationId xmlns:a16="http://schemas.microsoft.com/office/drawing/2014/main" id="{ECAC8B85-95A3-05E2-514A-4856D746588F}"/>
              </a:ext>
            </a:extLst>
          </p:cNvPr>
          <p:cNvCxnSpPr>
            <a:cxnSpLocks/>
          </p:cNvCxnSpPr>
          <p:nvPr userDrawn="1"/>
        </p:nvCxnSpPr>
        <p:spPr>
          <a:xfrm flipH="1">
            <a:off x="5393691" y="4232054"/>
            <a:ext cx="1550020" cy="0"/>
          </a:xfrm>
          <a:prstGeom prst="line">
            <a:avLst/>
          </a:prstGeom>
          <a:ln w="57150">
            <a:solidFill>
              <a:srgbClr val="86BC25"/>
            </a:solidFill>
          </a:ln>
        </p:spPr>
        <p:style>
          <a:lnRef idx="1">
            <a:schemeClr val="accent1"/>
          </a:lnRef>
          <a:fillRef idx="0">
            <a:schemeClr val="accent1"/>
          </a:fillRef>
          <a:effectRef idx="0">
            <a:schemeClr val="accent1"/>
          </a:effectRef>
          <a:fontRef idx="minor">
            <a:schemeClr val="tx1"/>
          </a:fontRef>
        </p:style>
      </p:cxnSp>
      <p:cxnSp>
        <p:nvCxnSpPr>
          <p:cNvPr id="17" name="shape">
            <a:extLst>
              <a:ext uri="{FF2B5EF4-FFF2-40B4-BE49-F238E27FC236}">
                <a16:creationId xmlns:a16="http://schemas.microsoft.com/office/drawing/2014/main" id="{34462362-D3CC-528B-47EF-4B5067D9F626}"/>
              </a:ext>
            </a:extLst>
          </p:cNvPr>
          <p:cNvCxnSpPr>
            <a:cxnSpLocks/>
          </p:cNvCxnSpPr>
          <p:nvPr userDrawn="1"/>
        </p:nvCxnSpPr>
        <p:spPr>
          <a:xfrm flipH="1">
            <a:off x="8645344" y="4232054"/>
            <a:ext cx="1550020" cy="0"/>
          </a:xfrm>
          <a:prstGeom prst="line">
            <a:avLst/>
          </a:prstGeom>
          <a:ln w="57150">
            <a:solidFill>
              <a:srgbClr val="01A5E4"/>
            </a:solidFill>
          </a:ln>
        </p:spPr>
        <p:style>
          <a:lnRef idx="1">
            <a:schemeClr val="accent1"/>
          </a:lnRef>
          <a:fillRef idx="0">
            <a:schemeClr val="accent1"/>
          </a:fillRef>
          <a:effectRef idx="0">
            <a:schemeClr val="accent1"/>
          </a:effectRef>
          <a:fontRef idx="minor">
            <a:schemeClr val="tx1"/>
          </a:fontRef>
        </p:style>
      </p:cxnSp>
      <p:sp>
        <p:nvSpPr>
          <p:cNvPr id="5" name="Headline">
            <a:extLst>
              <a:ext uri="{FF2B5EF4-FFF2-40B4-BE49-F238E27FC236}">
                <a16:creationId xmlns:a16="http://schemas.microsoft.com/office/drawing/2014/main" id="{EE8E867E-ACA3-6DEE-2DA1-0D10303A794A}"/>
              </a:ext>
            </a:extLst>
          </p:cNvPr>
          <p:cNvSpPr>
            <a:spLocks noGrp="1"/>
          </p:cNvSpPr>
          <p:nvPr>
            <p:ph type="body" sz="quarter" idx="10" hasCustomPrompt="1"/>
          </p:nvPr>
        </p:nvSpPr>
        <p:spPr>
          <a:xfrm>
            <a:off x="692331" y="1874520"/>
            <a:ext cx="3844043" cy="3108960"/>
          </a:xfrm>
        </p:spPr>
        <p:txBody>
          <a:bodyPr anchor="ctr">
            <a:normAutofit/>
          </a:bodyPr>
          <a:lstStyle>
            <a:lvl1pPr marL="0" indent="0">
              <a:lnSpc>
                <a:spcPct val="100000"/>
              </a:lnSpc>
              <a:buNone/>
              <a:defRPr sz="3600" b="0" i="0">
                <a:solidFill>
                  <a:schemeClr val="tx1"/>
                </a:solidFill>
                <a:latin typeface="Open Sans SemiBold" pitchFamily="2" charset="0"/>
                <a:ea typeface="Open Sans SemiBold" pitchFamily="2" charset="0"/>
                <a:cs typeface="Open Sans SemiBold" pitchFamily="2" charset="0"/>
              </a:defRPr>
            </a:lvl1pPr>
          </a:lstStyle>
          <a:p>
            <a:pPr lvl="0"/>
            <a:r>
              <a:rPr lang="en-US" dirty="0"/>
              <a:t>Headline</a:t>
            </a:r>
          </a:p>
        </p:txBody>
      </p:sp>
      <p:sp>
        <p:nvSpPr>
          <p:cNvPr id="2" name="ai generated label">
            <a:extLst>
              <a:ext uri="{FF2B5EF4-FFF2-40B4-BE49-F238E27FC236}">
                <a16:creationId xmlns:a16="http://schemas.microsoft.com/office/drawing/2014/main" id="{D14A52C6-4C55-418C-EC74-3B4C18BE9D62}"/>
              </a:ext>
            </a:extLst>
          </p:cNvPr>
          <p:cNvSpPr>
            <a:spLocks noGrp="1"/>
          </p:cNvSpPr>
          <p:nvPr>
            <p:ph type="body" sz="quarter" idx="28"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16651412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old_statement_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4B7EB2-2280-1DDD-3D64-E07F7C7221B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Statement">
            <a:extLst>
              <a:ext uri="{FF2B5EF4-FFF2-40B4-BE49-F238E27FC236}">
                <a16:creationId xmlns:a16="http://schemas.microsoft.com/office/drawing/2014/main" id="{277041A1-76E2-0F6A-9738-92E69CD5A00A}"/>
              </a:ext>
            </a:extLst>
          </p:cNvPr>
          <p:cNvSpPr>
            <a:spLocks noGrp="1"/>
          </p:cNvSpPr>
          <p:nvPr>
            <p:ph type="body" sz="quarter" idx="10" hasCustomPrompt="1"/>
          </p:nvPr>
        </p:nvSpPr>
        <p:spPr>
          <a:xfrm>
            <a:off x="954550" y="2522948"/>
            <a:ext cx="10282901" cy="1812104"/>
          </a:xfrm>
        </p:spPr>
        <p:txBody>
          <a:bodyPr anchor="t">
            <a:noAutofit/>
          </a:bodyPr>
          <a:lstStyle>
            <a:lvl1pPr marL="0" indent="0" algn="ctr">
              <a:lnSpc>
                <a:spcPts val="4500"/>
              </a:lnSpc>
              <a:spcBef>
                <a:spcPts val="500"/>
              </a:spcBef>
              <a:buNone/>
              <a:defRPr sz="3400" b="1" i="0">
                <a:solidFill>
                  <a:schemeClr val="tx1"/>
                </a:solidFill>
                <a:latin typeface="Open Sans" pitchFamily="2" charset="0"/>
                <a:ea typeface="Open Sans" pitchFamily="2" charset="0"/>
                <a:cs typeface="Open Sans" pitchFamily="2" charset="0"/>
              </a:defRPr>
            </a:lvl1pPr>
          </a:lstStyle>
          <a:p>
            <a:pPr lvl="0"/>
            <a:r>
              <a:rPr lang="en-US" dirty="0"/>
              <a:t>Bold Statement</a:t>
            </a:r>
          </a:p>
          <a:p>
            <a:pPr lvl="0"/>
            <a:endParaRPr lang="en-US" dirty="0"/>
          </a:p>
          <a:p>
            <a:pPr lvl="0"/>
            <a:endParaRPr lang="en-US" dirty="0"/>
          </a:p>
        </p:txBody>
      </p:sp>
      <p:sp>
        <p:nvSpPr>
          <p:cNvPr id="5" name="Label">
            <a:extLst>
              <a:ext uri="{FF2B5EF4-FFF2-40B4-BE49-F238E27FC236}">
                <a16:creationId xmlns:a16="http://schemas.microsoft.com/office/drawing/2014/main" id="{1EBD543C-4900-262C-822B-9FC7382702D4}"/>
              </a:ext>
            </a:extLst>
          </p:cNvPr>
          <p:cNvSpPr>
            <a:spLocks noGrp="1"/>
          </p:cNvSpPr>
          <p:nvPr>
            <p:ph type="body" sz="quarter" idx="20" hasCustomPrompt="1"/>
          </p:nvPr>
        </p:nvSpPr>
        <p:spPr>
          <a:xfrm>
            <a:off x="3397457" y="2073228"/>
            <a:ext cx="5397086" cy="219075"/>
          </a:xfrm>
        </p:spPr>
        <p:txBody>
          <a:bodyPr anchor="ctr">
            <a:normAutofit/>
          </a:bodyPr>
          <a:lstStyle>
            <a:lvl1pPr marL="0" indent="0" algn="ctr">
              <a:lnSpc>
                <a:spcPct val="100000"/>
              </a:lnSpc>
              <a:buNone/>
              <a:defRPr sz="1100" b="1" i="0" spc="30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LABEL</a:t>
            </a:r>
          </a:p>
        </p:txBody>
      </p:sp>
      <p:sp>
        <p:nvSpPr>
          <p:cNvPr id="10" name="ai generated label">
            <a:extLst>
              <a:ext uri="{FF2B5EF4-FFF2-40B4-BE49-F238E27FC236}">
                <a16:creationId xmlns:a16="http://schemas.microsoft.com/office/drawing/2014/main" id="{B1EA457B-CEBA-656D-5281-0AA0D0DECDF1}"/>
              </a:ext>
            </a:extLst>
          </p:cNvPr>
          <p:cNvSpPr>
            <a:spLocks noGrp="1"/>
          </p:cNvSpPr>
          <p:nvPr>
            <p:ph type="body" sz="quarter" idx="22"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11748022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wot_analysis_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9F922B-E3EE-8BA6-6067-38E330225B54}"/>
              </a:ext>
            </a:extLst>
          </p:cNvPr>
          <p:cNvSpPr/>
          <p:nvPr userDrawn="1"/>
        </p:nvSpPr>
        <p:spPr>
          <a:xfrm>
            <a:off x="426651" y="2202048"/>
            <a:ext cx="5522923" cy="1669948"/>
          </a:xfrm>
          <a:prstGeom prst="rect">
            <a:avLst/>
          </a:prstGeom>
          <a:noFill/>
          <a:ln>
            <a:solidFill>
              <a:srgbClr val="BBBC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401D016D-38EC-615F-D165-0C460583C8D6}"/>
              </a:ext>
            </a:extLst>
          </p:cNvPr>
          <p:cNvGrpSpPr/>
          <p:nvPr userDrawn="1"/>
        </p:nvGrpSpPr>
        <p:grpSpPr>
          <a:xfrm>
            <a:off x="5083899" y="3002711"/>
            <a:ext cx="871019" cy="869285"/>
            <a:chOff x="5113813" y="2948728"/>
            <a:chExt cx="871019" cy="869285"/>
          </a:xfrm>
        </p:grpSpPr>
        <p:pic>
          <p:nvPicPr>
            <p:cNvPr id="12" name="Graphic 11">
              <a:extLst>
                <a:ext uri="{FF2B5EF4-FFF2-40B4-BE49-F238E27FC236}">
                  <a16:creationId xmlns:a16="http://schemas.microsoft.com/office/drawing/2014/main" id="{808A9469-B577-21F4-8ED8-80E437DFE88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13813" y="2948728"/>
              <a:ext cx="871019" cy="869285"/>
            </a:xfrm>
            <a:prstGeom prst="rect">
              <a:avLst/>
            </a:prstGeom>
          </p:spPr>
        </p:pic>
        <p:pic>
          <p:nvPicPr>
            <p:cNvPr id="13" name="Graphic 12">
              <a:extLst>
                <a:ext uri="{FF2B5EF4-FFF2-40B4-BE49-F238E27FC236}">
                  <a16:creationId xmlns:a16="http://schemas.microsoft.com/office/drawing/2014/main" id="{F1D9DC06-C7B8-70D1-6B64-6F5753E09FA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01770" y="3300185"/>
              <a:ext cx="347321" cy="344327"/>
            </a:xfrm>
            <a:prstGeom prst="rect">
              <a:avLst/>
            </a:prstGeom>
          </p:spPr>
        </p:pic>
      </p:grpSp>
      <p:grpSp>
        <p:nvGrpSpPr>
          <p:cNvPr id="14" name="Group 13">
            <a:extLst>
              <a:ext uri="{FF2B5EF4-FFF2-40B4-BE49-F238E27FC236}">
                <a16:creationId xmlns:a16="http://schemas.microsoft.com/office/drawing/2014/main" id="{B48D4E1E-E35B-4953-B4A8-CDC922E98505}"/>
              </a:ext>
            </a:extLst>
          </p:cNvPr>
          <p:cNvGrpSpPr/>
          <p:nvPr userDrawn="1"/>
        </p:nvGrpSpPr>
        <p:grpSpPr>
          <a:xfrm>
            <a:off x="6245863" y="3020066"/>
            <a:ext cx="869169" cy="860159"/>
            <a:chOff x="6208413" y="2948727"/>
            <a:chExt cx="869169" cy="860159"/>
          </a:xfrm>
        </p:grpSpPr>
        <p:pic>
          <p:nvPicPr>
            <p:cNvPr id="15" name="Graphic 14">
              <a:extLst>
                <a:ext uri="{FF2B5EF4-FFF2-40B4-BE49-F238E27FC236}">
                  <a16:creationId xmlns:a16="http://schemas.microsoft.com/office/drawing/2014/main" id="{679A591A-F788-C172-F1EB-836A7150130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6208413" y="2948727"/>
              <a:ext cx="869169" cy="860159"/>
            </a:xfrm>
            <a:prstGeom prst="rect">
              <a:avLst/>
            </a:prstGeom>
          </p:spPr>
        </p:pic>
        <p:pic>
          <p:nvPicPr>
            <p:cNvPr id="16" name="Graphic 15">
              <a:extLst>
                <a:ext uri="{FF2B5EF4-FFF2-40B4-BE49-F238E27FC236}">
                  <a16:creationId xmlns:a16="http://schemas.microsoft.com/office/drawing/2014/main" id="{7F4F5F70-1A9B-C112-CFEA-B44D3A4B094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04821" y="3299785"/>
              <a:ext cx="350381" cy="349688"/>
            </a:xfrm>
            <a:prstGeom prst="rect">
              <a:avLst/>
            </a:prstGeom>
          </p:spPr>
        </p:pic>
      </p:grpSp>
      <p:grpSp>
        <p:nvGrpSpPr>
          <p:cNvPr id="17" name="Group 16">
            <a:extLst>
              <a:ext uri="{FF2B5EF4-FFF2-40B4-BE49-F238E27FC236}">
                <a16:creationId xmlns:a16="http://schemas.microsoft.com/office/drawing/2014/main" id="{CB94CF50-AC34-D1CE-5426-391ECA3EEE45}"/>
              </a:ext>
            </a:extLst>
          </p:cNvPr>
          <p:cNvGrpSpPr/>
          <p:nvPr userDrawn="1"/>
        </p:nvGrpSpPr>
        <p:grpSpPr>
          <a:xfrm>
            <a:off x="5080405" y="4119605"/>
            <a:ext cx="869169" cy="860159"/>
            <a:chOff x="5113323" y="4057505"/>
            <a:chExt cx="869169" cy="860159"/>
          </a:xfrm>
        </p:grpSpPr>
        <p:pic>
          <p:nvPicPr>
            <p:cNvPr id="18" name="Graphic 17">
              <a:extLst>
                <a:ext uri="{FF2B5EF4-FFF2-40B4-BE49-F238E27FC236}">
                  <a16:creationId xmlns:a16="http://schemas.microsoft.com/office/drawing/2014/main" id="{FFFDB1F3-98F6-7BEB-4A41-F93828BE507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0800000" flipH="1">
              <a:off x="5113323" y="4057505"/>
              <a:ext cx="869169" cy="860159"/>
            </a:xfrm>
            <a:prstGeom prst="rect">
              <a:avLst/>
            </a:prstGeom>
          </p:spPr>
        </p:pic>
        <p:pic>
          <p:nvPicPr>
            <p:cNvPr id="19" name="Graphic 18">
              <a:extLst>
                <a:ext uri="{FF2B5EF4-FFF2-40B4-BE49-F238E27FC236}">
                  <a16:creationId xmlns:a16="http://schemas.microsoft.com/office/drawing/2014/main" id="{969F2284-3B03-7F88-85DE-C5D1AD93281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501371" y="4226048"/>
              <a:ext cx="350381" cy="349688"/>
            </a:xfrm>
            <a:prstGeom prst="rect">
              <a:avLst/>
            </a:prstGeom>
          </p:spPr>
        </p:pic>
      </p:grpSp>
      <p:grpSp>
        <p:nvGrpSpPr>
          <p:cNvPr id="20" name="Group 19">
            <a:extLst>
              <a:ext uri="{FF2B5EF4-FFF2-40B4-BE49-F238E27FC236}">
                <a16:creationId xmlns:a16="http://schemas.microsoft.com/office/drawing/2014/main" id="{F50213BF-637C-80CC-A7FF-7C8F7758FB46}"/>
              </a:ext>
            </a:extLst>
          </p:cNvPr>
          <p:cNvGrpSpPr/>
          <p:nvPr userDrawn="1"/>
        </p:nvGrpSpPr>
        <p:grpSpPr>
          <a:xfrm>
            <a:off x="6245863" y="4119606"/>
            <a:ext cx="866456" cy="860159"/>
            <a:chOff x="6208901" y="4057505"/>
            <a:chExt cx="866456" cy="860159"/>
          </a:xfrm>
        </p:grpSpPr>
        <p:pic>
          <p:nvPicPr>
            <p:cNvPr id="21" name="Graphic 20">
              <a:extLst>
                <a:ext uri="{FF2B5EF4-FFF2-40B4-BE49-F238E27FC236}">
                  <a16:creationId xmlns:a16="http://schemas.microsoft.com/office/drawing/2014/main" id="{75EF29AD-ABC2-FB26-4DE8-4E4893DAFE76}"/>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rot="10800000">
              <a:off x="6208901" y="4057505"/>
              <a:ext cx="866456" cy="860159"/>
            </a:xfrm>
            <a:prstGeom prst="rect">
              <a:avLst/>
            </a:prstGeom>
          </p:spPr>
        </p:pic>
        <p:pic>
          <p:nvPicPr>
            <p:cNvPr id="22" name="Graphic 21">
              <a:extLst>
                <a:ext uri="{FF2B5EF4-FFF2-40B4-BE49-F238E27FC236}">
                  <a16:creationId xmlns:a16="http://schemas.microsoft.com/office/drawing/2014/main" id="{BC7FF8C5-B9BA-E8D3-323E-C7C992A5DC82}"/>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386569" y="4207796"/>
              <a:ext cx="350381" cy="349688"/>
            </a:xfrm>
            <a:prstGeom prst="rect">
              <a:avLst/>
            </a:prstGeom>
          </p:spPr>
        </p:pic>
      </p:grpSp>
      <p:sp>
        <p:nvSpPr>
          <p:cNvPr id="23" name="TextBox 22">
            <a:extLst>
              <a:ext uri="{FF2B5EF4-FFF2-40B4-BE49-F238E27FC236}">
                <a16:creationId xmlns:a16="http://schemas.microsoft.com/office/drawing/2014/main" id="{C887FFC3-E0F6-0B24-4E69-B8F5684CB95D}"/>
              </a:ext>
            </a:extLst>
          </p:cNvPr>
          <p:cNvSpPr txBox="1"/>
          <p:nvPr userDrawn="1"/>
        </p:nvSpPr>
        <p:spPr>
          <a:xfrm>
            <a:off x="536712" y="2284960"/>
            <a:ext cx="2826717" cy="338554"/>
          </a:xfrm>
          <a:prstGeom prst="rect">
            <a:avLst/>
          </a:prstGeom>
          <a:noFill/>
        </p:spPr>
        <p:txBody>
          <a:bodyPr wrap="square" rtlCol="0">
            <a:spAutoFit/>
          </a:bodyPr>
          <a:lstStyle/>
          <a:p>
            <a:r>
              <a:rPr lang="en-US" sz="1600" b="1" i="0" dirty="0">
                <a:solidFill>
                  <a:srgbClr val="36C668"/>
                </a:solidFill>
                <a:latin typeface="Open Sans SemiBold" pitchFamily="2" charset="0"/>
                <a:ea typeface="Open Sans SemiBold" pitchFamily="2" charset="0"/>
                <a:cs typeface="Open Sans SemiBold" pitchFamily="2" charset="0"/>
              </a:rPr>
              <a:t>Strengths</a:t>
            </a:r>
          </a:p>
        </p:txBody>
      </p:sp>
      <p:sp>
        <p:nvSpPr>
          <p:cNvPr id="24" name="TextBox 23">
            <a:extLst>
              <a:ext uri="{FF2B5EF4-FFF2-40B4-BE49-F238E27FC236}">
                <a16:creationId xmlns:a16="http://schemas.microsoft.com/office/drawing/2014/main" id="{11E97760-C348-AE2D-C67B-8F9B77207BED}"/>
              </a:ext>
            </a:extLst>
          </p:cNvPr>
          <p:cNvSpPr txBox="1"/>
          <p:nvPr userDrawn="1"/>
        </p:nvSpPr>
        <p:spPr>
          <a:xfrm>
            <a:off x="7057235" y="2278769"/>
            <a:ext cx="2826717" cy="338554"/>
          </a:xfrm>
          <a:prstGeom prst="rect">
            <a:avLst/>
          </a:prstGeom>
          <a:noFill/>
        </p:spPr>
        <p:txBody>
          <a:bodyPr wrap="square" rtlCol="0">
            <a:spAutoFit/>
          </a:bodyPr>
          <a:lstStyle/>
          <a:p>
            <a:r>
              <a:rPr lang="en-US" sz="1600" b="1" i="0" dirty="0">
                <a:solidFill>
                  <a:srgbClr val="FFB940"/>
                </a:solidFill>
                <a:latin typeface="Open Sans SemiBold" pitchFamily="2" charset="0"/>
                <a:ea typeface="Open Sans SemiBold" pitchFamily="2" charset="0"/>
                <a:cs typeface="Open Sans SemiBold" pitchFamily="2" charset="0"/>
              </a:rPr>
              <a:t>Weaknesses</a:t>
            </a:r>
          </a:p>
        </p:txBody>
      </p:sp>
      <p:sp>
        <p:nvSpPr>
          <p:cNvPr id="25" name="TextBox 24">
            <a:extLst>
              <a:ext uri="{FF2B5EF4-FFF2-40B4-BE49-F238E27FC236}">
                <a16:creationId xmlns:a16="http://schemas.microsoft.com/office/drawing/2014/main" id="{6BD9F1B8-ABD3-931C-AE23-14B62116C6F4}"/>
              </a:ext>
            </a:extLst>
          </p:cNvPr>
          <p:cNvSpPr txBox="1"/>
          <p:nvPr userDrawn="1"/>
        </p:nvSpPr>
        <p:spPr>
          <a:xfrm>
            <a:off x="536711" y="4211131"/>
            <a:ext cx="2826717" cy="338554"/>
          </a:xfrm>
          <a:prstGeom prst="rect">
            <a:avLst/>
          </a:prstGeom>
          <a:noFill/>
        </p:spPr>
        <p:txBody>
          <a:bodyPr wrap="square" rtlCol="0">
            <a:spAutoFit/>
          </a:bodyPr>
          <a:lstStyle/>
          <a:p>
            <a:r>
              <a:rPr lang="en-US" sz="1600" b="1" i="0" dirty="0">
                <a:solidFill>
                  <a:srgbClr val="40BEFF"/>
                </a:solidFill>
                <a:latin typeface="Open Sans SemiBold" pitchFamily="2" charset="0"/>
                <a:ea typeface="Open Sans SemiBold" pitchFamily="2" charset="0"/>
                <a:cs typeface="Open Sans SemiBold" pitchFamily="2" charset="0"/>
              </a:rPr>
              <a:t>Opportunities</a:t>
            </a:r>
          </a:p>
        </p:txBody>
      </p:sp>
      <p:sp>
        <p:nvSpPr>
          <p:cNvPr id="26" name="TextBox 25">
            <a:extLst>
              <a:ext uri="{FF2B5EF4-FFF2-40B4-BE49-F238E27FC236}">
                <a16:creationId xmlns:a16="http://schemas.microsoft.com/office/drawing/2014/main" id="{9F38BE02-DDE7-4C52-C8B9-08D41AED8480}"/>
              </a:ext>
            </a:extLst>
          </p:cNvPr>
          <p:cNvSpPr txBox="1"/>
          <p:nvPr userDrawn="1"/>
        </p:nvSpPr>
        <p:spPr>
          <a:xfrm>
            <a:off x="7057234" y="4211131"/>
            <a:ext cx="2826717" cy="338554"/>
          </a:xfrm>
          <a:prstGeom prst="rect">
            <a:avLst/>
          </a:prstGeom>
          <a:noFill/>
        </p:spPr>
        <p:txBody>
          <a:bodyPr wrap="square" rtlCol="0">
            <a:spAutoFit/>
          </a:bodyPr>
          <a:lstStyle/>
          <a:p>
            <a:r>
              <a:rPr lang="en-US" sz="1600" b="1" i="0" dirty="0">
                <a:solidFill>
                  <a:srgbClr val="FE6F5E"/>
                </a:solidFill>
                <a:latin typeface="Open Sans SemiBold" pitchFamily="2" charset="0"/>
                <a:ea typeface="Open Sans SemiBold" pitchFamily="2" charset="0"/>
                <a:cs typeface="Open Sans SemiBold" pitchFamily="2" charset="0"/>
              </a:rPr>
              <a:t>Threats</a:t>
            </a:r>
          </a:p>
        </p:txBody>
      </p:sp>
      <p:sp>
        <p:nvSpPr>
          <p:cNvPr id="36" name="Weaknesses">
            <a:extLst>
              <a:ext uri="{FF2B5EF4-FFF2-40B4-BE49-F238E27FC236}">
                <a16:creationId xmlns:a16="http://schemas.microsoft.com/office/drawing/2014/main" id="{B5C3F195-D705-C021-C473-5496D80A64D4}"/>
              </a:ext>
            </a:extLst>
          </p:cNvPr>
          <p:cNvSpPr>
            <a:spLocks noGrp="1"/>
          </p:cNvSpPr>
          <p:nvPr>
            <p:ph type="body" sz="quarter" idx="24" hasCustomPrompt="1"/>
          </p:nvPr>
        </p:nvSpPr>
        <p:spPr>
          <a:xfrm>
            <a:off x="7041524" y="2659491"/>
            <a:ext cx="4547007" cy="1051795"/>
          </a:xfrm>
        </p:spPr>
        <p:txBody>
          <a:bodyPr>
            <a:normAutofit/>
          </a:bodyPr>
          <a:lstStyle>
            <a:lvl1pPr marL="171450" indent="-171450">
              <a:lnSpc>
                <a:spcPct val="100000"/>
              </a:lnSpc>
              <a:buFont typeface="Arial" panose="020B0604020202020204" pitchFamily="34" charset="0"/>
              <a:buChar char="•"/>
              <a:defRPr sz="1200" b="1"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Weaknesses</a:t>
            </a:r>
          </a:p>
        </p:txBody>
      </p:sp>
      <p:sp>
        <p:nvSpPr>
          <p:cNvPr id="37" name="Opportunities">
            <a:extLst>
              <a:ext uri="{FF2B5EF4-FFF2-40B4-BE49-F238E27FC236}">
                <a16:creationId xmlns:a16="http://schemas.microsoft.com/office/drawing/2014/main" id="{FFE12F83-CB2E-0B83-ACE4-E874AF1D9C4A}"/>
              </a:ext>
            </a:extLst>
          </p:cNvPr>
          <p:cNvSpPr>
            <a:spLocks noGrp="1"/>
          </p:cNvSpPr>
          <p:nvPr>
            <p:ph type="body" sz="quarter" idx="26" hasCustomPrompt="1"/>
          </p:nvPr>
        </p:nvSpPr>
        <p:spPr>
          <a:xfrm>
            <a:off x="543844" y="4633054"/>
            <a:ext cx="4623204" cy="1051795"/>
          </a:xfrm>
        </p:spPr>
        <p:txBody>
          <a:bodyPr>
            <a:normAutofit/>
          </a:bodyPr>
          <a:lstStyle>
            <a:lvl1pPr marL="171450" indent="-171450">
              <a:lnSpc>
                <a:spcPct val="100000"/>
              </a:lnSpc>
              <a:buFont typeface="Arial" panose="020B0604020202020204" pitchFamily="34" charset="0"/>
              <a:buChar char="•"/>
              <a:defRPr sz="1200" b="1"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Opportunities</a:t>
            </a:r>
          </a:p>
        </p:txBody>
      </p:sp>
      <p:sp>
        <p:nvSpPr>
          <p:cNvPr id="38" name="Threats">
            <a:extLst>
              <a:ext uri="{FF2B5EF4-FFF2-40B4-BE49-F238E27FC236}">
                <a16:creationId xmlns:a16="http://schemas.microsoft.com/office/drawing/2014/main" id="{501D33CA-1C57-21B0-2569-318E3C2EC44C}"/>
              </a:ext>
            </a:extLst>
          </p:cNvPr>
          <p:cNvSpPr>
            <a:spLocks noGrp="1"/>
          </p:cNvSpPr>
          <p:nvPr>
            <p:ph type="body" sz="quarter" idx="28" hasCustomPrompt="1"/>
          </p:nvPr>
        </p:nvSpPr>
        <p:spPr>
          <a:xfrm>
            <a:off x="7035201" y="4633054"/>
            <a:ext cx="4547007" cy="1051795"/>
          </a:xfrm>
        </p:spPr>
        <p:txBody>
          <a:bodyPr>
            <a:normAutofit/>
          </a:bodyPr>
          <a:lstStyle>
            <a:lvl1pPr marL="171450" indent="-171450">
              <a:lnSpc>
                <a:spcPct val="100000"/>
              </a:lnSpc>
              <a:buFont typeface="Arial" panose="020B0604020202020204" pitchFamily="34" charset="0"/>
              <a:buChar char="•"/>
              <a:defRPr sz="1200" b="1"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Threats</a:t>
            </a:r>
          </a:p>
        </p:txBody>
      </p:sp>
      <p:sp>
        <p:nvSpPr>
          <p:cNvPr id="35" name="Strengths">
            <a:extLst>
              <a:ext uri="{FF2B5EF4-FFF2-40B4-BE49-F238E27FC236}">
                <a16:creationId xmlns:a16="http://schemas.microsoft.com/office/drawing/2014/main" id="{E2E96850-7C57-74B0-E935-E2CE504782E7}"/>
              </a:ext>
            </a:extLst>
          </p:cNvPr>
          <p:cNvSpPr>
            <a:spLocks noGrp="1"/>
          </p:cNvSpPr>
          <p:nvPr>
            <p:ph type="body" sz="quarter" idx="22" hasCustomPrompt="1"/>
          </p:nvPr>
        </p:nvSpPr>
        <p:spPr>
          <a:xfrm>
            <a:off x="543844" y="2682390"/>
            <a:ext cx="4605631" cy="1051795"/>
          </a:xfrm>
        </p:spPr>
        <p:txBody>
          <a:bodyPr>
            <a:normAutofit/>
          </a:bodyPr>
          <a:lstStyle>
            <a:lvl1pPr marL="171450" indent="-171450">
              <a:lnSpc>
                <a:spcPct val="100000"/>
              </a:lnSpc>
              <a:buFont typeface="Arial" panose="020B0604020202020204" pitchFamily="34" charset="0"/>
              <a:buChar char="•"/>
              <a:defRPr sz="1200" b="1"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Strengths</a:t>
            </a:r>
          </a:p>
        </p:txBody>
      </p:sp>
      <p:sp>
        <p:nvSpPr>
          <p:cNvPr id="2" name="Slide Subtitle">
            <a:extLst>
              <a:ext uri="{FF2B5EF4-FFF2-40B4-BE49-F238E27FC236}">
                <a16:creationId xmlns:a16="http://schemas.microsoft.com/office/drawing/2014/main" id="{48B48A87-B011-33C9-1ADD-5B184DCF5700}"/>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7" name="Slide Title">
            <a:extLst>
              <a:ext uri="{FF2B5EF4-FFF2-40B4-BE49-F238E27FC236}">
                <a16:creationId xmlns:a16="http://schemas.microsoft.com/office/drawing/2014/main" id="{80E48D40-AB89-86A8-FF8A-75B8E3BB4F4F}"/>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
        <p:nvSpPr>
          <p:cNvPr id="28" name="ai generated label">
            <a:extLst>
              <a:ext uri="{FF2B5EF4-FFF2-40B4-BE49-F238E27FC236}">
                <a16:creationId xmlns:a16="http://schemas.microsoft.com/office/drawing/2014/main" id="{B8D2714D-42A6-A90A-88EC-858B94DE6BED}"/>
              </a:ext>
            </a:extLst>
          </p:cNvPr>
          <p:cNvSpPr>
            <a:spLocks noGrp="1"/>
          </p:cNvSpPr>
          <p:nvPr>
            <p:ph type="body" sz="quarter" idx="31"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
        <p:nvSpPr>
          <p:cNvPr id="6" name="Rectangle 5">
            <a:extLst>
              <a:ext uri="{FF2B5EF4-FFF2-40B4-BE49-F238E27FC236}">
                <a16:creationId xmlns:a16="http://schemas.microsoft.com/office/drawing/2014/main" id="{FE92BE29-BA35-4D02-DEF2-6FDAB63E1E98}"/>
              </a:ext>
            </a:extLst>
          </p:cNvPr>
          <p:cNvSpPr/>
          <p:nvPr userDrawn="1"/>
        </p:nvSpPr>
        <p:spPr>
          <a:xfrm>
            <a:off x="423216" y="4113009"/>
            <a:ext cx="5522923" cy="1669948"/>
          </a:xfrm>
          <a:prstGeom prst="rect">
            <a:avLst/>
          </a:prstGeom>
          <a:noFill/>
          <a:ln>
            <a:solidFill>
              <a:srgbClr val="BBBC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3790AB6-0101-A479-513B-61247BA5C8F2}"/>
              </a:ext>
            </a:extLst>
          </p:cNvPr>
          <p:cNvSpPr/>
          <p:nvPr userDrawn="1"/>
        </p:nvSpPr>
        <p:spPr>
          <a:xfrm>
            <a:off x="6242426" y="2212573"/>
            <a:ext cx="5522923" cy="1669948"/>
          </a:xfrm>
          <a:prstGeom prst="rect">
            <a:avLst/>
          </a:prstGeom>
          <a:noFill/>
          <a:ln>
            <a:solidFill>
              <a:srgbClr val="BBBC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400918E-4406-E53D-D0D5-1763A7952BF2}"/>
              </a:ext>
            </a:extLst>
          </p:cNvPr>
          <p:cNvSpPr/>
          <p:nvPr userDrawn="1"/>
        </p:nvSpPr>
        <p:spPr>
          <a:xfrm>
            <a:off x="6249297" y="4119605"/>
            <a:ext cx="5522923" cy="1669948"/>
          </a:xfrm>
          <a:prstGeom prst="rect">
            <a:avLst/>
          </a:prstGeom>
          <a:noFill/>
          <a:ln>
            <a:solidFill>
              <a:srgbClr val="BBBCB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3323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_slide">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639C6DA3-A60E-37C8-9F40-0E26D984F29E}"/>
              </a:ext>
            </a:extLst>
          </p:cNvPr>
          <p:cNvGraphicFramePr>
            <a:graphicFrameLocks noGrp="1"/>
          </p:cNvGraphicFramePr>
          <p:nvPr userDrawn="1">
            <p:extLst>
              <p:ext uri="{D42A27DB-BD31-4B8C-83A1-F6EECF244321}">
                <p14:modId xmlns:p14="http://schemas.microsoft.com/office/powerpoint/2010/main" val="818616732"/>
              </p:ext>
            </p:extLst>
          </p:nvPr>
        </p:nvGraphicFramePr>
        <p:xfrm>
          <a:off x="579111" y="1643793"/>
          <a:ext cx="11429952" cy="4813218"/>
        </p:xfrm>
        <a:graphic>
          <a:graphicData uri="http://schemas.openxmlformats.org/drawingml/2006/table">
            <a:tbl>
              <a:tblPr firstRow="1" bandRow="1">
                <a:tableStyleId>{5C22544A-7EE6-4342-B048-85BDC9FD1C3A}</a:tableStyleId>
              </a:tblPr>
              <a:tblGrid>
                <a:gridCol w="952496">
                  <a:extLst>
                    <a:ext uri="{9D8B030D-6E8A-4147-A177-3AD203B41FA5}">
                      <a16:colId xmlns:a16="http://schemas.microsoft.com/office/drawing/2014/main" val="3855107687"/>
                    </a:ext>
                  </a:extLst>
                </a:gridCol>
                <a:gridCol w="952496">
                  <a:extLst>
                    <a:ext uri="{9D8B030D-6E8A-4147-A177-3AD203B41FA5}">
                      <a16:colId xmlns:a16="http://schemas.microsoft.com/office/drawing/2014/main" val="3860634226"/>
                    </a:ext>
                  </a:extLst>
                </a:gridCol>
                <a:gridCol w="952496">
                  <a:extLst>
                    <a:ext uri="{9D8B030D-6E8A-4147-A177-3AD203B41FA5}">
                      <a16:colId xmlns:a16="http://schemas.microsoft.com/office/drawing/2014/main" val="2812469622"/>
                    </a:ext>
                  </a:extLst>
                </a:gridCol>
                <a:gridCol w="952496">
                  <a:extLst>
                    <a:ext uri="{9D8B030D-6E8A-4147-A177-3AD203B41FA5}">
                      <a16:colId xmlns:a16="http://schemas.microsoft.com/office/drawing/2014/main" val="2622132286"/>
                    </a:ext>
                  </a:extLst>
                </a:gridCol>
                <a:gridCol w="952496">
                  <a:extLst>
                    <a:ext uri="{9D8B030D-6E8A-4147-A177-3AD203B41FA5}">
                      <a16:colId xmlns:a16="http://schemas.microsoft.com/office/drawing/2014/main" val="1090757413"/>
                    </a:ext>
                  </a:extLst>
                </a:gridCol>
                <a:gridCol w="952496">
                  <a:extLst>
                    <a:ext uri="{9D8B030D-6E8A-4147-A177-3AD203B41FA5}">
                      <a16:colId xmlns:a16="http://schemas.microsoft.com/office/drawing/2014/main" val="3451905586"/>
                    </a:ext>
                  </a:extLst>
                </a:gridCol>
                <a:gridCol w="952496">
                  <a:extLst>
                    <a:ext uri="{9D8B030D-6E8A-4147-A177-3AD203B41FA5}">
                      <a16:colId xmlns:a16="http://schemas.microsoft.com/office/drawing/2014/main" val="1267251882"/>
                    </a:ext>
                  </a:extLst>
                </a:gridCol>
                <a:gridCol w="952496">
                  <a:extLst>
                    <a:ext uri="{9D8B030D-6E8A-4147-A177-3AD203B41FA5}">
                      <a16:colId xmlns:a16="http://schemas.microsoft.com/office/drawing/2014/main" val="627305058"/>
                    </a:ext>
                  </a:extLst>
                </a:gridCol>
                <a:gridCol w="952496">
                  <a:extLst>
                    <a:ext uri="{9D8B030D-6E8A-4147-A177-3AD203B41FA5}">
                      <a16:colId xmlns:a16="http://schemas.microsoft.com/office/drawing/2014/main" val="1435547075"/>
                    </a:ext>
                  </a:extLst>
                </a:gridCol>
                <a:gridCol w="952496">
                  <a:extLst>
                    <a:ext uri="{9D8B030D-6E8A-4147-A177-3AD203B41FA5}">
                      <a16:colId xmlns:a16="http://schemas.microsoft.com/office/drawing/2014/main" val="1126466935"/>
                    </a:ext>
                  </a:extLst>
                </a:gridCol>
                <a:gridCol w="952496">
                  <a:extLst>
                    <a:ext uri="{9D8B030D-6E8A-4147-A177-3AD203B41FA5}">
                      <a16:colId xmlns:a16="http://schemas.microsoft.com/office/drawing/2014/main" val="2960470456"/>
                    </a:ext>
                  </a:extLst>
                </a:gridCol>
                <a:gridCol w="952496">
                  <a:extLst>
                    <a:ext uri="{9D8B030D-6E8A-4147-A177-3AD203B41FA5}">
                      <a16:colId xmlns:a16="http://schemas.microsoft.com/office/drawing/2014/main" val="91418633"/>
                    </a:ext>
                  </a:extLst>
                </a:gridCol>
              </a:tblGrid>
              <a:tr h="351112">
                <a:tc>
                  <a:txBody>
                    <a:bodyPr/>
                    <a:lstStyle/>
                    <a:p>
                      <a:endParaRPr lang="en-US"/>
                    </a:p>
                  </a:txBody>
                  <a:tcPr>
                    <a:solidFill>
                      <a:srgbClr val="036A37"/>
                    </a:solidFill>
                  </a:tcPr>
                </a:tc>
                <a:tc>
                  <a:txBody>
                    <a:bodyPr/>
                    <a:lstStyle/>
                    <a:p>
                      <a:endParaRPr lang="en-US"/>
                    </a:p>
                  </a:txBody>
                  <a:tcPr>
                    <a:solidFill>
                      <a:srgbClr val="036A37"/>
                    </a:solidFill>
                  </a:tcPr>
                </a:tc>
                <a:tc>
                  <a:txBody>
                    <a:bodyPr/>
                    <a:lstStyle/>
                    <a:p>
                      <a:endParaRPr lang="en-US"/>
                    </a:p>
                  </a:txBody>
                  <a:tcPr>
                    <a:solidFill>
                      <a:srgbClr val="036A37"/>
                    </a:solidFill>
                  </a:tcPr>
                </a:tc>
                <a:tc>
                  <a:txBody>
                    <a:bodyPr/>
                    <a:lstStyle/>
                    <a:p>
                      <a:endParaRPr lang="en-US"/>
                    </a:p>
                  </a:txBody>
                  <a:tcPr>
                    <a:solidFill>
                      <a:srgbClr val="036A37"/>
                    </a:solidFill>
                  </a:tcPr>
                </a:tc>
                <a:tc>
                  <a:txBody>
                    <a:bodyPr/>
                    <a:lstStyle/>
                    <a:p>
                      <a:endParaRPr lang="en-US"/>
                    </a:p>
                  </a:txBody>
                  <a:tcPr>
                    <a:solidFill>
                      <a:srgbClr val="036A37"/>
                    </a:solidFill>
                  </a:tcPr>
                </a:tc>
                <a:tc>
                  <a:txBody>
                    <a:bodyPr/>
                    <a:lstStyle/>
                    <a:p>
                      <a:endParaRPr lang="en-US"/>
                    </a:p>
                  </a:txBody>
                  <a:tcPr>
                    <a:solidFill>
                      <a:srgbClr val="036A37"/>
                    </a:solidFill>
                  </a:tcPr>
                </a:tc>
                <a:tc>
                  <a:txBody>
                    <a:bodyPr/>
                    <a:lstStyle/>
                    <a:p>
                      <a:endParaRPr lang="en-US"/>
                    </a:p>
                  </a:txBody>
                  <a:tcPr>
                    <a:solidFill>
                      <a:srgbClr val="036A37"/>
                    </a:solidFill>
                  </a:tcPr>
                </a:tc>
                <a:tc>
                  <a:txBody>
                    <a:bodyPr/>
                    <a:lstStyle/>
                    <a:p>
                      <a:endParaRPr lang="en-US"/>
                    </a:p>
                  </a:txBody>
                  <a:tcPr>
                    <a:solidFill>
                      <a:srgbClr val="036A37"/>
                    </a:solidFill>
                  </a:tcPr>
                </a:tc>
                <a:tc>
                  <a:txBody>
                    <a:bodyPr/>
                    <a:lstStyle/>
                    <a:p>
                      <a:endParaRPr lang="en-US"/>
                    </a:p>
                  </a:txBody>
                  <a:tcPr>
                    <a:solidFill>
                      <a:srgbClr val="036A37"/>
                    </a:solidFill>
                  </a:tcPr>
                </a:tc>
                <a:tc>
                  <a:txBody>
                    <a:bodyPr/>
                    <a:lstStyle/>
                    <a:p>
                      <a:endParaRPr lang="en-US"/>
                    </a:p>
                  </a:txBody>
                  <a:tcPr>
                    <a:solidFill>
                      <a:srgbClr val="036A37"/>
                    </a:solidFill>
                  </a:tcPr>
                </a:tc>
                <a:tc>
                  <a:txBody>
                    <a:bodyPr/>
                    <a:lstStyle/>
                    <a:p>
                      <a:endParaRPr lang="en-US"/>
                    </a:p>
                  </a:txBody>
                  <a:tcPr>
                    <a:solidFill>
                      <a:srgbClr val="036A37"/>
                    </a:solidFill>
                  </a:tcPr>
                </a:tc>
                <a:tc>
                  <a:txBody>
                    <a:bodyPr/>
                    <a:lstStyle/>
                    <a:p>
                      <a:endParaRPr lang="en-US"/>
                    </a:p>
                  </a:txBody>
                  <a:tcPr>
                    <a:solidFill>
                      <a:srgbClr val="036A37"/>
                    </a:solidFill>
                  </a:tcPr>
                </a:tc>
                <a:extLst>
                  <a:ext uri="{0D108BD9-81ED-4DB2-BD59-A6C34878D82A}">
                    <a16:rowId xmlns:a16="http://schemas.microsoft.com/office/drawing/2014/main" val="2233942211"/>
                  </a:ext>
                </a:extLst>
              </a:tr>
              <a:tr h="1482486">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extLst>
                  <a:ext uri="{0D108BD9-81ED-4DB2-BD59-A6C34878D82A}">
                    <a16:rowId xmlns:a16="http://schemas.microsoft.com/office/drawing/2014/main" val="3623563863"/>
                  </a:ext>
                </a:extLst>
              </a:tr>
              <a:tr h="1482486">
                <a:tc>
                  <a:txBody>
                    <a:bodyPr/>
                    <a:lstStyle/>
                    <a:p>
                      <a:endParaRPr lang="en-US" dirty="0"/>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extLst>
                  <a:ext uri="{0D108BD9-81ED-4DB2-BD59-A6C34878D82A}">
                    <a16:rowId xmlns:a16="http://schemas.microsoft.com/office/drawing/2014/main" val="2982365295"/>
                  </a:ext>
                </a:extLst>
              </a:tr>
              <a:tr h="1482486">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a:p>
                  </a:txBody>
                  <a:tcPr>
                    <a:noFill/>
                  </a:tcPr>
                </a:tc>
                <a:tc>
                  <a:txBody>
                    <a:bodyPr/>
                    <a:lstStyle/>
                    <a:p>
                      <a:endParaRPr lang="en-US" dirty="0"/>
                    </a:p>
                  </a:txBody>
                  <a:tcPr>
                    <a:noFill/>
                  </a:tcPr>
                </a:tc>
                <a:extLst>
                  <a:ext uri="{0D108BD9-81ED-4DB2-BD59-A6C34878D82A}">
                    <a16:rowId xmlns:a16="http://schemas.microsoft.com/office/drawing/2014/main" val="3009809612"/>
                  </a:ext>
                </a:extLst>
              </a:tr>
            </a:tbl>
          </a:graphicData>
        </a:graphic>
      </p:graphicFrame>
      <p:sp>
        <p:nvSpPr>
          <p:cNvPr id="8" name="Text Placeholder 10">
            <a:extLst>
              <a:ext uri="{FF2B5EF4-FFF2-40B4-BE49-F238E27FC236}">
                <a16:creationId xmlns:a16="http://schemas.microsoft.com/office/drawing/2014/main" id="{E8BF610A-2A96-3FD3-8C13-824A3F00EBA4}"/>
              </a:ext>
            </a:extLst>
          </p:cNvPr>
          <p:cNvSpPr>
            <a:spLocks noGrp="1"/>
          </p:cNvSpPr>
          <p:nvPr>
            <p:ph type="body" sz="quarter" idx="23" hasCustomPrompt="1"/>
          </p:nvPr>
        </p:nvSpPr>
        <p:spPr>
          <a:xfrm>
            <a:off x="601332" y="1666875"/>
            <a:ext cx="920750" cy="314325"/>
          </a:xfrm>
        </p:spPr>
        <p:txBody>
          <a:bodyPr anchor="ctr">
            <a:normAutofit/>
          </a:bodyPr>
          <a:lstStyle>
            <a:lvl1pPr marL="0" indent="0" algn="ctr">
              <a:lnSpc>
                <a:spcPct val="100000"/>
              </a:lnSpc>
              <a:buNone/>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Week 1</a:t>
            </a:r>
          </a:p>
        </p:txBody>
      </p:sp>
      <p:sp>
        <p:nvSpPr>
          <p:cNvPr id="9" name="Text Placeholder 10">
            <a:extLst>
              <a:ext uri="{FF2B5EF4-FFF2-40B4-BE49-F238E27FC236}">
                <a16:creationId xmlns:a16="http://schemas.microsoft.com/office/drawing/2014/main" id="{74629880-3565-3FB0-A433-4E26E6B66D67}"/>
              </a:ext>
            </a:extLst>
          </p:cNvPr>
          <p:cNvSpPr>
            <a:spLocks noGrp="1"/>
          </p:cNvSpPr>
          <p:nvPr>
            <p:ph type="body" sz="quarter" idx="24" hasCustomPrompt="1"/>
          </p:nvPr>
        </p:nvSpPr>
        <p:spPr>
          <a:xfrm>
            <a:off x="1547478" y="1666875"/>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Week 2</a:t>
            </a:r>
          </a:p>
        </p:txBody>
      </p:sp>
      <p:sp>
        <p:nvSpPr>
          <p:cNvPr id="10" name="Text Placeholder 10">
            <a:extLst>
              <a:ext uri="{FF2B5EF4-FFF2-40B4-BE49-F238E27FC236}">
                <a16:creationId xmlns:a16="http://schemas.microsoft.com/office/drawing/2014/main" id="{BDAEED1C-E162-9292-5B17-2D1A3A1E721E}"/>
              </a:ext>
            </a:extLst>
          </p:cNvPr>
          <p:cNvSpPr>
            <a:spLocks noGrp="1"/>
          </p:cNvSpPr>
          <p:nvPr>
            <p:ph type="body" sz="quarter" idx="25" hasCustomPrompt="1"/>
          </p:nvPr>
        </p:nvSpPr>
        <p:spPr>
          <a:xfrm>
            <a:off x="2499974" y="1666875"/>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a:t>Week 3</a:t>
            </a:r>
          </a:p>
        </p:txBody>
      </p:sp>
      <p:sp>
        <p:nvSpPr>
          <p:cNvPr id="11" name="Text Placeholder 10">
            <a:extLst>
              <a:ext uri="{FF2B5EF4-FFF2-40B4-BE49-F238E27FC236}">
                <a16:creationId xmlns:a16="http://schemas.microsoft.com/office/drawing/2014/main" id="{2E8BBBB4-1AE8-1B9E-0C40-5CDE12392F3C}"/>
              </a:ext>
            </a:extLst>
          </p:cNvPr>
          <p:cNvSpPr>
            <a:spLocks noGrp="1"/>
          </p:cNvSpPr>
          <p:nvPr>
            <p:ph type="body" sz="quarter" idx="26" hasCustomPrompt="1"/>
          </p:nvPr>
        </p:nvSpPr>
        <p:spPr>
          <a:xfrm>
            <a:off x="3452470" y="1666874"/>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Week 4</a:t>
            </a:r>
          </a:p>
        </p:txBody>
      </p:sp>
      <p:sp>
        <p:nvSpPr>
          <p:cNvPr id="12" name="Text Placeholder 10">
            <a:extLst>
              <a:ext uri="{FF2B5EF4-FFF2-40B4-BE49-F238E27FC236}">
                <a16:creationId xmlns:a16="http://schemas.microsoft.com/office/drawing/2014/main" id="{3CD816EB-AA99-60D2-C477-67D2D1BB8073}"/>
              </a:ext>
            </a:extLst>
          </p:cNvPr>
          <p:cNvSpPr>
            <a:spLocks noGrp="1"/>
          </p:cNvSpPr>
          <p:nvPr>
            <p:ph type="body" sz="quarter" idx="27" hasCustomPrompt="1"/>
          </p:nvPr>
        </p:nvSpPr>
        <p:spPr>
          <a:xfrm>
            <a:off x="4405600" y="1671635"/>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Week 5</a:t>
            </a:r>
          </a:p>
        </p:txBody>
      </p:sp>
      <p:sp>
        <p:nvSpPr>
          <p:cNvPr id="13" name="Text Placeholder 10">
            <a:extLst>
              <a:ext uri="{FF2B5EF4-FFF2-40B4-BE49-F238E27FC236}">
                <a16:creationId xmlns:a16="http://schemas.microsoft.com/office/drawing/2014/main" id="{16A239D7-D2BD-D2F2-6070-EA17893AF629}"/>
              </a:ext>
            </a:extLst>
          </p:cNvPr>
          <p:cNvSpPr>
            <a:spLocks noGrp="1"/>
          </p:cNvSpPr>
          <p:nvPr>
            <p:ph type="body" sz="quarter" idx="28" hasCustomPrompt="1"/>
          </p:nvPr>
        </p:nvSpPr>
        <p:spPr>
          <a:xfrm>
            <a:off x="5358730" y="1676396"/>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Week 6</a:t>
            </a:r>
          </a:p>
        </p:txBody>
      </p:sp>
      <p:sp>
        <p:nvSpPr>
          <p:cNvPr id="14" name="Text Placeholder 10">
            <a:extLst>
              <a:ext uri="{FF2B5EF4-FFF2-40B4-BE49-F238E27FC236}">
                <a16:creationId xmlns:a16="http://schemas.microsoft.com/office/drawing/2014/main" id="{81BE30C2-EA3E-51FA-D3A7-EA44460D36BA}"/>
              </a:ext>
            </a:extLst>
          </p:cNvPr>
          <p:cNvSpPr>
            <a:spLocks noGrp="1"/>
          </p:cNvSpPr>
          <p:nvPr>
            <p:ph type="body" sz="quarter" idx="29" hasCustomPrompt="1"/>
          </p:nvPr>
        </p:nvSpPr>
        <p:spPr>
          <a:xfrm>
            <a:off x="6311226" y="1676396"/>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Week 7</a:t>
            </a:r>
          </a:p>
        </p:txBody>
      </p:sp>
      <p:sp>
        <p:nvSpPr>
          <p:cNvPr id="15" name="Text Placeholder 10">
            <a:extLst>
              <a:ext uri="{FF2B5EF4-FFF2-40B4-BE49-F238E27FC236}">
                <a16:creationId xmlns:a16="http://schemas.microsoft.com/office/drawing/2014/main" id="{36B65B0E-EA4D-66D4-5B5D-752CFFEC9A1D}"/>
              </a:ext>
            </a:extLst>
          </p:cNvPr>
          <p:cNvSpPr>
            <a:spLocks noGrp="1"/>
          </p:cNvSpPr>
          <p:nvPr>
            <p:ph type="body" sz="quarter" idx="30" hasCustomPrompt="1"/>
          </p:nvPr>
        </p:nvSpPr>
        <p:spPr>
          <a:xfrm>
            <a:off x="7263722" y="1676395"/>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Week 8</a:t>
            </a:r>
          </a:p>
        </p:txBody>
      </p:sp>
      <p:sp>
        <p:nvSpPr>
          <p:cNvPr id="16" name="Text Placeholder 10">
            <a:extLst>
              <a:ext uri="{FF2B5EF4-FFF2-40B4-BE49-F238E27FC236}">
                <a16:creationId xmlns:a16="http://schemas.microsoft.com/office/drawing/2014/main" id="{ADE4A6A4-98E4-18DF-9CF4-6C1CE6BAAFC0}"/>
              </a:ext>
            </a:extLst>
          </p:cNvPr>
          <p:cNvSpPr>
            <a:spLocks noGrp="1"/>
          </p:cNvSpPr>
          <p:nvPr>
            <p:ph type="body" sz="quarter" idx="31" hasCustomPrompt="1"/>
          </p:nvPr>
        </p:nvSpPr>
        <p:spPr>
          <a:xfrm>
            <a:off x="8216218" y="1676395"/>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Week 9</a:t>
            </a:r>
          </a:p>
        </p:txBody>
      </p:sp>
      <p:sp>
        <p:nvSpPr>
          <p:cNvPr id="17" name="Text Placeholder 10">
            <a:extLst>
              <a:ext uri="{FF2B5EF4-FFF2-40B4-BE49-F238E27FC236}">
                <a16:creationId xmlns:a16="http://schemas.microsoft.com/office/drawing/2014/main" id="{E5D140EB-55B5-0693-C495-93BEDBAE94BB}"/>
              </a:ext>
            </a:extLst>
          </p:cNvPr>
          <p:cNvSpPr>
            <a:spLocks noGrp="1"/>
          </p:cNvSpPr>
          <p:nvPr>
            <p:ph type="body" sz="quarter" idx="32" hasCustomPrompt="1"/>
          </p:nvPr>
        </p:nvSpPr>
        <p:spPr>
          <a:xfrm>
            <a:off x="9168714" y="1676395"/>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Week 10</a:t>
            </a:r>
          </a:p>
        </p:txBody>
      </p:sp>
      <p:sp>
        <p:nvSpPr>
          <p:cNvPr id="18" name="Text Placeholder 10">
            <a:extLst>
              <a:ext uri="{FF2B5EF4-FFF2-40B4-BE49-F238E27FC236}">
                <a16:creationId xmlns:a16="http://schemas.microsoft.com/office/drawing/2014/main" id="{0F869444-CB89-B4A4-A937-CA7B3E5C225C}"/>
              </a:ext>
            </a:extLst>
          </p:cNvPr>
          <p:cNvSpPr>
            <a:spLocks noGrp="1"/>
          </p:cNvSpPr>
          <p:nvPr>
            <p:ph type="body" sz="quarter" idx="33" hasCustomPrompt="1"/>
          </p:nvPr>
        </p:nvSpPr>
        <p:spPr>
          <a:xfrm>
            <a:off x="10121210" y="1676395"/>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Week 11</a:t>
            </a:r>
          </a:p>
        </p:txBody>
      </p:sp>
      <p:sp>
        <p:nvSpPr>
          <p:cNvPr id="19" name="Text Placeholder 10">
            <a:extLst>
              <a:ext uri="{FF2B5EF4-FFF2-40B4-BE49-F238E27FC236}">
                <a16:creationId xmlns:a16="http://schemas.microsoft.com/office/drawing/2014/main" id="{E40AD95D-909E-F774-6854-EBEA1D5D5099}"/>
              </a:ext>
            </a:extLst>
          </p:cNvPr>
          <p:cNvSpPr>
            <a:spLocks noGrp="1"/>
          </p:cNvSpPr>
          <p:nvPr>
            <p:ph type="body" sz="quarter" idx="34" hasCustomPrompt="1"/>
          </p:nvPr>
        </p:nvSpPr>
        <p:spPr>
          <a:xfrm>
            <a:off x="11073706" y="1676395"/>
            <a:ext cx="920750" cy="314325"/>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0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Week 12</a:t>
            </a:r>
          </a:p>
        </p:txBody>
      </p:sp>
      <p:sp>
        <p:nvSpPr>
          <p:cNvPr id="20" name="Rectangle 19">
            <a:extLst>
              <a:ext uri="{FF2B5EF4-FFF2-40B4-BE49-F238E27FC236}">
                <a16:creationId xmlns:a16="http://schemas.microsoft.com/office/drawing/2014/main" id="{059820B0-CE5B-D644-2F0D-7B2A1F655961}"/>
              </a:ext>
            </a:extLst>
          </p:cNvPr>
          <p:cNvSpPr/>
          <p:nvPr userDrawn="1"/>
        </p:nvSpPr>
        <p:spPr>
          <a:xfrm>
            <a:off x="125659" y="2025516"/>
            <a:ext cx="453447" cy="145878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Category Name 1 ">
            <a:extLst>
              <a:ext uri="{FF2B5EF4-FFF2-40B4-BE49-F238E27FC236}">
                <a16:creationId xmlns:a16="http://schemas.microsoft.com/office/drawing/2014/main" id="{36B9ED75-B499-D69B-1412-E81102ED2A14}"/>
              </a:ext>
            </a:extLst>
          </p:cNvPr>
          <p:cNvSpPr>
            <a:spLocks noGrp="1"/>
          </p:cNvSpPr>
          <p:nvPr>
            <p:ph type="body" sz="quarter" idx="20" hasCustomPrompt="1"/>
          </p:nvPr>
        </p:nvSpPr>
        <p:spPr>
          <a:xfrm rot="16200000">
            <a:off x="-378889" y="2526309"/>
            <a:ext cx="1458787" cy="457200"/>
          </a:xfrm>
        </p:spPr>
        <p:txBody>
          <a:bodyPr anchor="ctr">
            <a:normAutofit/>
          </a:bodyPr>
          <a:lstStyle>
            <a:lvl1pPr marL="0" indent="0" algn="ctr">
              <a:lnSpc>
                <a:spcPct val="100000"/>
              </a:lnSpc>
              <a:buNone/>
              <a:defRPr sz="11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Category 1 Name</a:t>
            </a:r>
          </a:p>
        </p:txBody>
      </p:sp>
      <p:sp>
        <p:nvSpPr>
          <p:cNvPr id="23" name="shape">
            <a:extLst>
              <a:ext uri="{FF2B5EF4-FFF2-40B4-BE49-F238E27FC236}">
                <a16:creationId xmlns:a16="http://schemas.microsoft.com/office/drawing/2014/main" id="{F0493908-E9A7-06C8-5201-D705685A552D}"/>
              </a:ext>
            </a:extLst>
          </p:cNvPr>
          <p:cNvSpPr>
            <a:spLocks noGrp="1"/>
          </p:cNvSpPr>
          <p:nvPr>
            <p:ph type="pic" sz="quarter" idx="44" hasCustomPrompt="1"/>
          </p:nvPr>
        </p:nvSpPr>
        <p:spPr>
          <a:xfrm>
            <a:off x="668043" y="2097698"/>
            <a:ext cx="1847088" cy="237744"/>
          </a:xfrm>
        </p:spPr>
        <p:txBody>
          <a:bodyPr>
            <a:noAutofit/>
          </a:bodyPr>
          <a:lstStyle>
            <a:lvl1pPr marL="0" indent="0">
              <a:buNone/>
              <a:defRPr sz="1000" b="0" i="0">
                <a:latin typeface="Open Sans Light" pitchFamily="2" charset="0"/>
                <a:ea typeface="Open Sans Light" pitchFamily="2" charset="0"/>
                <a:cs typeface="Open Sans Light" pitchFamily="2" charset="0"/>
              </a:defRPr>
            </a:lvl1pPr>
          </a:lstStyle>
          <a:p>
            <a:r>
              <a:rPr lang="en-US" dirty="0"/>
              <a:t>{{ arrow_cat1_act1 }}</a:t>
            </a:r>
          </a:p>
        </p:txBody>
      </p:sp>
      <p:sp>
        <p:nvSpPr>
          <p:cNvPr id="24" name="Picture Placeholder 52">
            <a:extLst>
              <a:ext uri="{FF2B5EF4-FFF2-40B4-BE49-F238E27FC236}">
                <a16:creationId xmlns:a16="http://schemas.microsoft.com/office/drawing/2014/main" id="{75BB5BFD-4B59-9E8B-90E6-074EA1A063E2}"/>
              </a:ext>
            </a:extLst>
          </p:cNvPr>
          <p:cNvSpPr>
            <a:spLocks noGrp="1"/>
          </p:cNvSpPr>
          <p:nvPr>
            <p:ph type="pic" sz="quarter" idx="45" hasCustomPrompt="1"/>
          </p:nvPr>
        </p:nvSpPr>
        <p:spPr>
          <a:xfrm>
            <a:off x="1030672" y="2478057"/>
            <a:ext cx="2423160" cy="237744"/>
          </a:xfrm>
        </p:spPr>
        <p:txBody>
          <a:bodyPr>
            <a:noAutofit/>
          </a:bodyPr>
          <a:lstStyle>
            <a:lvl1pPr marL="0" indent="0">
              <a:buNone/>
              <a:defRPr sz="1000" b="0" i="0">
                <a:latin typeface="Open Sans Light" pitchFamily="2" charset="0"/>
                <a:ea typeface="Open Sans Light" pitchFamily="2" charset="0"/>
                <a:cs typeface="Open Sans Light" pitchFamily="2" charset="0"/>
              </a:defRPr>
            </a:lvl1pPr>
          </a:lstStyle>
          <a:p>
            <a:r>
              <a:rPr lang="en-US"/>
              <a:t>{{ arrow_cat1_act2 }}</a:t>
            </a:r>
          </a:p>
        </p:txBody>
      </p:sp>
      <p:sp>
        <p:nvSpPr>
          <p:cNvPr id="22" name="Category 1 Activity 1">
            <a:extLst>
              <a:ext uri="{FF2B5EF4-FFF2-40B4-BE49-F238E27FC236}">
                <a16:creationId xmlns:a16="http://schemas.microsoft.com/office/drawing/2014/main" id="{F6546BAB-BFB2-37E1-F04E-444CB32331A6}"/>
              </a:ext>
            </a:extLst>
          </p:cNvPr>
          <p:cNvSpPr>
            <a:spLocks noGrp="1"/>
          </p:cNvSpPr>
          <p:nvPr>
            <p:ph type="body" sz="quarter" idx="35" hasCustomPrompt="1"/>
          </p:nvPr>
        </p:nvSpPr>
        <p:spPr>
          <a:xfrm>
            <a:off x="668042" y="2104135"/>
            <a:ext cx="2054837" cy="230492"/>
          </a:xfr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1 Activity 1</a:t>
            </a:r>
          </a:p>
        </p:txBody>
      </p:sp>
      <p:sp>
        <p:nvSpPr>
          <p:cNvPr id="26" name="Picture Placeholder 52">
            <a:extLst>
              <a:ext uri="{FF2B5EF4-FFF2-40B4-BE49-F238E27FC236}">
                <a16:creationId xmlns:a16="http://schemas.microsoft.com/office/drawing/2014/main" id="{952DC7EE-112A-00A2-1AFE-40CDB92D1217}"/>
              </a:ext>
            </a:extLst>
          </p:cNvPr>
          <p:cNvSpPr>
            <a:spLocks noGrp="1"/>
          </p:cNvSpPr>
          <p:nvPr>
            <p:ph type="pic" sz="quarter" idx="46" hasCustomPrompt="1"/>
          </p:nvPr>
        </p:nvSpPr>
        <p:spPr>
          <a:xfrm>
            <a:off x="1565158" y="2852348"/>
            <a:ext cx="2862072" cy="237744"/>
          </a:xfrm>
        </p:spPr>
        <p:txBody>
          <a:bodyPr>
            <a:noAutofit/>
          </a:bodyPr>
          <a:lstStyle>
            <a:lvl1pPr marL="0" indent="0">
              <a:buNone/>
              <a:defRPr sz="1000" b="0" i="0">
                <a:latin typeface="Open Sans Light" pitchFamily="2" charset="0"/>
                <a:ea typeface="Open Sans Light" pitchFamily="2" charset="0"/>
                <a:cs typeface="Open Sans Light" pitchFamily="2" charset="0"/>
              </a:defRPr>
            </a:lvl1pPr>
          </a:lstStyle>
          <a:p>
            <a:r>
              <a:rPr lang="en-US"/>
              <a:t>{{ arrow_cat1_act3 }}</a:t>
            </a:r>
          </a:p>
        </p:txBody>
      </p:sp>
      <p:sp>
        <p:nvSpPr>
          <p:cNvPr id="28" name="Rectangle 27">
            <a:extLst>
              <a:ext uri="{FF2B5EF4-FFF2-40B4-BE49-F238E27FC236}">
                <a16:creationId xmlns:a16="http://schemas.microsoft.com/office/drawing/2014/main" id="{A7240C33-5584-37B9-AA3D-71AE4276CD9F}"/>
              </a:ext>
            </a:extLst>
          </p:cNvPr>
          <p:cNvSpPr/>
          <p:nvPr userDrawn="1"/>
        </p:nvSpPr>
        <p:spPr>
          <a:xfrm>
            <a:off x="127532" y="3501314"/>
            <a:ext cx="453447" cy="1463040"/>
          </a:xfrm>
          <a:prstGeom prst="rect">
            <a:avLst/>
          </a:prstGeom>
          <a:solidFill>
            <a:srgbClr val="42B1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 Placeholder 10">
            <a:extLst>
              <a:ext uri="{FF2B5EF4-FFF2-40B4-BE49-F238E27FC236}">
                <a16:creationId xmlns:a16="http://schemas.microsoft.com/office/drawing/2014/main" id="{1F0BC31A-2732-8B71-CDFE-A6AB7C177A89}"/>
              </a:ext>
            </a:extLst>
          </p:cNvPr>
          <p:cNvSpPr>
            <a:spLocks noGrp="1"/>
          </p:cNvSpPr>
          <p:nvPr>
            <p:ph type="body" sz="quarter" idx="21" hasCustomPrompt="1"/>
          </p:nvPr>
        </p:nvSpPr>
        <p:spPr>
          <a:xfrm rot="16200000">
            <a:off x="-378889" y="4006362"/>
            <a:ext cx="1458787" cy="457200"/>
          </a:xfrm>
        </p:spPr>
        <p:txBody>
          <a:bodyPr anchor="ctr">
            <a:normAutofit/>
          </a:bodyPr>
          <a:lstStyle>
            <a:lvl1pPr marL="0" indent="0" algn="ctr">
              <a:lnSpc>
                <a:spcPct val="100000"/>
              </a:lnSpc>
              <a:buNone/>
              <a:defRPr sz="11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Category 2 Name</a:t>
            </a:r>
          </a:p>
        </p:txBody>
      </p:sp>
      <p:sp>
        <p:nvSpPr>
          <p:cNvPr id="30" name="Picture Placeholder 52">
            <a:extLst>
              <a:ext uri="{FF2B5EF4-FFF2-40B4-BE49-F238E27FC236}">
                <a16:creationId xmlns:a16="http://schemas.microsoft.com/office/drawing/2014/main" id="{14817FB2-7547-99B4-CDA2-9D1D97E7FBED}"/>
              </a:ext>
            </a:extLst>
          </p:cNvPr>
          <p:cNvSpPr>
            <a:spLocks noGrp="1"/>
          </p:cNvSpPr>
          <p:nvPr>
            <p:ph type="pic" sz="quarter" idx="47" hasCustomPrompt="1"/>
          </p:nvPr>
        </p:nvSpPr>
        <p:spPr>
          <a:xfrm>
            <a:off x="2520706" y="3599893"/>
            <a:ext cx="3813048" cy="237744"/>
          </a:xfrm>
        </p:spPr>
        <p:txBody>
          <a:bodyPr>
            <a:noAutofit/>
          </a:bodyPr>
          <a:lstStyle>
            <a:lvl1pPr marL="0" indent="0">
              <a:buNone/>
              <a:defRPr sz="1000" b="0" i="0">
                <a:latin typeface="Open Sans Light" pitchFamily="2" charset="0"/>
                <a:ea typeface="Open Sans Light" pitchFamily="2" charset="0"/>
                <a:cs typeface="Open Sans Light" pitchFamily="2" charset="0"/>
              </a:defRPr>
            </a:lvl1pPr>
          </a:lstStyle>
          <a:p>
            <a:r>
              <a:rPr lang="en-US"/>
              <a:t>{{ arrow_cat2_act1 }}</a:t>
            </a:r>
          </a:p>
        </p:txBody>
      </p:sp>
      <p:sp>
        <p:nvSpPr>
          <p:cNvPr id="32" name="Picture Placeholder 52">
            <a:extLst>
              <a:ext uri="{FF2B5EF4-FFF2-40B4-BE49-F238E27FC236}">
                <a16:creationId xmlns:a16="http://schemas.microsoft.com/office/drawing/2014/main" id="{CCB851B6-3979-71E9-9D86-350AA47AB8ED}"/>
              </a:ext>
            </a:extLst>
          </p:cNvPr>
          <p:cNvSpPr>
            <a:spLocks noGrp="1"/>
          </p:cNvSpPr>
          <p:nvPr>
            <p:ph type="pic" sz="quarter" idx="48" hasCustomPrompt="1"/>
          </p:nvPr>
        </p:nvSpPr>
        <p:spPr>
          <a:xfrm>
            <a:off x="3452470" y="3971899"/>
            <a:ext cx="3776472" cy="237744"/>
          </a:xfrm>
        </p:spPr>
        <p:txBody>
          <a:bodyPr>
            <a:noAutofit/>
          </a:bodyPr>
          <a:lstStyle>
            <a:lvl1pPr marL="0" indent="0">
              <a:buNone/>
              <a:defRPr sz="1000" b="0" i="0">
                <a:latin typeface="Open Sans Light" pitchFamily="2" charset="0"/>
                <a:ea typeface="Open Sans Light" pitchFamily="2" charset="0"/>
                <a:cs typeface="Open Sans Light" pitchFamily="2" charset="0"/>
              </a:defRPr>
            </a:lvl1pPr>
          </a:lstStyle>
          <a:p>
            <a:r>
              <a:rPr lang="en-US"/>
              <a:t>{{ arrow_cat2_act2 }}</a:t>
            </a:r>
          </a:p>
        </p:txBody>
      </p:sp>
      <p:sp>
        <p:nvSpPr>
          <p:cNvPr id="34" name="Picture Placeholder 52">
            <a:extLst>
              <a:ext uri="{FF2B5EF4-FFF2-40B4-BE49-F238E27FC236}">
                <a16:creationId xmlns:a16="http://schemas.microsoft.com/office/drawing/2014/main" id="{2123351D-898A-1895-4C9C-007B1E5CDACD}"/>
              </a:ext>
            </a:extLst>
          </p:cNvPr>
          <p:cNvSpPr>
            <a:spLocks noGrp="1"/>
          </p:cNvSpPr>
          <p:nvPr>
            <p:ph type="pic" sz="quarter" idx="49" hasCustomPrompt="1"/>
          </p:nvPr>
        </p:nvSpPr>
        <p:spPr>
          <a:xfrm>
            <a:off x="5326349" y="4383683"/>
            <a:ext cx="2377440" cy="237744"/>
          </a:xfrm>
        </p:spPr>
        <p:txBody>
          <a:bodyPr>
            <a:noAutofit/>
          </a:bodyPr>
          <a:lstStyle>
            <a:lvl1pPr marL="0" indent="0">
              <a:buNone/>
              <a:defRPr sz="1000" b="0" i="0">
                <a:latin typeface="Open Sans Light" pitchFamily="2" charset="0"/>
                <a:ea typeface="Open Sans Light" pitchFamily="2" charset="0"/>
                <a:cs typeface="Open Sans Light" pitchFamily="2" charset="0"/>
              </a:defRPr>
            </a:lvl1pPr>
          </a:lstStyle>
          <a:p>
            <a:r>
              <a:rPr lang="en-US"/>
              <a:t>{{ arrow_cat2_act3 }}</a:t>
            </a:r>
          </a:p>
        </p:txBody>
      </p:sp>
      <p:sp>
        <p:nvSpPr>
          <p:cNvPr id="36" name="Rectangle 35">
            <a:extLst>
              <a:ext uri="{FF2B5EF4-FFF2-40B4-BE49-F238E27FC236}">
                <a16:creationId xmlns:a16="http://schemas.microsoft.com/office/drawing/2014/main" id="{F9E345C7-B3F6-6DB4-2B31-65F8977A3178}"/>
              </a:ext>
            </a:extLst>
          </p:cNvPr>
          <p:cNvSpPr/>
          <p:nvPr userDrawn="1"/>
        </p:nvSpPr>
        <p:spPr>
          <a:xfrm>
            <a:off x="125658" y="4981365"/>
            <a:ext cx="453447" cy="1463040"/>
          </a:xfrm>
          <a:prstGeom prst="rect">
            <a:avLst/>
          </a:prstGeom>
          <a:solidFill>
            <a:srgbClr val="25890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Placeholder 10">
            <a:extLst>
              <a:ext uri="{FF2B5EF4-FFF2-40B4-BE49-F238E27FC236}">
                <a16:creationId xmlns:a16="http://schemas.microsoft.com/office/drawing/2014/main" id="{9391DC1B-4FD6-35C3-ACDB-926019DE445F}"/>
              </a:ext>
            </a:extLst>
          </p:cNvPr>
          <p:cNvSpPr>
            <a:spLocks noGrp="1"/>
          </p:cNvSpPr>
          <p:nvPr>
            <p:ph type="body" sz="quarter" idx="22" hasCustomPrompt="1"/>
          </p:nvPr>
        </p:nvSpPr>
        <p:spPr>
          <a:xfrm rot="16200000">
            <a:off x="-378890" y="5482083"/>
            <a:ext cx="1458787" cy="457200"/>
          </a:xfrm>
        </p:spPr>
        <p:txBody>
          <a:bodyPr anchor="ctr">
            <a:normAutofit/>
          </a:bodyPr>
          <a:lstStyle>
            <a:lvl1pPr marL="0" indent="0" algn="ctr">
              <a:lnSpc>
                <a:spcPct val="100000"/>
              </a:lnSpc>
              <a:buNone/>
              <a:defRPr sz="11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Category 3 Name</a:t>
            </a:r>
          </a:p>
        </p:txBody>
      </p:sp>
      <p:sp>
        <p:nvSpPr>
          <p:cNvPr id="38" name="Picture Placeholder 52">
            <a:extLst>
              <a:ext uri="{FF2B5EF4-FFF2-40B4-BE49-F238E27FC236}">
                <a16:creationId xmlns:a16="http://schemas.microsoft.com/office/drawing/2014/main" id="{30CC9B81-14AB-156C-D255-8C437D8804F6}"/>
              </a:ext>
            </a:extLst>
          </p:cNvPr>
          <p:cNvSpPr>
            <a:spLocks noGrp="1"/>
          </p:cNvSpPr>
          <p:nvPr>
            <p:ph type="pic" sz="quarter" idx="50" hasCustomPrompt="1"/>
          </p:nvPr>
        </p:nvSpPr>
        <p:spPr>
          <a:xfrm>
            <a:off x="6311226" y="5083086"/>
            <a:ext cx="4544568" cy="237744"/>
          </a:xfrm>
        </p:spPr>
        <p:txBody>
          <a:bodyPr>
            <a:noAutofit/>
          </a:bodyPr>
          <a:lstStyle>
            <a:lvl1pPr marL="0" indent="0">
              <a:buNone/>
              <a:defRPr sz="1000" b="0" i="0">
                <a:latin typeface="Open Sans Light" pitchFamily="2" charset="0"/>
                <a:ea typeface="Open Sans Light" pitchFamily="2" charset="0"/>
                <a:cs typeface="Open Sans Light" pitchFamily="2" charset="0"/>
              </a:defRPr>
            </a:lvl1pPr>
          </a:lstStyle>
          <a:p>
            <a:r>
              <a:rPr lang="en-US"/>
              <a:t>{{ arrow_cat3_act1 }}</a:t>
            </a:r>
          </a:p>
        </p:txBody>
      </p:sp>
      <p:sp>
        <p:nvSpPr>
          <p:cNvPr id="40" name="Picture Placeholder 52">
            <a:extLst>
              <a:ext uri="{FF2B5EF4-FFF2-40B4-BE49-F238E27FC236}">
                <a16:creationId xmlns:a16="http://schemas.microsoft.com/office/drawing/2014/main" id="{3AF3AEAC-DC8E-27B0-0C98-29A1B88FB1E7}"/>
              </a:ext>
            </a:extLst>
          </p:cNvPr>
          <p:cNvSpPr>
            <a:spLocks noGrp="1"/>
          </p:cNvSpPr>
          <p:nvPr>
            <p:ph type="pic" sz="quarter" idx="51" hasCustomPrompt="1"/>
          </p:nvPr>
        </p:nvSpPr>
        <p:spPr>
          <a:xfrm>
            <a:off x="7306065" y="5460821"/>
            <a:ext cx="4306824" cy="237744"/>
          </a:xfrm>
        </p:spPr>
        <p:txBody>
          <a:bodyPr>
            <a:noAutofit/>
          </a:bodyPr>
          <a:lstStyle>
            <a:lvl1pPr marL="0" indent="0">
              <a:buNone/>
              <a:defRPr sz="1000" b="0" i="0">
                <a:latin typeface="Open Sans Light" pitchFamily="2" charset="0"/>
                <a:ea typeface="Open Sans Light" pitchFamily="2" charset="0"/>
                <a:cs typeface="Open Sans Light" pitchFamily="2" charset="0"/>
              </a:defRPr>
            </a:lvl1pPr>
          </a:lstStyle>
          <a:p>
            <a:r>
              <a:rPr lang="en-US"/>
              <a:t>{{ arrow_cat3_act2 }}</a:t>
            </a:r>
          </a:p>
        </p:txBody>
      </p:sp>
      <p:sp>
        <p:nvSpPr>
          <p:cNvPr id="42" name="Picture Placeholder 52">
            <a:extLst>
              <a:ext uri="{FF2B5EF4-FFF2-40B4-BE49-F238E27FC236}">
                <a16:creationId xmlns:a16="http://schemas.microsoft.com/office/drawing/2014/main" id="{CD779CBA-F0CC-044F-D926-DE22875A63A2}"/>
              </a:ext>
            </a:extLst>
          </p:cNvPr>
          <p:cNvSpPr>
            <a:spLocks noGrp="1"/>
          </p:cNvSpPr>
          <p:nvPr>
            <p:ph type="pic" sz="quarter" idx="52" hasCustomPrompt="1"/>
          </p:nvPr>
        </p:nvSpPr>
        <p:spPr>
          <a:xfrm>
            <a:off x="10164865" y="5842327"/>
            <a:ext cx="1801368" cy="237744"/>
          </a:xfrm>
        </p:spPr>
        <p:txBody>
          <a:bodyPr>
            <a:noAutofit/>
          </a:bodyPr>
          <a:lstStyle>
            <a:lvl1pPr marL="0" indent="0">
              <a:buNone/>
              <a:defRPr sz="1000" b="0" i="0">
                <a:latin typeface="Open Sans Light" pitchFamily="2" charset="0"/>
                <a:ea typeface="Open Sans Light" pitchFamily="2" charset="0"/>
                <a:cs typeface="Open Sans Light" pitchFamily="2" charset="0"/>
              </a:defRPr>
            </a:lvl1pPr>
          </a:lstStyle>
          <a:p>
            <a:r>
              <a:rPr lang="en-US"/>
              <a:t>{{ arrow_cat3_act3 }}</a:t>
            </a:r>
          </a:p>
        </p:txBody>
      </p:sp>
      <p:sp>
        <p:nvSpPr>
          <p:cNvPr id="25" name="Category 1 Activity 2">
            <a:extLst>
              <a:ext uri="{FF2B5EF4-FFF2-40B4-BE49-F238E27FC236}">
                <a16:creationId xmlns:a16="http://schemas.microsoft.com/office/drawing/2014/main" id="{B8BA0129-DA7E-84DD-6EAD-1DD9735D718B}"/>
              </a:ext>
            </a:extLst>
          </p:cNvPr>
          <p:cNvSpPr>
            <a:spLocks noGrp="1"/>
          </p:cNvSpPr>
          <p:nvPr>
            <p:ph type="body" sz="quarter" idx="36" hasCustomPrompt="1"/>
          </p:nvPr>
        </p:nvSpPr>
        <p:spPr>
          <a:xfrm>
            <a:off x="1030678" y="2484030"/>
            <a:ext cx="2272766" cy="219456"/>
          </a:xfr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1 Activity 2</a:t>
            </a:r>
          </a:p>
        </p:txBody>
      </p:sp>
      <p:sp>
        <p:nvSpPr>
          <p:cNvPr id="27" name="Category 1 Activity 3">
            <a:extLst>
              <a:ext uri="{FF2B5EF4-FFF2-40B4-BE49-F238E27FC236}">
                <a16:creationId xmlns:a16="http://schemas.microsoft.com/office/drawing/2014/main" id="{CF029009-C8BA-B992-B31A-BF9565636FF1}"/>
              </a:ext>
            </a:extLst>
          </p:cNvPr>
          <p:cNvSpPr>
            <a:spLocks noGrp="1"/>
          </p:cNvSpPr>
          <p:nvPr>
            <p:ph type="body" sz="quarter" idx="37" hasCustomPrompt="1"/>
          </p:nvPr>
        </p:nvSpPr>
        <p:spPr>
          <a:xfrm>
            <a:off x="1565158" y="2858416"/>
            <a:ext cx="2713198" cy="219456"/>
          </a:xfr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1 Activity 3</a:t>
            </a:r>
          </a:p>
        </p:txBody>
      </p:sp>
      <p:sp>
        <p:nvSpPr>
          <p:cNvPr id="31" name="Category 2 Activity 1">
            <a:extLst>
              <a:ext uri="{FF2B5EF4-FFF2-40B4-BE49-F238E27FC236}">
                <a16:creationId xmlns:a16="http://schemas.microsoft.com/office/drawing/2014/main" id="{55691776-23AA-C68C-BBE2-5835B382F7E5}"/>
              </a:ext>
            </a:extLst>
          </p:cNvPr>
          <p:cNvSpPr>
            <a:spLocks noGrp="1"/>
          </p:cNvSpPr>
          <p:nvPr>
            <p:ph type="body" sz="quarter" idx="38" hasCustomPrompt="1"/>
          </p:nvPr>
        </p:nvSpPr>
        <p:spPr>
          <a:xfrm>
            <a:off x="2501815" y="3605853"/>
            <a:ext cx="3629033" cy="219456"/>
          </a:xfr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2 Activity 1</a:t>
            </a:r>
          </a:p>
        </p:txBody>
      </p:sp>
      <p:sp>
        <p:nvSpPr>
          <p:cNvPr id="33" name="Category 2 Activity 2">
            <a:extLst>
              <a:ext uri="{FF2B5EF4-FFF2-40B4-BE49-F238E27FC236}">
                <a16:creationId xmlns:a16="http://schemas.microsoft.com/office/drawing/2014/main" id="{94B6D847-506D-E9FB-9633-925471D86398}"/>
              </a:ext>
            </a:extLst>
          </p:cNvPr>
          <p:cNvSpPr>
            <a:spLocks noGrp="1"/>
          </p:cNvSpPr>
          <p:nvPr>
            <p:ph type="body" sz="quarter" idx="39" hasCustomPrompt="1"/>
          </p:nvPr>
        </p:nvSpPr>
        <p:spPr>
          <a:xfrm>
            <a:off x="3453103" y="3981067"/>
            <a:ext cx="3612567" cy="219456"/>
          </a:xfr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2 Activity 2</a:t>
            </a:r>
          </a:p>
        </p:txBody>
      </p:sp>
      <p:sp>
        <p:nvSpPr>
          <p:cNvPr id="35" name="Text Placeholder 3">
            <a:extLst>
              <a:ext uri="{FF2B5EF4-FFF2-40B4-BE49-F238E27FC236}">
                <a16:creationId xmlns:a16="http://schemas.microsoft.com/office/drawing/2014/main" id="{EC62D275-E4C9-A780-445D-F5A7C7BDBE60}"/>
              </a:ext>
            </a:extLst>
          </p:cNvPr>
          <p:cNvSpPr>
            <a:spLocks noGrp="1"/>
          </p:cNvSpPr>
          <p:nvPr>
            <p:ph type="body" sz="quarter" idx="40" hasCustomPrompt="1"/>
          </p:nvPr>
        </p:nvSpPr>
        <p:spPr>
          <a:xfrm>
            <a:off x="5324475" y="4393762"/>
            <a:ext cx="2256783" cy="219456"/>
          </a:xfr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2 Activity 3</a:t>
            </a:r>
          </a:p>
        </p:txBody>
      </p:sp>
      <p:sp>
        <p:nvSpPr>
          <p:cNvPr id="39" name="Category 3 Activity 1">
            <a:extLst>
              <a:ext uri="{FF2B5EF4-FFF2-40B4-BE49-F238E27FC236}">
                <a16:creationId xmlns:a16="http://schemas.microsoft.com/office/drawing/2014/main" id="{C88D9093-6C1D-A83D-9959-211405F95B97}"/>
              </a:ext>
            </a:extLst>
          </p:cNvPr>
          <p:cNvSpPr>
            <a:spLocks noGrp="1"/>
          </p:cNvSpPr>
          <p:nvPr>
            <p:ph type="body" sz="quarter" idx="41" hasCustomPrompt="1"/>
          </p:nvPr>
        </p:nvSpPr>
        <p:spPr>
          <a:xfrm>
            <a:off x="6311226" y="5090540"/>
            <a:ext cx="4395469" cy="205409"/>
          </a:xfr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3 Activity 1</a:t>
            </a:r>
          </a:p>
        </p:txBody>
      </p:sp>
      <p:sp>
        <p:nvSpPr>
          <p:cNvPr id="41" name="Category 3 Activity 2">
            <a:extLst>
              <a:ext uri="{FF2B5EF4-FFF2-40B4-BE49-F238E27FC236}">
                <a16:creationId xmlns:a16="http://schemas.microsoft.com/office/drawing/2014/main" id="{E745884E-53CD-41C5-A42A-84ABD47F3CEE}"/>
              </a:ext>
            </a:extLst>
          </p:cNvPr>
          <p:cNvSpPr>
            <a:spLocks noGrp="1"/>
          </p:cNvSpPr>
          <p:nvPr>
            <p:ph type="body" sz="quarter" idx="42" hasCustomPrompt="1"/>
          </p:nvPr>
        </p:nvSpPr>
        <p:spPr>
          <a:xfrm>
            <a:off x="7317096" y="5462350"/>
            <a:ext cx="4090660" cy="219456"/>
          </a:xfr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3 Activity 2</a:t>
            </a:r>
          </a:p>
        </p:txBody>
      </p:sp>
      <p:sp>
        <p:nvSpPr>
          <p:cNvPr id="43" name="Category 3 Activity 3">
            <a:extLst>
              <a:ext uri="{FF2B5EF4-FFF2-40B4-BE49-F238E27FC236}">
                <a16:creationId xmlns:a16="http://schemas.microsoft.com/office/drawing/2014/main" id="{8B802C76-3443-22C8-E8BB-1EF517472E6B}"/>
              </a:ext>
            </a:extLst>
          </p:cNvPr>
          <p:cNvSpPr>
            <a:spLocks noGrp="1"/>
          </p:cNvSpPr>
          <p:nvPr>
            <p:ph type="body" sz="quarter" idx="43" hasCustomPrompt="1"/>
          </p:nvPr>
        </p:nvSpPr>
        <p:spPr>
          <a:xfrm>
            <a:off x="10168177" y="5844441"/>
            <a:ext cx="1631971" cy="219456"/>
          </a:xfrm>
        </p:spPr>
        <p:txBody>
          <a:bodyPr anchor="ctr">
            <a:noAutofit/>
          </a:bodyPr>
          <a:lstStyle>
            <a:lvl1pPr marL="0" indent="0">
              <a:lnSpc>
                <a:spcPct val="100000"/>
              </a:lnSpc>
              <a:buNone/>
              <a:defRPr sz="1000" b="0" i="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Category 3 Activity 3</a:t>
            </a:r>
          </a:p>
        </p:txBody>
      </p:sp>
      <p:sp>
        <p:nvSpPr>
          <p:cNvPr id="2" name="Slide Subtitle">
            <a:extLst>
              <a:ext uri="{FF2B5EF4-FFF2-40B4-BE49-F238E27FC236}">
                <a16:creationId xmlns:a16="http://schemas.microsoft.com/office/drawing/2014/main" id="{458870C9-3CCA-E026-1C69-256C1D50566F}"/>
              </a:ext>
            </a:extLst>
          </p:cNvPr>
          <p:cNvSpPr>
            <a:spLocks noGrp="1"/>
          </p:cNvSpPr>
          <p:nvPr>
            <p:ph type="body" sz="quarter" idx="54"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7" name="Slide Title">
            <a:extLst>
              <a:ext uri="{FF2B5EF4-FFF2-40B4-BE49-F238E27FC236}">
                <a16:creationId xmlns:a16="http://schemas.microsoft.com/office/drawing/2014/main" id="{4D7F48A3-2DC0-D8AB-7608-8C0DF10119A5}"/>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
        <p:nvSpPr>
          <p:cNvPr id="45" name="ai generated label">
            <a:extLst>
              <a:ext uri="{FF2B5EF4-FFF2-40B4-BE49-F238E27FC236}">
                <a16:creationId xmlns:a16="http://schemas.microsoft.com/office/drawing/2014/main" id="{74CE4868-C4B3-DD5F-C6CE-314C8A591172}"/>
              </a:ext>
            </a:extLst>
          </p:cNvPr>
          <p:cNvSpPr>
            <a:spLocks noGrp="1"/>
          </p:cNvSpPr>
          <p:nvPr>
            <p:ph type="body" sz="quarter" idx="55"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1582669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ransition_slid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3E8B773-0BF8-15CE-E549-01AD9E47FEB8}"/>
              </a:ext>
            </a:extLst>
          </p:cNvPr>
          <p:cNvGrpSpPr>
            <a:grpSpLocks noChangeAspect="1"/>
          </p:cNvGrpSpPr>
          <p:nvPr userDrawn="1"/>
        </p:nvGrpSpPr>
        <p:grpSpPr>
          <a:xfrm>
            <a:off x="697375" y="2283037"/>
            <a:ext cx="273549" cy="395416"/>
            <a:chOff x="9207500" y="2944813"/>
            <a:chExt cx="334962" cy="484188"/>
          </a:xfrm>
          <a:solidFill>
            <a:schemeClr val="tx1"/>
          </a:solidFill>
        </p:grpSpPr>
        <p:sp>
          <p:nvSpPr>
            <p:cNvPr id="10" name="Freeform 374">
              <a:extLst>
                <a:ext uri="{FF2B5EF4-FFF2-40B4-BE49-F238E27FC236}">
                  <a16:creationId xmlns:a16="http://schemas.microsoft.com/office/drawing/2014/main" id="{5B4F7CB0-FF4F-456D-DD0D-B07B5767041D}"/>
                </a:ext>
              </a:extLst>
            </p:cNvPr>
            <p:cNvSpPr>
              <a:spLocks/>
            </p:cNvSpPr>
            <p:nvPr/>
          </p:nvSpPr>
          <p:spPr bwMode="auto">
            <a:xfrm>
              <a:off x="9207500" y="3287713"/>
              <a:ext cx="334962" cy="141288"/>
            </a:xfrm>
            <a:custGeom>
              <a:avLst/>
              <a:gdLst>
                <a:gd name="T0" fmla="*/ 158 w 159"/>
                <a:gd name="T1" fmla="*/ 60 h 67"/>
                <a:gd name="T2" fmla="*/ 136 w 159"/>
                <a:gd name="T3" fmla="*/ 3 h 67"/>
                <a:gd name="T4" fmla="*/ 132 w 159"/>
                <a:gd name="T5" fmla="*/ 0 h 67"/>
                <a:gd name="T6" fmla="*/ 118 w 159"/>
                <a:gd name="T7" fmla="*/ 0 h 67"/>
                <a:gd name="T8" fmla="*/ 113 w 159"/>
                <a:gd name="T9" fmla="*/ 5 h 67"/>
                <a:gd name="T10" fmla="*/ 118 w 159"/>
                <a:gd name="T11" fmla="*/ 10 h 67"/>
                <a:gd name="T12" fmla="*/ 128 w 159"/>
                <a:gd name="T13" fmla="*/ 10 h 67"/>
                <a:gd name="T14" fmla="*/ 147 w 159"/>
                <a:gd name="T15" fmla="*/ 57 h 67"/>
                <a:gd name="T16" fmla="*/ 12 w 159"/>
                <a:gd name="T17" fmla="*/ 57 h 67"/>
                <a:gd name="T18" fmla="*/ 31 w 159"/>
                <a:gd name="T19" fmla="*/ 10 h 67"/>
                <a:gd name="T20" fmla="*/ 42 w 159"/>
                <a:gd name="T21" fmla="*/ 10 h 67"/>
                <a:gd name="T22" fmla="*/ 46 w 159"/>
                <a:gd name="T23" fmla="*/ 5 h 67"/>
                <a:gd name="T24" fmla="*/ 42 w 159"/>
                <a:gd name="T25" fmla="*/ 0 h 67"/>
                <a:gd name="T26" fmla="*/ 28 w 159"/>
                <a:gd name="T27" fmla="*/ 0 h 67"/>
                <a:gd name="T28" fmla="*/ 24 w 159"/>
                <a:gd name="T29" fmla="*/ 3 h 67"/>
                <a:gd name="T30" fmla="*/ 1 w 159"/>
                <a:gd name="T31" fmla="*/ 60 h 67"/>
                <a:gd name="T32" fmla="*/ 2 w 159"/>
                <a:gd name="T33" fmla="*/ 65 h 67"/>
                <a:gd name="T34" fmla="*/ 5 w 159"/>
                <a:gd name="T35" fmla="*/ 67 h 67"/>
                <a:gd name="T36" fmla="*/ 154 w 159"/>
                <a:gd name="T37" fmla="*/ 67 h 67"/>
                <a:gd name="T38" fmla="*/ 158 w 159"/>
                <a:gd name="T39" fmla="*/ 65 h 67"/>
                <a:gd name="T40" fmla="*/ 158 w 159"/>
                <a:gd name="T41" fmla="*/ 6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9" h="67">
                  <a:moveTo>
                    <a:pt x="158" y="60"/>
                  </a:moveTo>
                  <a:cubicBezTo>
                    <a:pt x="136" y="3"/>
                    <a:pt x="136" y="3"/>
                    <a:pt x="136" y="3"/>
                  </a:cubicBezTo>
                  <a:cubicBezTo>
                    <a:pt x="135" y="2"/>
                    <a:pt x="133" y="0"/>
                    <a:pt x="132" y="0"/>
                  </a:cubicBezTo>
                  <a:cubicBezTo>
                    <a:pt x="118" y="0"/>
                    <a:pt x="118" y="0"/>
                    <a:pt x="118" y="0"/>
                  </a:cubicBezTo>
                  <a:cubicBezTo>
                    <a:pt x="115" y="0"/>
                    <a:pt x="113" y="3"/>
                    <a:pt x="113" y="5"/>
                  </a:cubicBezTo>
                  <a:cubicBezTo>
                    <a:pt x="113" y="8"/>
                    <a:pt x="115" y="10"/>
                    <a:pt x="118" y="10"/>
                  </a:cubicBezTo>
                  <a:cubicBezTo>
                    <a:pt x="128" y="10"/>
                    <a:pt x="128" y="10"/>
                    <a:pt x="128" y="10"/>
                  </a:cubicBezTo>
                  <a:cubicBezTo>
                    <a:pt x="147" y="57"/>
                    <a:pt x="147" y="57"/>
                    <a:pt x="147" y="57"/>
                  </a:cubicBezTo>
                  <a:cubicBezTo>
                    <a:pt x="12" y="57"/>
                    <a:pt x="12" y="57"/>
                    <a:pt x="12" y="57"/>
                  </a:cubicBezTo>
                  <a:cubicBezTo>
                    <a:pt x="31" y="10"/>
                    <a:pt x="31" y="10"/>
                    <a:pt x="31" y="10"/>
                  </a:cubicBezTo>
                  <a:cubicBezTo>
                    <a:pt x="42" y="10"/>
                    <a:pt x="42" y="10"/>
                    <a:pt x="42" y="10"/>
                  </a:cubicBezTo>
                  <a:cubicBezTo>
                    <a:pt x="44" y="10"/>
                    <a:pt x="46" y="8"/>
                    <a:pt x="46" y="5"/>
                  </a:cubicBezTo>
                  <a:cubicBezTo>
                    <a:pt x="46" y="3"/>
                    <a:pt x="44" y="0"/>
                    <a:pt x="42" y="0"/>
                  </a:cubicBezTo>
                  <a:cubicBezTo>
                    <a:pt x="28" y="0"/>
                    <a:pt x="28" y="0"/>
                    <a:pt x="28" y="0"/>
                  </a:cubicBezTo>
                  <a:cubicBezTo>
                    <a:pt x="26" y="0"/>
                    <a:pt x="24" y="2"/>
                    <a:pt x="24" y="3"/>
                  </a:cubicBezTo>
                  <a:cubicBezTo>
                    <a:pt x="1" y="60"/>
                    <a:pt x="1" y="60"/>
                    <a:pt x="1" y="60"/>
                  </a:cubicBezTo>
                  <a:cubicBezTo>
                    <a:pt x="0" y="62"/>
                    <a:pt x="1" y="63"/>
                    <a:pt x="2" y="65"/>
                  </a:cubicBezTo>
                  <a:cubicBezTo>
                    <a:pt x="2" y="66"/>
                    <a:pt x="4" y="67"/>
                    <a:pt x="5" y="67"/>
                  </a:cubicBezTo>
                  <a:cubicBezTo>
                    <a:pt x="154" y="67"/>
                    <a:pt x="154" y="67"/>
                    <a:pt x="154" y="67"/>
                  </a:cubicBezTo>
                  <a:cubicBezTo>
                    <a:pt x="156" y="67"/>
                    <a:pt x="157" y="66"/>
                    <a:pt x="158" y="65"/>
                  </a:cubicBezTo>
                  <a:cubicBezTo>
                    <a:pt x="159" y="63"/>
                    <a:pt x="159" y="62"/>
                    <a:pt x="158" y="6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Light"/>
                <a:ea typeface="+mn-ea"/>
                <a:cs typeface="+mn-cs"/>
              </a:endParaRPr>
            </a:p>
          </p:txBody>
        </p:sp>
        <p:sp>
          <p:nvSpPr>
            <p:cNvPr id="11" name="Freeform 375">
              <a:extLst>
                <a:ext uri="{FF2B5EF4-FFF2-40B4-BE49-F238E27FC236}">
                  <a16:creationId xmlns:a16="http://schemas.microsoft.com/office/drawing/2014/main" id="{F6DD9DE9-B23B-C970-D8BD-346D3726CA42}"/>
                </a:ext>
              </a:extLst>
            </p:cNvPr>
            <p:cNvSpPr>
              <a:spLocks noEditPoints="1"/>
            </p:cNvSpPr>
            <p:nvPr/>
          </p:nvSpPr>
          <p:spPr bwMode="auto">
            <a:xfrm>
              <a:off x="9318625" y="3022600"/>
              <a:ext cx="114300" cy="114300"/>
            </a:xfrm>
            <a:custGeom>
              <a:avLst/>
              <a:gdLst>
                <a:gd name="T0" fmla="*/ 54 w 54"/>
                <a:gd name="T1" fmla="*/ 27 h 54"/>
                <a:gd name="T2" fmla="*/ 27 w 54"/>
                <a:gd name="T3" fmla="*/ 0 h 54"/>
                <a:gd name="T4" fmla="*/ 0 w 54"/>
                <a:gd name="T5" fmla="*/ 27 h 54"/>
                <a:gd name="T6" fmla="*/ 27 w 54"/>
                <a:gd name="T7" fmla="*/ 54 h 54"/>
                <a:gd name="T8" fmla="*/ 54 w 54"/>
                <a:gd name="T9" fmla="*/ 27 h 54"/>
                <a:gd name="T10" fmla="*/ 27 w 54"/>
                <a:gd name="T11" fmla="*/ 44 h 54"/>
                <a:gd name="T12" fmla="*/ 9 w 54"/>
                <a:gd name="T13" fmla="*/ 27 h 54"/>
                <a:gd name="T14" fmla="*/ 27 w 54"/>
                <a:gd name="T15" fmla="*/ 9 h 54"/>
                <a:gd name="T16" fmla="*/ 44 w 54"/>
                <a:gd name="T17" fmla="*/ 27 h 54"/>
                <a:gd name="T18" fmla="*/ 27 w 54"/>
                <a:gd name="T19" fmla="*/ 4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54">
                  <a:moveTo>
                    <a:pt x="54" y="27"/>
                  </a:moveTo>
                  <a:cubicBezTo>
                    <a:pt x="54" y="12"/>
                    <a:pt x="42" y="0"/>
                    <a:pt x="27" y="0"/>
                  </a:cubicBezTo>
                  <a:cubicBezTo>
                    <a:pt x="12" y="0"/>
                    <a:pt x="0" y="12"/>
                    <a:pt x="0" y="27"/>
                  </a:cubicBezTo>
                  <a:cubicBezTo>
                    <a:pt x="0" y="42"/>
                    <a:pt x="12" y="54"/>
                    <a:pt x="27" y="54"/>
                  </a:cubicBezTo>
                  <a:cubicBezTo>
                    <a:pt x="42" y="54"/>
                    <a:pt x="54" y="42"/>
                    <a:pt x="54" y="27"/>
                  </a:cubicBezTo>
                  <a:close/>
                  <a:moveTo>
                    <a:pt x="27" y="44"/>
                  </a:moveTo>
                  <a:cubicBezTo>
                    <a:pt x="17" y="44"/>
                    <a:pt x="9" y="36"/>
                    <a:pt x="9" y="27"/>
                  </a:cubicBezTo>
                  <a:cubicBezTo>
                    <a:pt x="9" y="17"/>
                    <a:pt x="17" y="9"/>
                    <a:pt x="27" y="9"/>
                  </a:cubicBezTo>
                  <a:cubicBezTo>
                    <a:pt x="36" y="9"/>
                    <a:pt x="44" y="17"/>
                    <a:pt x="44" y="27"/>
                  </a:cubicBezTo>
                  <a:cubicBezTo>
                    <a:pt x="44" y="36"/>
                    <a:pt x="36" y="44"/>
                    <a:pt x="27" y="4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Light"/>
                <a:ea typeface="+mn-ea"/>
                <a:cs typeface="+mn-cs"/>
              </a:endParaRPr>
            </a:p>
          </p:txBody>
        </p:sp>
        <p:sp>
          <p:nvSpPr>
            <p:cNvPr id="12" name="Freeform 376">
              <a:extLst>
                <a:ext uri="{FF2B5EF4-FFF2-40B4-BE49-F238E27FC236}">
                  <a16:creationId xmlns:a16="http://schemas.microsoft.com/office/drawing/2014/main" id="{DA9E27D4-3245-E48F-DD87-44F9FF82E7D8}"/>
                </a:ext>
              </a:extLst>
            </p:cNvPr>
            <p:cNvSpPr>
              <a:spLocks noEditPoints="1"/>
            </p:cNvSpPr>
            <p:nvPr/>
          </p:nvSpPr>
          <p:spPr bwMode="auto">
            <a:xfrm>
              <a:off x="9234488" y="2944813"/>
              <a:ext cx="280987" cy="420688"/>
            </a:xfrm>
            <a:custGeom>
              <a:avLst/>
              <a:gdLst>
                <a:gd name="T0" fmla="*/ 67 w 133"/>
                <a:gd name="T1" fmla="*/ 200 h 200"/>
                <a:gd name="T2" fmla="*/ 71 w 133"/>
                <a:gd name="T3" fmla="*/ 198 h 200"/>
                <a:gd name="T4" fmla="*/ 133 w 133"/>
                <a:gd name="T5" fmla="*/ 67 h 200"/>
                <a:gd name="T6" fmla="*/ 67 w 133"/>
                <a:gd name="T7" fmla="*/ 0 h 200"/>
                <a:gd name="T8" fmla="*/ 0 w 133"/>
                <a:gd name="T9" fmla="*/ 67 h 200"/>
                <a:gd name="T10" fmla="*/ 63 w 133"/>
                <a:gd name="T11" fmla="*/ 198 h 200"/>
                <a:gd name="T12" fmla="*/ 67 w 133"/>
                <a:gd name="T13" fmla="*/ 200 h 200"/>
                <a:gd name="T14" fmla="*/ 67 w 133"/>
                <a:gd name="T15" fmla="*/ 10 h 200"/>
                <a:gd name="T16" fmla="*/ 124 w 133"/>
                <a:gd name="T17" fmla="*/ 67 h 200"/>
                <a:gd name="T18" fmla="*/ 67 w 133"/>
                <a:gd name="T19" fmla="*/ 186 h 200"/>
                <a:gd name="T20" fmla="*/ 10 w 133"/>
                <a:gd name="T21" fmla="*/ 67 h 200"/>
                <a:gd name="T22" fmla="*/ 67 w 133"/>
                <a:gd name="T23" fmla="*/ 1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3" h="200">
                  <a:moveTo>
                    <a:pt x="67" y="200"/>
                  </a:moveTo>
                  <a:cubicBezTo>
                    <a:pt x="68" y="200"/>
                    <a:pt x="70" y="199"/>
                    <a:pt x="71" y="198"/>
                  </a:cubicBezTo>
                  <a:cubicBezTo>
                    <a:pt x="73" y="194"/>
                    <a:pt x="133" y="102"/>
                    <a:pt x="133" y="67"/>
                  </a:cubicBezTo>
                  <a:cubicBezTo>
                    <a:pt x="133" y="30"/>
                    <a:pt x="103" y="0"/>
                    <a:pt x="67" y="0"/>
                  </a:cubicBezTo>
                  <a:cubicBezTo>
                    <a:pt x="30" y="0"/>
                    <a:pt x="0" y="30"/>
                    <a:pt x="0" y="67"/>
                  </a:cubicBezTo>
                  <a:cubicBezTo>
                    <a:pt x="0" y="102"/>
                    <a:pt x="60" y="194"/>
                    <a:pt x="63" y="198"/>
                  </a:cubicBezTo>
                  <a:cubicBezTo>
                    <a:pt x="64" y="199"/>
                    <a:pt x="65" y="200"/>
                    <a:pt x="67" y="200"/>
                  </a:cubicBezTo>
                  <a:close/>
                  <a:moveTo>
                    <a:pt x="67" y="10"/>
                  </a:moveTo>
                  <a:cubicBezTo>
                    <a:pt x="98" y="10"/>
                    <a:pt x="124" y="35"/>
                    <a:pt x="124" y="67"/>
                  </a:cubicBezTo>
                  <a:cubicBezTo>
                    <a:pt x="124" y="94"/>
                    <a:pt x="80" y="165"/>
                    <a:pt x="67" y="186"/>
                  </a:cubicBezTo>
                  <a:cubicBezTo>
                    <a:pt x="53" y="165"/>
                    <a:pt x="10" y="94"/>
                    <a:pt x="10" y="67"/>
                  </a:cubicBezTo>
                  <a:cubicBezTo>
                    <a:pt x="10" y="35"/>
                    <a:pt x="35" y="10"/>
                    <a:pt x="67" y="1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Light"/>
                <a:ea typeface="+mn-ea"/>
                <a:cs typeface="+mn-cs"/>
              </a:endParaRPr>
            </a:p>
          </p:txBody>
        </p:sp>
      </p:grpSp>
      <p:grpSp>
        <p:nvGrpSpPr>
          <p:cNvPr id="13" name="Group 12">
            <a:extLst>
              <a:ext uri="{FF2B5EF4-FFF2-40B4-BE49-F238E27FC236}">
                <a16:creationId xmlns:a16="http://schemas.microsoft.com/office/drawing/2014/main" id="{6CEB011A-8F18-0EC3-E387-FA1677AD2CB2}"/>
              </a:ext>
            </a:extLst>
          </p:cNvPr>
          <p:cNvGrpSpPr>
            <a:grpSpLocks noChangeAspect="1"/>
          </p:cNvGrpSpPr>
          <p:nvPr userDrawn="1"/>
        </p:nvGrpSpPr>
        <p:grpSpPr>
          <a:xfrm>
            <a:off x="6384874" y="2295962"/>
            <a:ext cx="420325" cy="444274"/>
            <a:chOff x="11280776" y="3148013"/>
            <a:chExt cx="557213" cy="588962"/>
          </a:xfrm>
          <a:solidFill>
            <a:srgbClr val="046A38"/>
          </a:solidFill>
        </p:grpSpPr>
        <p:sp>
          <p:nvSpPr>
            <p:cNvPr id="14" name="Freeform 532">
              <a:extLst>
                <a:ext uri="{FF2B5EF4-FFF2-40B4-BE49-F238E27FC236}">
                  <a16:creationId xmlns:a16="http://schemas.microsoft.com/office/drawing/2014/main" id="{5157ED9D-E77C-099D-5444-D5D929E64A92}"/>
                </a:ext>
              </a:extLst>
            </p:cNvPr>
            <p:cNvSpPr>
              <a:spLocks noEditPoints="1"/>
            </p:cNvSpPr>
            <p:nvPr/>
          </p:nvSpPr>
          <p:spPr bwMode="auto">
            <a:xfrm>
              <a:off x="11280776" y="3148013"/>
              <a:ext cx="557213" cy="588962"/>
            </a:xfrm>
            <a:custGeom>
              <a:avLst/>
              <a:gdLst>
                <a:gd name="T0" fmla="*/ 222 w 225"/>
                <a:gd name="T1" fmla="*/ 12 h 238"/>
                <a:gd name="T2" fmla="*/ 174 w 225"/>
                <a:gd name="T3" fmla="*/ 1 h 238"/>
                <a:gd name="T4" fmla="*/ 171 w 225"/>
                <a:gd name="T5" fmla="*/ 1 h 238"/>
                <a:gd name="T6" fmla="*/ 114 w 225"/>
                <a:gd name="T7" fmla="*/ 27 h 238"/>
                <a:gd name="T8" fmla="*/ 61 w 225"/>
                <a:gd name="T9" fmla="*/ 5 h 238"/>
                <a:gd name="T10" fmla="*/ 58 w 225"/>
                <a:gd name="T11" fmla="*/ 5 h 238"/>
                <a:gd name="T12" fmla="*/ 3 w 225"/>
                <a:gd name="T13" fmla="*/ 27 h 238"/>
                <a:gd name="T14" fmla="*/ 0 w 225"/>
                <a:gd name="T15" fmla="*/ 31 h 238"/>
                <a:gd name="T16" fmla="*/ 0 w 225"/>
                <a:gd name="T17" fmla="*/ 182 h 238"/>
                <a:gd name="T18" fmla="*/ 2 w 225"/>
                <a:gd name="T19" fmla="*/ 186 h 238"/>
                <a:gd name="T20" fmla="*/ 6 w 225"/>
                <a:gd name="T21" fmla="*/ 187 h 238"/>
                <a:gd name="T22" fmla="*/ 60 w 225"/>
                <a:gd name="T23" fmla="*/ 166 h 238"/>
                <a:gd name="T24" fmla="*/ 112 w 225"/>
                <a:gd name="T25" fmla="*/ 188 h 238"/>
                <a:gd name="T26" fmla="*/ 114 w 225"/>
                <a:gd name="T27" fmla="*/ 188 h 238"/>
                <a:gd name="T28" fmla="*/ 116 w 225"/>
                <a:gd name="T29" fmla="*/ 188 h 238"/>
                <a:gd name="T30" fmla="*/ 124 w 225"/>
                <a:gd name="T31" fmla="*/ 184 h 238"/>
                <a:gd name="T32" fmla="*/ 154 w 225"/>
                <a:gd name="T33" fmla="*/ 236 h 238"/>
                <a:gd name="T34" fmla="*/ 158 w 225"/>
                <a:gd name="T35" fmla="*/ 238 h 238"/>
                <a:gd name="T36" fmla="*/ 162 w 225"/>
                <a:gd name="T37" fmla="*/ 236 h 238"/>
                <a:gd name="T38" fmla="*/ 199 w 225"/>
                <a:gd name="T39" fmla="*/ 168 h 238"/>
                <a:gd name="T40" fmla="*/ 220 w 225"/>
                <a:gd name="T41" fmla="*/ 172 h 238"/>
                <a:gd name="T42" fmla="*/ 224 w 225"/>
                <a:gd name="T43" fmla="*/ 171 h 238"/>
                <a:gd name="T44" fmla="*/ 225 w 225"/>
                <a:gd name="T45" fmla="*/ 168 h 238"/>
                <a:gd name="T46" fmla="*/ 225 w 225"/>
                <a:gd name="T47" fmla="*/ 16 h 238"/>
                <a:gd name="T48" fmla="*/ 222 w 225"/>
                <a:gd name="T49" fmla="*/ 12 h 238"/>
                <a:gd name="T50" fmla="*/ 158 w 225"/>
                <a:gd name="T51" fmla="*/ 224 h 238"/>
                <a:gd name="T52" fmla="*/ 119 w 225"/>
                <a:gd name="T53" fmla="*/ 144 h 238"/>
                <a:gd name="T54" fmla="*/ 158 w 225"/>
                <a:gd name="T55" fmla="*/ 106 h 238"/>
                <a:gd name="T56" fmla="*/ 196 w 225"/>
                <a:gd name="T57" fmla="*/ 144 h 238"/>
                <a:gd name="T58" fmla="*/ 158 w 225"/>
                <a:gd name="T59" fmla="*/ 224 h 238"/>
                <a:gd name="T60" fmla="*/ 216 w 225"/>
                <a:gd name="T61" fmla="*/ 162 h 238"/>
                <a:gd name="T62" fmla="*/ 202 w 225"/>
                <a:gd name="T63" fmla="*/ 159 h 238"/>
                <a:gd name="T64" fmla="*/ 205 w 225"/>
                <a:gd name="T65" fmla="*/ 144 h 238"/>
                <a:gd name="T66" fmla="*/ 158 w 225"/>
                <a:gd name="T67" fmla="*/ 96 h 238"/>
                <a:gd name="T68" fmla="*/ 110 w 225"/>
                <a:gd name="T69" fmla="*/ 144 h 238"/>
                <a:gd name="T70" fmla="*/ 120 w 225"/>
                <a:gd name="T71" fmla="*/ 176 h 238"/>
                <a:gd name="T72" fmla="*/ 114 w 225"/>
                <a:gd name="T73" fmla="*/ 178 h 238"/>
                <a:gd name="T74" fmla="*/ 61 w 225"/>
                <a:gd name="T75" fmla="*/ 157 h 238"/>
                <a:gd name="T76" fmla="*/ 60 w 225"/>
                <a:gd name="T77" fmla="*/ 156 h 238"/>
                <a:gd name="T78" fmla="*/ 58 w 225"/>
                <a:gd name="T79" fmla="*/ 156 h 238"/>
                <a:gd name="T80" fmla="*/ 9 w 225"/>
                <a:gd name="T81" fmla="*/ 175 h 238"/>
                <a:gd name="T82" fmla="*/ 9 w 225"/>
                <a:gd name="T83" fmla="*/ 34 h 238"/>
                <a:gd name="T84" fmla="*/ 60 w 225"/>
                <a:gd name="T85" fmla="*/ 15 h 238"/>
                <a:gd name="T86" fmla="*/ 112 w 225"/>
                <a:gd name="T87" fmla="*/ 37 h 238"/>
                <a:gd name="T88" fmla="*/ 116 w 225"/>
                <a:gd name="T89" fmla="*/ 37 h 238"/>
                <a:gd name="T90" fmla="*/ 174 w 225"/>
                <a:gd name="T91" fmla="*/ 10 h 238"/>
                <a:gd name="T92" fmla="*/ 216 w 225"/>
                <a:gd name="T93" fmla="*/ 20 h 238"/>
                <a:gd name="T94" fmla="*/ 216 w 225"/>
                <a:gd name="T95" fmla="*/ 162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5" h="238">
                  <a:moveTo>
                    <a:pt x="222" y="12"/>
                  </a:moveTo>
                  <a:cubicBezTo>
                    <a:pt x="174" y="1"/>
                    <a:pt x="174" y="1"/>
                    <a:pt x="174" y="1"/>
                  </a:cubicBezTo>
                  <a:cubicBezTo>
                    <a:pt x="173" y="0"/>
                    <a:pt x="172" y="0"/>
                    <a:pt x="171" y="1"/>
                  </a:cubicBezTo>
                  <a:cubicBezTo>
                    <a:pt x="114" y="27"/>
                    <a:pt x="114" y="27"/>
                    <a:pt x="114" y="27"/>
                  </a:cubicBezTo>
                  <a:cubicBezTo>
                    <a:pt x="61" y="5"/>
                    <a:pt x="61" y="5"/>
                    <a:pt x="61" y="5"/>
                  </a:cubicBezTo>
                  <a:cubicBezTo>
                    <a:pt x="60" y="5"/>
                    <a:pt x="59" y="5"/>
                    <a:pt x="58" y="5"/>
                  </a:cubicBezTo>
                  <a:cubicBezTo>
                    <a:pt x="3" y="27"/>
                    <a:pt x="3" y="27"/>
                    <a:pt x="3" y="27"/>
                  </a:cubicBezTo>
                  <a:cubicBezTo>
                    <a:pt x="1" y="27"/>
                    <a:pt x="0" y="29"/>
                    <a:pt x="0" y="31"/>
                  </a:cubicBezTo>
                  <a:cubicBezTo>
                    <a:pt x="0" y="182"/>
                    <a:pt x="0" y="182"/>
                    <a:pt x="0" y="182"/>
                  </a:cubicBezTo>
                  <a:cubicBezTo>
                    <a:pt x="0" y="184"/>
                    <a:pt x="0" y="185"/>
                    <a:pt x="2" y="186"/>
                  </a:cubicBezTo>
                  <a:cubicBezTo>
                    <a:pt x="3" y="187"/>
                    <a:pt x="5" y="187"/>
                    <a:pt x="6" y="187"/>
                  </a:cubicBezTo>
                  <a:cubicBezTo>
                    <a:pt x="60" y="166"/>
                    <a:pt x="60" y="166"/>
                    <a:pt x="60" y="166"/>
                  </a:cubicBezTo>
                  <a:cubicBezTo>
                    <a:pt x="112" y="188"/>
                    <a:pt x="112" y="188"/>
                    <a:pt x="112" y="188"/>
                  </a:cubicBezTo>
                  <a:cubicBezTo>
                    <a:pt x="113" y="188"/>
                    <a:pt x="113" y="188"/>
                    <a:pt x="114" y="188"/>
                  </a:cubicBezTo>
                  <a:cubicBezTo>
                    <a:pt x="115" y="188"/>
                    <a:pt x="115" y="188"/>
                    <a:pt x="116" y="188"/>
                  </a:cubicBezTo>
                  <a:cubicBezTo>
                    <a:pt x="124" y="184"/>
                    <a:pt x="124" y="184"/>
                    <a:pt x="124" y="184"/>
                  </a:cubicBezTo>
                  <a:cubicBezTo>
                    <a:pt x="136" y="208"/>
                    <a:pt x="151" y="232"/>
                    <a:pt x="154" y="236"/>
                  </a:cubicBezTo>
                  <a:cubicBezTo>
                    <a:pt x="154" y="237"/>
                    <a:pt x="156" y="238"/>
                    <a:pt x="158" y="238"/>
                  </a:cubicBezTo>
                  <a:cubicBezTo>
                    <a:pt x="159" y="238"/>
                    <a:pt x="161" y="237"/>
                    <a:pt x="162" y="236"/>
                  </a:cubicBezTo>
                  <a:cubicBezTo>
                    <a:pt x="165" y="231"/>
                    <a:pt x="188" y="195"/>
                    <a:pt x="199" y="168"/>
                  </a:cubicBezTo>
                  <a:cubicBezTo>
                    <a:pt x="220" y="172"/>
                    <a:pt x="220" y="172"/>
                    <a:pt x="220" y="172"/>
                  </a:cubicBezTo>
                  <a:cubicBezTo>
                    <a:pt x="221" y="173"/>
                    <a:pt x="222" y="172"/>
                    <a:pt x="224" y="171"/>
                  </a:cubicBezTo>
                  <a:cubicBezTo>
                    <a:pt x="225" y="170"/>
                    <a:pt x="225" y="169"/>
                    <a:pt x="225" y="168"/>
                  </a:cubicBezTo>
                  <a:cubicBezTo>
                    <a:pt x="225" y="16"/>
                    <a:pt x="225" y="16"/>
                    <a:pt x="225" y="16"/>
                  </a:cubicBezTo>
                  <a:cubicBezTo>
                    <a:pt x="225" y="14"/>
                    <a:pt x="224" y="12"/>
                    <a:pt x="222" y="12"/>
                  </a:cubicBezTo>
                  <a:close/>
                  <a:moveTo>
                    <a:pt x="158" y="224"/>
                  </a:moveTo>
                  <a:cubicBezTo>
                    <a:pt x="144" y="203"/>
                    <a:pt x="119" y="160"/>
                    <a:pt x="119" y="144"/>
                  </a:cubicBezTo>
                  <a:cubicBezTo>
                    <a:pt x="119" y="123"/>
                    <a:pt x="136" y="106"/>
                    <a:pt x="158" y="106"/>
                  </a:cubicBezTo>
                  <a:cubicBezTo>
                    <a:pt x="179" y="106"/>
                    <a:pt x="196" y="123"/>
                    <a:pt x="196" y="144"/>
                  </a:cubicBezTo>
                  <a:cubicBezTo>
                    <a:pt x="196" y="160"/>
                    <a:pt x="171" y="203"/>
                    <a:pt x="158" y="224"/>
                  </a:cubicBezTo>
                  <a:close/>
                  <a:moveTo>
                    <a:pt x="216" y="162"/>
                  </a:moveTo>
                  <a:cubicBezTo>
                    <a:pt x="202" y="159"/>
                    <a:pt x="202" y="159"/>
                    <a:pt x="202" y="159"/>
                  </a:cubicBezTo>
                  <a:cubicBezTo>
                    <a:pt x="204" y="153"/>
                    <a:pt x="205" y="148"/>
                    <a:pt x="205" y="144"/>
                  </a:cubicBezTo>
                  <a:cubicBezTo>
                    <a:pt x="205" y="117"/>
                    <a:pt x="184" y="96"/>
                    <a:pt x="158" y="96"/>
                  </a:cubicBezTo>
                  <a:cubicBezTo>
                    <a:pt x="131" y="96"/>
                    <a:pt x="110" y="117"/>
                    <a:pt x="110" y="144"/>
                  </a:cubicBezTo>
                  <a:cubicBezTo>
                    <a:pt x="110" y="152"/>
                    <a:pt x="114" y="163"/>
                    <a:pt x="120" y="176"/>
                  </a:cubicBezTo>
                  <a:cubicBezTo>
                    <a:pt x="114" y="178"/>
                    <a:pt x="114" y="178"/>
                    <a:pt x="114" y="178"/>
                  </a:cubicBezTo>
                  <a:cubicBezTo>
                    <a:pt x="61" y="157"/>
                    <a:pt x="61" y="157"/>
                    <a:pt x="61" y="157"/>
                  </a:cubicBezTo>
                  <a:cubicBezTo>
                    <a:pt x="61" y="156"/>
                    <a:pt x="60" y="156"/>
                    <a:pt x="60" y="156"/>
                  </a:cubicBezTo>
                  <a:cubicBezTo>
                    <a:pt x="59" y="156"/>
                    <a:pt x="58" y="156"/>
                    <a:pt x="58" y="156"/>
                  </a:cubicBezTo>
                  <a:cubicBezTo>
                    <a:pt x="9" y="175"/>
                    <a:pt x="9" y="175"/>
                    <a:pt x="9" y="175"/>
                  </a:cubicBezTo>
                  <a:cubicBezTo>
                    <a:pt x="9" y="34"/>
                    <a:pt x="9" y="34"/>
                    <a:pt x="9" y="34"/>
                  </a:cubicBezTo>
                  <a:cubicBezTo>
                    <a:pt x="60" y="15"/>
                    <a:pt x="60" y="15"/>
                    <a:pt x="60" y="15"/>
                  </a:cubicBezTo>
                  <a:cubicBezTo>
                    <a:pt x="112" y="37"/>
                    <a:pt x="112" y="37"/>
                    <a:pt x="112" y="37"/>
                  </a:cubicBezTo>
                  <a:cubicBezTo>
                    <a:pt x="113" y="37"/>
                    <a:pt x="115" y="37"/>
                    <a:pt x="116" y="37"/>
                  </a:cubicBezTo>
                  <a:cubicBezTo>
                    <a:pt x="174" y="10"/>
                    <a:pt x="174" y="10"/>
                    <a:pt x="174" y="10"/>
                  </a:cubicBezTo>
                  <a:cubicBezTo>
                    <a:pt x="216" y="20"/>
                    <a:pt x="216" y="20"/>
                    <a:pt x="216" y="20"/>
                  </a:cubicBezTo>
                  <a:lnTo>
                    <a:pt x="216" y="16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Light"/>
                <a:ea typeface="+mn-ea"/>
                <a:cs typeface="+mn-cs"/>
              </a:endParaRPr>
            </a:p>
          </p:txBody>
        </p:sp>
        <p:sp>
          <p:nvSpPr>
            <p:cNvPr id="15" name="Freeform 533">
              <a:extLst>
                <a:ext uri="{FF2B5EF4-FFF2-40B4-BE49-F238E27FC236}">
                  <a16:creationId xmlns:a16="http://schemas.microsoft.com/office/drawing/2014/main" id="{3C484DE5-0A8F-1D21-DE20-E68B0240E712}"/>
                </a:ext>
              </a:extLst>
            </p:cNvPr>
            <p:cNvSpPr>
              <a:spLocks/>
            </p:cNvSpPr>
            <p:nvPr/>
          </p:nvSpPr>
          <p:spPr bwMode="auto">
            <a:xfrm>
              <a:off x="11417301" y="3232150"/>
              <a:ext cx="22225" cy="260350"/>
            </a:xfrm>
            <a:custGeom>
              <a:avLst/>
              <a:gdLst>
                <a:gd name="T0" fmla="*/ 5 w 9"/>
                <a:gd name="T1" fmla="*/ 0 h 105"/>
                <a:gd name="T2" fmla="*/ 0 w 9"/>
                <a:gd name="T3" fmla="*/ 5 h 105"/>
                <a:gd name="T4" fmla="*/ 0 w 9"/>
                <a:gd name="T5" fmla="*/ 101 h 105"/>
                <a:gd name="T6" fmla="*/ 5 w 9"/>
                <a:gd name="T7" fmla="*/ 105 h 105"/>
                <a:gd name="T8" fmla="*/ 9 w 9"/>
                <a:gd name="T9" fmla="*/ 101 h 105"/>
                <a:gd name="T10" fmla="*/ 9 w 9"/>
                <a:gd name="T11" fmla="*/ 5 h 105"/>
                <a:gd name="T12" fmla="*/ 5 w 9"/>
                <a:gd name="T13" fmla="*/ 0 h 105"/>
              </a:gdLst>
              <a:ahLst/>
              <a:cxnLst>
                <a:cxn ang="0">
                  <a:pos x="T0" y="T1"/>
                </a:cxn>
                <a:cxn ang="0">
                  <a:pos x="T2" y="T3"/>
                </a:cxn>
                <a:cxn ang="0">
                  <a:pos x="T4" y="T5"/>
                </a:cxn>
                <a:cxn ang="0">
                  <a:pos x="T6" y="T7"/>
                </a:cxn>
                <a:cxn ang="0">
                  <a:pos x="T8" y="T9"/>
                </a:cxn>
                <a:cxn ang="0">
                  <a:pos x="T10" y="T11"/>
                </a:cxn>
                <a:cxn ang="0">
                  <a:pos x="T12" y="T13"/>
                </a:cxn>
              </a:cxnLst>
              <a:rect l="0" t="0" r="r" b="b"/>
              <a:pathLst>
                <a:path w="9" h="105">
                  <a:moveTo>
                    <a:pt x="5" y="0"/>
                  </a:moveTo>
                  <a:cubicBezTo>
                    <a:pt x="2" y="0"/>
                    <a:pt x="0" y="2"/>
                    <a:pt x="0" y="5"/>
                  </a:cubicBezTo>
                  <a:cubicBezTo>
                    <a:pt x="0" y="101"/>
                    <a:pt x="0" y="101"/>
                    <a:pt x="0" y="101"/>
                  </a:cubicBezTo>
                  <a:cubicBezTo>
                    <a:pt x="0" y="103"/>
                    <a:pt x="2" y="105"/>
                    <a:pt x="5" y="105"/>
                  </a:cubicBezTo>
                  <a:cubicBezTo>
                    <a:pt x="7" y="105"/>
                    <a:pt x="9" y="103"/>
                    <a:pt x="9" y="101"/>
                  </a:cubicBezTo>
                  <a:cubicBezTo>
                    <a:pt x="9" y="5"/>
                    <a:pt x="9" y="5"/>
                    <a:pt x="9" y="5"/>
                  </a:cubicBezTo>
                  <a:cubicBezTo>
                    <a:pt x="9" y="2"/>
                    <a:pt x="7" y="0"/>
                    <a:pt x="5"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Light"/>
                <a:ea typeface="+mn-ea"/>
                <a:cs typeface="+mn-cs"/>
              </a:endParaRPr>
            </a:p>
          </p:txBody>
        </p:sp>
        <p:sp>
          <p:nvSpPr>
            <p:cNvPr id="16" name="Freeform 534">
              <a:extLst>
                <a:ext uri="{FF2B5EF4-FFF2-40B4-BE49-F238E27FC236}">
                  <a16:creationId xmlns:a16="http://schemas.microsoft.com/office/drawing/2014/main" id="{2CFF5A7E-7B9E-29D4-BD78-573529598B5B}"/>
                </a:ext>
              </a:extLst>
            </p:cNvPr>
            <p:cNvSpPr>
              <a:spLocks/>
            </p:cNvSpPr>
            <p:nvPr/>
          </p:nvSpPr>
          <p:spPr bwMode="auto">
            <a:xfrm>
              <a:off x="11550651" y="3276600"/>
              <a:ext cx="25400" cy="115887"/>
            </a:xfrm>
            <a:custGeom>
              <a:avLst/>
              <a:gdLst>
                <a:gd name="T0" fmla="*/ 5 w 10"/>
                <a:gd name="T1" fmla="*/ 0 h 47"/>
                <a:gd name="T2" fmla="*/ 0 w 10"/>
                <a:gd name="T3" fmla="*/ 5 h 47"/>
                <a:gd name="T4" fmla="*/ 0 w 10"/>
                <a:gd name="T5" fmla="*/ 42 h 47"/>
                <a:gd name="T6" fmla="*/ 5 w 10"/>
                <a:gd name="T7" fmla="*/ 47 h 47"/>
                <a:gd name="T8" fmla="*/ 10 w 10"/>
                <a:gd name="T9" fmla="*/ 42 h 47"/>
                <a:gd name="T10" fmla="*/ 10 w 10"/>
                <a:gd name="T11" fmla="*/ 5 h 47"/>
                <a:gd name="T12" fmla="*/ 5 w 10"/>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 h="47">
                  <a:moveTo>
                    <a:pt x="5" y="0"/>
                  </a:moveTo>
                  <a:cubicBezTo>
                    <a:pt x="2" y="0"/>
                    <a:pt x="0" y="3"/>
                    <a:pt x="0" y="5"/>
                  </a:cubicBezTo>
                  <a:cubicBezTo>
                    <a:pt x="0" y="42"/>
                    <a:pt x="0" y="42"/>
                    <a:pt x="0" y="42"/>
                  </a:cubicBezTo>
                  <a:cubicBezTo>
                    <a:pt x="0" y="44"/>
                    <a:pt x="2" y="47"/>
                    <a:pt x="5" y="47"/>
                  </a:cubicBezTo>
                  <a:cubicBezTo>
                    <a:pt x="8" y="47"/>
                    <a:pt x="10" y="44"/>
                    <a:pt x="10" y="42"/>
                  </a:cubicBezTo>
                  <a:cubicBezTo>
                    <a:pt x="10" y="5"/>
                    <a:pt x="10" y="5"/>
                    <a:pt x="10" y="5"/>
                  </a:cubicBezTo>
                  <a:cubicBezTo>
                    <a:pt x="10" y="3"/>
                    <a:pt x="8" y="0"/>
                    <a:pt x="5"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Light"/>
                <a:ea typeface="+mn-ea"/>
                <a:cs typeface="+mn-cs"/>
              </a:endParaRPr>
            </a:p>
          </p:txBody>
        </p:sp>
        <p:sp>
          <p:nvSpPr>
            <p:cNvPr id="17" name="Freeform 535">
              <a:extLst>
                <a:ext uri="{FF2B5EF4-FFF2-40B4-BE49-F238E27FC236}">
                  <a16:creationId xmlns:a16="http://schemas.microsoft.com/office/drawing/2014/main" id="{3D4B2CEA-6A16-3F05-9259-0B8E4A1EEB01}"/>
                </a:ext>
              </a:extLst>
            </p:cNvPr>
            <p:cNvSpPr>
              <a:spLocks/>
            </p:cNvSpPr>
            <p:nvPr/>
          </p:nvSpPr>
          <p:spPr bwMode="auto">
            <a:xfrm>
              <a:off x="11699876" y="3214688"/>
              <a:ext cx="25400" cy="142875"/>
            </a:xfrm>
            <a:custGeom>
              <a:avLst/>
              <a:gdLst>
                <a:gd name="T0" fmla="*/ 0 w 10"/>
                <a:gd name="T1" fmla="*/ 5 h 58"/>
                <a:gd name="T2" fmla="*/ 0 w 10"/>
                <a:gd name="T3" fmla="*/ 53 h 58"/>
                <a:gd name="T4" fmla="*/ 5 w 10"/>
                <a:gd name="T5" fmla="*/ 58 h 58"/>
                <a:gd name="T6" fmla="*/ 10 w 10"/>
                <a:gd name="T7" fmla="*/ 53 h 58"/>
                <a:gd name="T8" fmla="*/ 10 w 10"/>
                <a:gd name="T9" fmla="*/ 5 h 58"/>
                <a:gd name="T10" fmla="*/ 5 w 10"/>
                <a:gd name="T11" fmla="*/ 0 h 58"/>
                <a:gd name="T12" fmla="*/ 0 w 10"/>
                <a:gd name="T13" fmla="*/ 5 h 58"/>
              </a:gdLst>
              <a:ahLst/>
              <a:cxnLst>
                <a:cxn ang="0">
                  <a:pos x="T0" y="T1"/>
                </a:cxn>
                <a:cxn ang="0">
                  <a:pos x="T2" y="T3"/>
                </a:cxn>
                <a:cxn ang="0">
                  <a:pos x="T4" y="T5"/>
                </a:cxn>
                <a:cxn ang="0">
                  <a:pos x="T6" y="T7"/>
                </a:cxn>
                <a:cxn ang="0">
                  <a:pos x="T8" y="T9"/>
                </a:cxn>
                <a:cxn ang="0">
                  <a:pos x="T10" y="T11"/>
                </a:cxn>
                <a:cxn ang="0">
                  <a:pos x="T12" y="T13"/>
                </a:cxn>
              </a:cxnLst>
              <a:rect l="0" t="0" r="r" b="b"/>
              <a:pathLst>
                <a:path w="10" h="58">
                  <a:moveTo>
                    <a:pt x="0" y="5"/>
                  </a:moveTo>
                  <a:cubicBezTo>
                    <a:pt x="0" y="53"/>
                    <a:pt x="0" y="53"/>
                    <a:pt x="0" y="53"/>
                  </a:cubicBezTo>
                  <a:cubicBezTo>
                    <a:pt x="0" y="56"/>
                    <a:pt x="2" y="58"/>
                    <a:pt x="5" y="58"/>
                  </a:cubicBezTo>
                  <a:cubicBezTo>
                    <a:pt x="8" y="58"/>
                    <a:pt x="10" y="56"/>
                    <a:pt x="10" y="53"/>
                  </a:cubicBezTo>
                  <a:cubicBezTo>
                    <a:pt x="10" y="5"/>
                    <a:pt x="10" y="5"/>
                    <a:pt x="10" y="5"/>
                  </a:cubicBezTo>
                  <a:cubicBezTo>
                    <a:pt x="10" y="2"/>
                    <a:pt x="8" y="0"/>
                    <a:pt x="5" y="0"/>
                  </a:cubicBezTo>
                  <a:cubicBezTo>
                    <a:pt x="2" y="0"/>
                    <a:pt x="0" y="2"/>
                    <a:pt x="0" y="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Open Sans Light"/>
                <a:ea typeface="+mn-ea"/>
                <a:cs typeface="+mn-cs"/>
              </a:endParaRPr>
            </a:p>
          </p:txBody>
        </p:sp>
        <p:sp>
          <p:nvSpPr>
            <p:cNvPr id="18" name="Freeform 536">
              <a:extLst>
                <a:ext uri="{FF2B5EF4-FFF2-40B4-BE49-F238E27FC236}">
                  <a16:creationId xmlns:a16="http://schemas.microsoft.com/office/drawing/2014/main" id="{048CB95D-20DC-A1ED-C824-BE122436BCA0}"/>
                </a:ext>
              </a:extLst>
            </p:cNvPr>
            <p:cNvSpPr>
              <a:spLocks noEditPoints="1"/>
            </p:cNvSpPr>
            <p:nvPr/>
          </p:nvSpPr>
          <p:spPr bwMode="auto">
            <a:xfrm>
              <a:off x="11628438" y="3444875"/>
              <a:ext cx="85725" cy="88900"/>
            </a:xfrm>
            <a:custGeom>
              <a:avLst/>
              <a:gdLst>
                <a:gd name="T0" fmla="*/ 18 w 35"/>
                <a:gd name="T1" fmla="*/ 0 h 36"/>
                <a:gd name="T2" fmla="*/ 0 w 35"/>
                <a:gd name="T3" fmla="*/ 18 h 36"/>
                <a:gd name="T4" fmla="*/ 18 w 35"/>
                <a:gd name="T5" fmla="*/ 36 h 36"/>
                <a:gd name="T6" fmla="*/ 35 w 35"/>
                <a:gd name="T7" fmla="*/ 18 h 36"/>
                <a:gd name="T8" fmla="*/ 18 w 35"/>
                <a:gd name="T9" fmla="*/ 0 h 36"/>
                <a:gd name="T10" fmla="*/ 18 w 35"/>
                <a:gd name="T11" fmla="*/ 27 h 36"/>
                <a:gd name="T12" fmla="*/ 9 w 35"/>
                <a:gd name="T13" fmla="*/ 18 h 36"/>
                <a:gd name="T14" fmla="*/ 18 w 35"/>
                <a:gd name="T15" fmla="*/ 10 h 36"/>
                <a:gd name="T16" fmla="*/ 26 w 35"/>
                <a:gd name="T17" fmla="*/ 18 h 36"/>
                <a:gd name="T18" fmla="*/ 18 w 35"/>
                <a:gd name="T19" fmla="*/ 2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36">
                  <a:moveTo>
                    <a:pt x="18" y="0"/>
                  </a:moveTo>
                  <a:cubicBezTo>
                    <a:pt x="8" y="0"/>
                    <a:pt x="0" y="8"/>
                    <a:pt x="0" y="18"/>
                  </a:cubicBezTo>
                  <a:cubicBezTo>
                    <a:pt x="0" y="28"/>
                    <a:pt x="8" y="36"/>
                    <a:pt x="18" y="36"/>
                  </a:cubicBezTo>
                  <a:cubicBezTo>
                    <a:pt x="27" y="36"/>
                    <a:pt x="35" y="28"/>
                    <a:pt x="35" y="18"/>
                  </a:cubicBezTo>
                  <a:cubicBezTo>
                    <a:pt x="35" y="8"/>
                    <a:pt x="27" y="0"/>
                    <a:pt x="18" y="0"/>
                  </a:cubicBezTo>
                  <a:close/>
                  <a:moveTo>
                    <a:pt x="18" y="27"/>
                  </a:moveTo>
                  <a:cubicBezTo>
                    <a:pt x="13" y="27"/>
                    <a:pt x="9" y="23"/>
                    <a:pt x="9" y="18"/>
                  </a:cubicBezTo>
                  <a:cubicBezTo>
                    <a:pt x="9" y="14"/>
                    <a:pt x="13" y="10"/>
                    <a:pt x="18" y="10"/>
                  </a:cubicBezTo>
                  <a:cubicBezTo>
                    <a:pt x="22" y="10"/>
                    <a:pt x="26" y="14"/>
                    <a:pt x="26" y="18"/>
                  </a:cubicBezTo>
                  <a:cubicBezTo>
                    <a:pt x="26" y="23"/>
                    <a:pt x="22" y="27"/>
                    <a:pt x="18"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Open Sans Light"/>
                <a:ea typeface="+mn-ea"/>
                <a:cs typeface="+mn-cs"/>
              </a:endParaRPr>
            </a:p>
          </p:txBody>
        </p:sp>
      </p:grpSp>
      <p:sp>
        <p:nvSpPr>
          <p:cNvPr id="19" name="Box 1 Title">
            <a:extLst>
              <a:ext uri="{FF2B5EF4-FFF2-40B4-BE49-F238E27FC236}">
                <a16:creationId xmlns:a16="http://schemas.microsoft.com/office/drawing/2014/main" id="{3D8F244E-7F48-FA66-BFC8-A5C4E85C1277}"/>
              </a:ext>
            </a:extLst>
          </p:cNvPr>
          <p:cNvSpPr>
            <a:spLocks noGrp="1"/>
          </p:cNvSpPr>
          <p:nvPr>
            <p:ph type="body" sz="quarter" idx="21" hasCustomPrompt="1"/>
          </p:nvPr>
        </p:nvSpPr>
        <p:spPr>
          <a:xfrm>
            <a:off x="1144607" y="2254008"/>
            <a:ext cx="4272872" cy="457200"/>
          </a:xfrm>
        </p:spPr>
        <p:txBody>
          <a:bodyPr anchor="ctr">
            <a:normAutofit/>
          </a:bodyPr>
          <a:lstStyle>
            <a:lvl1pPr marL="0" indent="0">
              <a:lnSpc>
                <a:spcPct val="100000"/>
              </a:lnSpc>
              <a:buNone/>
              <a:defRPr sz="1400" b="1" i="0">
                <a:solidFill>
                  <a:schemeClr val="tx1"/>
                </a:solidFill>
                <a:latin typeface="Open Sans" pitchFamily="2" charset="0"/>
                <a:ea typeface="Open Sans" pitchFamily="2" charset="0"/>
                <a:cs typeface="Open Sans" pitchFamily="2" charset="0"/>
              </a:defRPr>
            </a:lvl1pPr>
          </a:lstStyle>
          <a:p>
            <a:pPr lvl="0"/>
            <a:r>
              <a:rPr lang="en-US" dirty="0"/>
              <a:t>Box 1 Title</a:t>
            </a:r>
          </a:p>
        </p:txBody>
      </p:sp>
      <p:sp>
        <p:nvSpPr>
          <p:cNvPr id="20" name="Box 1 Content">
            <a:extLst>
              <a:ext uri="{FF2B5EF4-FFF2-40B4-BE49-F238E27FC236}">
                <a16:creationId xmlns:a16="http://schemas.microsoft.com/office/drawing/2014/main" id="{D778C5B7-3C84-7D83-2EA7-E89EE3A6F925}"/>
              </a:ext>
            </a:extLst>
          </p:cNvPr>
          <p:cNvSpPr>
            <a:spLocks noGrp="1"/>
          </p:cNvSpPr>
          <p:nvPr>
            <p:ph type="body" sz="quarter" idx="22" hasCustomPrompt="1"/>
          </p:nvPr>
        </p:nvSpPr>
        <p:spPr>
          <a:xfrm>
            <a:off x="686489" y="3078116"/>
            <a:ext cx="4730990" cy="2633723"/>
          </a:xfrm>
        </p:spPr>
        <p:txBody>
          <a:bodyPr>
            <a:normAutofit/>
          </a:bodyPr>
          <a:lstStyle>
            <a:lvl1pPr marL="285750" indent="-285750">
              <a:lnSpc>
                <a:spcPct val="100000"/>
              </a:lnSpc>
              <a:buFont typeface="Arial" panose="020B0604020202020204" pitchFamily="34" charset="0"/>
              <a:buChar char="•"/>
              <a:defRPr sz="1200" b="0"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Box 1 Content</a:t>
            </a:r>
          </a:p>
        </p:txBody>
      </p:sp>
      <p:sp>
        <p:nvSpPr>
          <p:cNvPr id="21" name="Box 2 Title">
            <a:extLst>
              <a:ext uri="{FF2B5EF4-FFF2-40B4-BE49-F238E27FC236}">
                <a16:creationId xmlns:a16="http://schemas.microsoft.com/office/drawing/2014/main" id="{7C231072-4920-BD6E-27D5-F67EF5633CEB}"/>
              </a:ext>
            </a:extLst>
          </p:cNvPr>
          <p:cNvSpPr>
            <a:spLocks noGrp="1"/>
          </p:cNvSpPr>
          <p:nvPr>
            <p:ph type="body" sz="quarter" idx="23" hasCustomPrompt="1"/>
          </p:nvPr>
        </p:nvSpPr>
        <p:spPr>
          <a:xfrm>
            <a:off x="7026421" y="2266934"/>
            <a:ext cx="4185865" cy="457200"/>
          </a:xfrm>
        </p:spPr>
        <p:txBody>
          <a:bodyPr anchor="ctr">
            <a:normAutofit/>
          </a:bodyPr>
          <a:lstStyle>
            <a:lvl1pPr marL="0" indent="0">
              <a:lnSpc>
                <a:spcPct val="100000"/>
              </a:lnSpc>
              <a:buNone/>
              <a:defRPr sz="1400" b="1" i="0">
                <a:solidFill>
                  <a:srgbClr val="046A38"/>
                </a:solidFill>
                <a:latin typeface="Open Sans" pitchFamily="2" charset="0"/>
                <a:ea typeface="Open Sans" pitchFamily="2" charset="0"/>
                <a:cs typeface="Open Sans" pitchFamily="2" charset="0"/>
              </a:defRPr>
            </a:lvl1pPr>
          </a:lstStyle>
          <a:p>
            <a:pPr lvl="0"/>
            <a:r>
              <a:rPr lang="en-US" dirty="0"/>
              <a:t>Box 2 Title</a:t>
            </a:r>
          </a:p>
        </p:txBody>
      </p:sp>
      <p:sp>
        <p:nvSpPr>
          <p:cNvPr id="22" name="Box 2 Content">
            <a:extLst>
              <a:ext uri="{FF2B5EF4-FFF2-40B4-BE49-F238E27FC236}">
                <a16:creationId xmlns:a16="http://schemas.microsoft.com/office/drawing/2014/main" id="{69B30D19-1D95-90AD-8C22-247B18E9B492}"/>
              </a:ext>
            </a:extLst>
          </p:cNvPr>
          <p:cNvSpPr>
            <a:spLocks noGrp="1"/>
          </p:cNvSpPr>
          <p:nvPr>
            <p:ph type="body" sz="quarter" idx="35" hasCustomPrompt="1"/>
          </p:nvPr>
        </p:nvSpPr>
        <p:spPr>
          <a:xfrm>
            <a:off x="6445935" y="3078115"/>
            <a:ext cx="4730989" cy="2633723"/>
          </a:xfrm>
        </p:spPr>
        <p:txBody>
          <a:bodyPr>
            <a:normAutofit/>
          </a:bodyPr>
          <a:lstStyle>
            <a:lvl1pPr marL="285750" indent="-285750">
              <a:lnSpc>
                <a:spcPct val="100000"/>
              </a:lnSpc>
              <a:buFont typeface="Arial" panose="020B0604020202020204" pitchFamily="34" charset="0"/>
              <a:buChar char="•"/>
              <a:defRPr sz="1200" b="0"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Box 2 Content</a:t>
            </a:r>
          </a:p>
        </p:txBody>
      </p:sp>
      <p:sp>
        <p:nvSpPr>
          <p:cNvPr id="2" name="Slide Subtitle">
            <a:extLst>
              <a:ext uri="{FF2B5EF4-FFF2-40B4-BE49-F238E27FC236}">
                <a16:creationId xmlns:a16="http://schemas.microsoft.com/office/drawing/2014/main" id="{7CBD9587-7B94-8EE2-66BF-520F7A49D3E4}"/>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4" name="Slide Title">
            <a:extLst>
              <a:ext uri="{FF2B5EF4-FFF2-40B4-BE49-F238E27FC236}">
                <a16:creationId xmlns:a16="http://schemas.microsoft.com/office/drawing/2014/main" id="{5D21EC94-1188-CBFC-3E78-B4EF056AD876}"/>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
        <p:nvSpPr>
          <p:cNvPr id="28" name="ai generated label">
            <a:extLst>
              <a:ext uri="{FF2B5EF4-FFF2-40B4-BE49-F238E27FC236}">
                <a16:creationId xmlns:a16="http://schemas.microsoft.com/office/drawing/2014/main" id="{0991B003-3301-CB34-71E0-2A2918E8FF17}"/>
              </a:ext>
            </a:extLst>
          </p:cNvPr>
          <p:cNvSpPr>
            <a:spLocks noGrp="1"/>
          </p:cNvSpPr>
          <p:nvPr>
            <p:ph type="body" sz="quarter" idx="36"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
        <p:nvSpPr>
          <p:cNvPr id="8" name="Pentagon 7">
            <a:extLst>
              <a:ext uri="{FF2B5EF4-FFF2-40B4-BE49-F238E27FC236}">
                <a16:creationId xmlns:a16="http://schemas.microsoft.com/office/drawing/2014/main" id="{13684762-06E7-8C28-8114-A4E4EB6B22D9}"/>
              </a:ext>
            </a:extLst>
          </p:cNvPr>
          <p:cNvSpPr/>
          <p:nvPr userDrawn="1"/>
        </p:nvSpPr>
        <p:spPr>
          <a:xfrm>
            <a:off x="457200" y="2124156"/>
            <a:ext cx="5630250" cy="705659"/>
          </a:xfrm>
          <a:prstGeom prst="homePlate">
            <a:avLst/>
          </a:prstGeom>
          <a:noFill/>
          <a:ln w="19050">
            <a:solidFill>
              <a:srgbClr val="BBBCBC"/>
            </a:solidFill>
          </a:ln>
        </p:spPr>
        <p:style>
          <a:lnRef idx="2">
            <a:schemeClr val="accent1">
              <a:shade val="50000"/>
            </a:schemeClr>
          </a:lnRef>
          <a:fillRef idx="1">
            <a:schemeClr val="accent1"/>
          </a:fillRef>
          <a:effectRef idx="0">
            <a:schemeClr val="accent1"/>
          </a:effectRef>
          <a:fontRef idx="minor">
            <a:schemeClr val="lt1"/>
          </a:fontRef>
        </p:style>
        <p:txBody>
          <a:bodyPr lIns="144000" tIns="88900" rIns="88900" bIns="88900" rtlCol="0" anchor="ctr"/>
          <a:lstStyle/>
          <a:p>
            <a:endParaRPr lang="en-US" sz="1300" dirty="0">
              <a:solidFill>
                <a:schemeClr val="tx1"/>
              </a:solidFill>
              <a:latin typeface="Open Sans SemiBold"/>
              <a:ea typeface="Open Sans SemiBold"/>
              <a:cs typeface="Open Sans SemiBold"/>
            </a:endParaRPr>
          </a:p>
        </p:txBody>
      </p:sp>
      <p:sp>
        <p:nvSpPr>
          <p:cNvPr id="23" name="Chevron 22">
            <a:extLst>
              <a:ext uri="{FF2B5EF4-FFF2-40B4-BE49-F238E27FC236}">
                <a16:creationId xmlns:a16="http://schemas.microsoft.com/office/drawing/2014/main" id="{64EF86DA-872C-3E92-13F3-3B1F5CC672C5}"/>
              </a:ext>
            </a:extLst>
          </p:cNvPr>
          <p:cNvSpPr/>
          <p:nvPr userDrawn="1"/>
        </p:nvSpPr>
        <p:spPr>
          <a:xfrm>
            <a:off x="5852685" y="2124156"/>
            <a:ext cx="5879067" cy="705659"/>
          </a:xfrm>
          <a:prstGeom prst="chevron">
            <a:avLst/>
          </a:prstGeom>
          <a:noFill/>
          <a:ln w="19050">
            <a:solidFill>
              <a:srgbClr val="046A38"/>
            </a:solidFill>
          </a:ln>
        </p:spPr>
        <p:style>
          <a:lnRef idx="2">
            <a:schemeClr val="accent1">
              <a:shade val="50000"/>
            </a:schemeClr>
          </a:lnRef>
          <a:fillRef idx="1">
            <a:schemeClr val="accent1"/>
          </a:fillRef>
          <a:effectRef idx="0">
            <a:schemeClr val="accent1"/>
          </a:effectRef>
          <a:fontRef idx="minor">
            <a:schemeClr val="lt1"/>
          </a:fontRef>
        </p:style>
        <p:txBody>
          <a:bodyPr lIns="144000" tIns="88900" rIns="88900" bIns="88900" rtlCol="0" anchor="ctr"/>
          <a:lstStyle/>
          <a:p>
            <a:endParaRPr lang="en-US" sz="1300" b="1" dirty="0">
              <a:solidFill>
                <a:schemeClr val="accent2"/>
              </a:solidFill>
              <a:latin typeface="Open Sans"/>
              <a:ea typeface="Open Sans"/>
              <a:cs typeface="Open Sans"/>
            </a:endParaRPr>
          </a:p>
        </p:txBody>
      </p:sp>
    </p:spTree>
    <p:extLst>
      <p:ext uri="{BB962C8B-B14F-4D97-AF65-F5344CB8AC3E}">
        <p14:creationId xmlns:p14="http://schemas.microsoft.com/office/powerpoint/2010/main" val="20313225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narrative_four_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96E1A4-2BD2-48B8-23AE-C80E2DBC5C99}"/>
              </a:ext>
            </a:extLst>
          </p:cNvPr>
          <p:cNvSpPr/>
          <p:nvPr userDrawn="1"/>
        </p:nvSpPr>
        <p:spPr>
          <a:xfrm>
            <a:off x="1320516" y="2322958"/>
            <a:ext cx="2286000" cy="3272593"/>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lvl="0" algn="ctr" defTabSz="914378">
              <a:defRPr sz="1800"/>
            </a:pPr>
            <a:endParaRPr lang="en-US" sz="1200">
              <a:solidFill>
                <a:srgbClr val="000000"/>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8" name="Rectangle 7">
            <a:extLst>
              <a:ext uri="{FF2B5EF4-FFF2-40B4-BE49-F238E27FC236}">
                <a16:creationId xmlns:a16="http://schemas.microsoft.com/office/drawing/2014/main" id="{D35D2261-D72C-B735-FCE8-003567C32EBA}"/>
              </a:ext>
            </a:extLst>
          </p:cNvPr>
          <p:cNvSpPr/>
          <p:nvPr userDrawn="1"/>
        </p:nvSpPr>
        <p:spPr>
          <a:xfrm>
            <a:off x="3704236" y="2322958"/>
            <a:ext cx="2286000" cy="3272592"/>
          </a:xfrm>
          <a:prstGeom prst="rect">
            <a:avLst/>
          </a:prstGeom>
          <a:solidFill>
            <a:srgbClr val="009A44">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914378" rtl="0" eaLnBrk="1" fontAlgn="auto" latinLnBrk="0" hangingPunct="1">
              <a:lnSpc>
                <a:spcPct val="100000"/>
              </a:lnSpc>
              <a:spcBef>
                <a:spcPts val="0"/>
              </a:spcBef>
              <a:spcAft>
                <a:spcPts val="0"/>
              </a:spcAft>
              <a:buClrTx/>
              <a:buSzTx/>
              <a:buFontTx/>
              <a:buNone/>
              <a:tabLst/>
              <a:defRPr sz="1800"/>
            </a:pPr>
            <a:endParaRPr kumimoji="0" lang="en-US" sz="1200" u="none" strike="noStrike" kern="1200" cap="none" spc="0" normalizeH="0" baseline="0" noProof="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9" name="Rectangle 8">
            <a:extLst>
              <a:ext uri="{FF2B5EF4-FFF2-40B4-BE49-F238E27FC236}">
                <a16:creationId xmlns:a16="http://schemas.microsoft.com/office/drawing/2014/main" id="{18F1C1DE-F633-7DED-0831-2427384885EE}"/>
              </a:ext>
            </a:extLst>
          </p:cNvPr>
          <p:cNvSpPr/>
          <p:nvPr userDrawn="1"/>
        </p:nvSpPr>
        <p:spPr>
          <a:xfrm>
            <a:off x="8477889" y="2322958"/>
            <a:ext cx="2286000" cy="3272593"/>
          </a:xfrm>
          <a:prstGeom prst="rect">
            <a:avLst/>
          </a:prstGeom>
          <a:solidFill>
            <a:srgbClr val="00ABAB">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u="none" strike="noStrike" kern="1200" cap="none" spc="0" normalizeH="0" baseline="0" noProof="0">
              <a:ln>
                <a:noFill/>
              </a:ln>
              <a:solidFill>
                <a:srgbClr val="FF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0" name="Rectangle 9">
            <a:extLst>
              <a:ext uri="{FF2B5EF4-FFF2-40B4-BE49-F238E27FC236}">
                <a16:creationId xmlns:a16="http://schemas.microsoft.com/office/drawing/2014/main" id="{055EF84E-39B9-0C58-70FD-4D1523927E92}"/>
              </a:ext>
            </a:extLst>
          </p:cNvPr>
          <p:cNvSpPr/>
          <p:nvPr userDrawn="1"/>
        </p:nvSpPr>
        <p:spPr>
          <a:xfrm>
            <a:off x="6087957" y="2322958"/>
            <a:ext cx="2286000" cy="3272593"/>
          </a:xfrm>
          <a:prstGeom prst="rect">
            <a:avLst/>
          </a:prstGeom>
          <a:solidFill>
            <a:srgbClr val="6FC2B4">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914378" rtl="0" eaLnBrk="1" fontAlgn="auto" latinLnBrk="0" hangingPunct="1">
              <a:lnSpc>
                <a:spcPct val="100000"/>
              </a:lnSpc>
              <a:spcBef>
                <a:spcPts val="0"/>
              </a:spcBef>
              <a:spcAft>
                <a:spcPts val="0"/>
              </a:spcAft>
              <a:buClrTx/>
              <a:buSzTx/>
              <a:buFontTx/>
              <a:buNone/>
              <a:tabLst/>
              <a:defRPr sz="1800"/>
            </a:pPr>
            <a:endParaRPr kumimoji="0" lang="en-US" sz="1200" u="none" strike="noStrike" kern="1200" cap="none" spc="0" normalizeH="0" baseline="0" noProof="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a:p>
            <a:pPr marL="0" marR="0" lvl="0" indent="0" algn="ctr" defTabSz="914378" rtl="0" eaLnBrk="1" fontAlgn="auto" latinLnBrk="0" hangingPunct="1">
              <a:lnSpc>
                <a:spcPct val="100000"/>
              </a:lnSpc>
              <a:spcBef>
                <a:spcPts val="0"/>
              </a:spcBef>
              <a:spcAft>
                <a:spcPts val="0"/>
              </a:spcAft>
              <a:buClrTx/>
              <a:buSzTx/>
              <a:buFontTx/>
              <a:buNone/>
              <a:tabLst/>
              <a:defRPr sz="1800"/>
            </a:pPr>
            <a:endParaRPr kumimoji="0" lang="en-US" sz="1200" u="none" strike="noStrike" kern="1200" cap="none" spc="0" normalizeH="0" baseline="0" noProof="0">
              <a:ln>
                <a:noFill/>
              </a:ln>
              <a:solidFill>
                <a:srgbClr val="000000"/>
              </a:solidFill>
              <a:effectLst/>
              <a:uLnTx/>
              <a:uFillTx/>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1" name="Rectangle 10">
            <a:extLst>
              <a:ext uri="{FF2B5EF4-FFF2-40B4-BE49-F238E27FC236}">
                <a16:creationId xmlns:a16="http://schemas.microsoft.com/office/drawing/2014/main" id="{BC943CF5-3D6F-3B98-3485-34EBA09269FC}"/>
              </a:ext>
            </a:extLst>
          </p:cNvPr>
          <p:cNvSpPr/>
          <p:nvPr userDrawn="1"/>
        </p:nvSpPr>
        <p:spPr>
          <a:xfrm>
            <a:off x="1317914" y="2231665"/>
            <a:ext cx="2295144" cy="108636"/>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12" name="Rectangle 11">
            <a:extLst>
              <a:ext uri="{FF2B5EF4-FFF2-40B4-BE49-F238E27FC236}">
                <a16:creationId xmlns:a16="http://schemas.microsoft.com/office/drawing/2014/main" id="{624362F6-3739-1962-F162-0AC3F7AA02B4}"/>
              </a:ext>
            </a:extLst>
          </p:cNvPr>
          <p:cNvSpPr/>
          <p:nvPr userDrawn="1"/>
        </p:nvSpPr>
        <p:spPr>
          <a:xfrm>
            <a:off x="3689410" y="2231665"/>
            <a:ext cx="2295144" cy="108636"/>
          </a:xfrm>
          <a:prstGeom prst="rect">
            <a:avLst/>
          </a:prstGeom>
          <a:solidFill>
            <a:srgbClr val="009A4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13" name="Rectangle 12">
            <a:extLst>
              <a:ext uri="{FF2B5EF4-FFF2-40B4-BE49-F238E27FC236}">
                <a16:creationId xmlns:a16="http://schemas.microsoft.com/office/drawing/2014/main" id="{5D6A6D00-D8B4-B637-44A0-64EECB536F70}"/>
              </a:ext>
            </a:extLst>
          </p:cNvPr>
          <p:cNvSpPr/>
          <p:nvPr userDrawn="1"/>
        </p:nvSpPr>
        <p:spPr>
          <a:xfrm>
            <a:off x="6078962" y="2231665"/>
            <a:ext cx="2295144" cy="108636"/>
          </a:xfrm>
          <a:prstGeom prst="rect">
            <a:avLst/>
          </a:prstGeom>
          <a:solidFill>
            <a:srgbClr val="6FC2B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14" name="Rectangle 13">
            <a:extLst>
              <a:ext uri="{FF2B5EF4-FFF2-40B4-BE49-F238E27FC236}">
                <a16:creationId xmlns:a16="http://schemas.microsoft.com/office/drawing/2014/main" id="{6CDBFB7D-ECB8-4CD9-E16E-EB3683222FBC}"/>
              </a:ext>
            </a:extLst>
          </p:cNvPr>
          <p:cNvSpPr/>
          <p:nvPr userDrawn="1"/>
        </p:nvSpPr>
        <p:spPr>
          <a:xfrm>
            <a:off x="8477636" y="2231665"/>
            <a:ext cx="2295144" cy="108636"/>
          </a:xfrm>
          <a:prstGeom prst="rect">
            <a:avLst/>
          </a:prstGeom>
          <a:solidFill>
            <a:srgbClr val="00ABAB"/>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ea typeface="+mn-ea"/>
              <a:cs typeface="+mn-cs"/>
            </a:endParaRPr>
          </a:p>
        </p:txBody>
      </p:sp>
      <p:sp>
        <p:nvSpPr>
          <p:cNvPr id="15" name="Column 1 Title">
            <a:extLst>
              <a:ext uri="{FF2B5EF4-FFF2-40B4-BE49-F238E27FC236}">
                <a16:creationId xmlns:a16="http://schemas.microsoft.com/office/drawing/2014/main" id="{D7A1B041-61F1-DA0C-EC04-EE771384FD95}"/>
              </a:ext>
            </a:extLst>
          </p:cNvPr>
          <p:cNvSpPr>
            <a:spLocks noGrp="1"/>
          </p:cNvSpPr>
          <p:nvPr>
            <p:ph type="body" sz="quarter" idx="40" hasCustomPrompt="1"/>
          </p:nvPr>
        </p:nvSpPr>
        <p:spPr>
          <a:xfrm>
            <a:off x="1507051" y="2525583"/>
            <a:ext cx="1926296" cy="530066"/>
          </a:xfrm>
        </p:spPr>
        <p:txBody>
          <a:bodyPr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3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Column 1 Title</a:t>
            </a:r>
          </a:p>
        </p:txBody>
      </p:sp>
      <p:sp>
        <p:nvSpPr>
          <p:cNvPr id="16" name="Column 1 Text">
            <a:extLst>
              <a:ext uri="{FF2B5EF4-FFF2-40B4-BE49-F238E27FC236}">
                <a16:creationId xmlns:a16="http://schemas.microsoft.com/office/drawing/2014/main" id="{CE90E36B-1749-82C2-3F4E-DB16AD3FF776}"/>
              </a:ext>
            </a:extLst>
          </p:cNvPr>
          <p:cNvSpPr>
            <a:spLocks noGrp="1"/>
          </p:cNvSpPr>
          <p:nvPr>
            <p:ph type="body" sz="quarter" idx="21" hasCustomPrompt="1"/>
          </p:nvPr>
        </p:nvSpPr>
        <p:spPr>
          <a:xfrm>
            <a:off x="1507051" y="3155038"/>
            <a:ext cx="1926296" cy="2256935"/>
          </a:xfrm>
        </p:spPr>
        <p:txBody>
          <a:bodyP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Column 1 Text</a:t>
            </a:r>
          </a:p>
        </p:txBody>
      </p:sp>
      <p:sp>
        <p:nvSpPr>
          <p:cNvPr id="17" name="Column 2 Title">
            <a:extLst>
              <a:ext uri="{FF2B5EF4-FFF2-40B4-BE49-F238E27FC236}">
                <a16:creationId xmlns:a16="http://schemas.microsoft.com/office/drawing/2014/main" id="{2FCA36B7-3AA0-C086-6D1E-A1928EC40A8C}"/>
              </a:ext>
            </a:extLst>
          </p:cNvPr>
          <p:cNvSpPr>
            <a:spLocks noGrp="1"/>
          </p:cNvSpPr>
          <p:nvPr>
            <p:ph type="body" sz="quarter" idx="41" hasCustomPrompt="1"/>
          </p:nvPr>
        </p:nvSpPr>
        <p:spPr>
          <a:xfrm>
            <a:off x="3934565" y="2525583"/>
            <a:ext cx="1926296" cy="530066"/>
          </a:xfrm>
        </p:spPr>
        <p:txBody>
          <a:bodyPr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3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Column 2 Title</a:t>
            </a:r>
          </a:p>
        </p:txBody>
      </p:sp>
      <p:sp>
        <p:nvSpPr>
          <p:cNvPr id="18" name="Column 2 Text">
            <a:extLst>
              <a:ext uri="{FF2B5EF4-FFF2-40B4-BE49-F238E27FC236}">
                <a16:creationId xmlns:a16="http://schemas.microsoft.com/office/drawing/2014/main" id="{D70143BF-6CE3-705F-7065-1963AB062881}"/>
              </a:ext>
            </a:extLst>
          </p:cNvPr>
          <p:cNvSpPr>
            <a:spLocks noGrp="1"/>
          </p:cNvSpPr>
          <p:nvPr>
            <p:ph type="body" sz="quarter" idx="42" hasCustomPrompt="1"/>
          </p:nvPr>
        </p:nvSpPr>
        <p:spPr>
          <a:xfrm>
            <a:off x="3934565" y="3155038"/>
            <a:ext cx="1926296" cy="2256935"/>
          </a:xfrm>
        </p:spPr>
        <p:txBody>
          <a:bodyP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Column 2 Text</a:t>
            </a:r>
          </a:p>
        </p:txBody>
      </p:sp>
      <p:sp>
        <p:nvSpPr>
          <p:cNvPr id="19" name="Column 3 Title">
            <a:extLst>
              <a:ext uri="{FF2B5EF4-FFF2-40B4-BE49-F238E27FC236}">
                <a16:creationId xmlns:a16="http://schemas.microsoft.com/office/drawing/2014/main" id="{2813A6DA-58D8-87D9-7209-7F9384B0F8C0}"/>
              </a:ext>
            </a:extLst>
          </p:cNvPr>
          <p:cNvSpPr>
            <a:spLocks noGrp="1"/>
          </p:cNvSpPr>
          <p:nvPr>
            <p:ph type="body" sz="quarter" idx="43" hasCustomPrompt="1"/>
          </p:nvPr>
        </p:nvSpPr>
        <p:spPr>
          <a:xfrm>
            <a:off x="6285880" y="2525583"/>
            <a:ext cx="1926296" cy="530066"/>
          </a:xfrm>
        </p:spPr>
        <p:txBody>
          <a:bodyPr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3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Column 3 Title</a:t>
            </a:r>
          </a:p>
        </p:txBody>
      </p:sp>
      <p:sp>
        <p:nvSpPr>
          <p:cNvPr id="20" name="Column 3 Text">
            <a:extLst>
              <a:ext uri="{FF2B5EF4-FFF2-40B4-BE49-F238E27FC236}">
                <a16:creationId xmlns:a16="http://schemas.microsoft.com/office/drawing/2014/main" id="{1CA9FDCA-7582-971A-7848-7E66B259C385}"/>
              </a:ext>
            </a:extLst>
          </p:cNvPr>
          <p:cNvSpPr>
            <a:spLocks noGrp="1"/>
          </p:cNvSpPr>
          <p:nvPr>
            <p:ph type="body" sz="quarter" idx="44" hasCustomPrompt="1"/>
          </p:nvPr>
        </p:nvSpPr>
        <p:spPr>
          <a:xfrm>
            <a:off x="6285880" y="3155038"/>
            <a:ext cx="1926296" cy="2256935"/>
          </a:xfrm>
        </p:spPr>
        <p:txBody>
          <a:bodyP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Column 3 Text</a:t>
            </a:r>
          </a:p>
        </p:txBody>
      </p:sp>
      <p:sp>
        <p:nvSpPr>
          <p:cNvPr id="21" name="Column 4 Title">
            <a:extLst>
              <a:ext uri="{FF2B5EF4-FFF2-40B4-BE49-F238E27FC236}">
                <a16:creationId xmlns:a16="http://schemas.microsoft.com/office/drawing/2014/main" id="{2940C430-D8EA-2E17-AAA7-5178148BDCA3}"/>
              </a:ext>
            </a:extLst>
          </p:cNvPr>
          <p:cNvSpPr>
            <a:spLocks noGrp="1"/>
          </p:cNvSpPr>
          <p:nvPr>
            <p:ph type="body" sz="quarter" idx="45" hasCustomPrompt="1"/>
          </p:nvPr>
        </p:nvSpPr>
        <p:spPr>
          <a:xfrm>
            <a:off x="8658965" y="2503811"/>
            <a:ext cx="1926296" cy="530066"/>
          </a:xfrm>
        </p:spPr>
        <p:txBody>
          <a:bodyPr anchor="t">
            <a:norm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3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Column 4 Title</a:t>
            </a:r>
          </a:p>
        </p:txBody>
      </p:sp>
      <p:sp>
        <p:nvSpPr>
          <p:cNvPr id="22" name="Column 4 Text">
            <a:extLst>
              <a:ext uri="{FF2B5EF4-FFF2-40B4-BE49-F238E27FC236}">
                <a16:creationId xmlns:a16="http://schemas.microsoft.com/office/drawing/2014/main" id="{F3DC362A-356A-9944-9115-AF0D20C073BB}"/>
              </a:ext>
            </a:extLst>
          </p:cNvPr>
          <p:cNvSpPr>
            <a:spLocks noGrp="1"/>
          </p:cNvSpPr>
          <p:nvPr>
            <p:ph type="body" sz="quarter" idx="46" hasCustomPrompt="1"/>
          </p:nvPr>
        </p:nvSpPr>
        <p:spPr>
          <a:xfrm>
            <a:off x="8658965" y="3133266"/>
            <a:ext cx="1926296" cy="2256935"/>
          </a:xfrm>
        </p:spPr>
        <p:txBody>
          <a:bodyP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200" b="0" i="0">
                <a:solidFill>
                  <a:schemeClr val="tx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Column 4 Text</a:t>
            </a:r>
          </a:p>
        </p:txBody>
      </p:sp>
      <p:sp>
        <p:nvSpPr>
          <p:cNvPr id="2" name="Slide Subtitle">
            <a:extLst>
              <a:ext uri="{FF2B5EF4-FFF2-40B4-BE49-F238E27FC236}">
                <a16:creationId xmlns:a16="http://schemas.microsoft.com/office/drawing/2014/main" id="{9CBC1E2C-187B-4C22-0ABE-A289D168391B}"/>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4" name="Slide Title">
            <a:extLst>
              <a:ext uri="{FF2B5EF4-FFF2-40B4-BE49-F238E27FC236}">
                <a16:creationId xmlns:a16="http://schemas.microsoft.com/office/drawing/2014/main" id="{2C472186-60B1-69D3-C6D2-BD40DFB320C9}"/>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
        <p:nvSpPr>
          <p:cNvPr id="25" name="ai generated label">
            <a:extLst>
              <a:ext uri="{FF2B5EF4-FFF2-40B4-BE49-F238E27FC236}">
                <a16:creationId xmlns:a16="http://schemas.microsoft.com/office/drawing/2014/main" id="{171526B7-9571-E093-4CA5-DDFDEC6DA2CD}"/>
              </a:ext>
            </a:extLst>
          </p:cNvPr>
          <p:cNvSpPr>
            <a:spLocks noGrp="1"/>
          </p:cNvSpPr>
          <p:nvPr>
            <p:ph type="body" sz="quarter" idx="22"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30902835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_cause_effect_slide">
    <p:spTree>
      <p:nvGrpSpPr>
        <p:cNvPr id="1" name=""/>
        <p:cNvGrpSpPr/>
        <p:nvPr/>
      </p:nvGrpSpPr>
      <p:grpSpPr>
        <a:xfrm>
          <a:off x="0" y="0"/>
          <a:ext cx="0" cy="0"/>
          <a:chOff x="0" y="0"/>
          <a:chExt cx="0" cy="0"/>
        </a:xfrm>
      </p:grpSpPr>
      <p:sp>
        <p:nvSpPr>
          <p:cNvPr id="25" name="Pentagon 24">
            <a:extLst>
              <a:ext uri="{FF2B5EF4-FFF2-40B4-BE49-F238E27FC236}">
                <a16:creationId xmlns:a16="http://schemas.microsoft.com/office/drawing/2014/main" id="{F7D2738B-5659-942F-85AF-F9D273BB50C7}"/>
              </a:ext>
            </a:extLst>
          </p:cNvPr>
          <p:cNvSpPr/>
          <p:nvPr userDrawn="1"/>
        </p:nvSpPr>
        <p:spPr>
          <a:xfrm>
            <a:off x="708333" y="1922318"/>
            <a:ext cx="3797125" cy="705659"/>
          </a:xfrm>
          <a:prstGeom prst="homePlate">
            <a:avLst/>
          </a:prstGeom>
          <a:solidFill>
            <a:srgbClr val="85EC20"/>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44000" tIns="88900" rIns="88900" bIns="88900" rtlCol="0" anchor="ctr"/>
          <a:lstStyle/>
          <a:p>
            <a:endParaRPr lang="en-US" sz="1300" dirty="0">
              <a:solidFill>
                <a:schemeClr val="tx1"/>
              </a:solidFill>
              <a:latin typeface="Open Sans SemiBold"/>
              <a:ea typeface="Open Sans SemiBold"/>
              <a:cs typeface="Open Sans SemiBold"/>
            </a:endParaRPr>
          </a:p>
        </p:txBody>
      </p:sp>
      <p:sp>
        <p:nvSpPr>
          <p:cNvPr id="26" name="Chevron 25">
            <a:extLst>
              <a:ext uri="{FF2B5EF4-FFF2-40B4-BE49-F238E27FC236}">
                <a16:creationId xmlns:a16="http://schemas.microsoft.com/office/drawing/2014/main" id="{D0154EF2-A1A1-6EA5-E05C-6DE059567CBF}"/>
              </a:ext>
            </a:extLst>
          </p:cNvPr>
          <p:cNvSpPr/>
          <p:nvPr userDrawn="1"/>
        </p:nvSpPr>
        <p:spPr>
          <a:xfrm>
            <a:off x="4223879" y="1922318"/>
            <a:ext cx="3797125" cy="705659"/>
          </a:xfrm>
          <a:prstGeom prst="chevron">
            <a:avLst/>
          </a:prstGeom>
          <a:solidFill>
            <a:srgbClr val="85BD25"/>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44000" tIns="88900" rIns="88900" bIns="88900" rtlCol="0" anchor="ctr"/>
          <a:lstStyle/>
          <a:p>
            <a:endParaRPr lang="en-US" sz="1300" dirty="0">
              <a:solidFill>
                <a:schemeClr val="bg1"/>
              </a:solidFill>
              <a:latin typeface="Open Sans SemiBold"/>
              <a:ea typeface="Open Sans SemiBold"/>
              <a:cs typeface="Open Sans SemiBold"/>
            </a:endParaRPr>
          </a:p>
        </p:txBody>
      </p:sp>
      <p:sp>
        <p:nvSpPr>
          <p:cNvPr id="27" name="Chevron 26">
            <a:extLst>
              <a:ext uri="{FF2B5EF4-FFF2-40B4-BE49-F238E27FC236}">
                <a16:creationId xmlns:a16="http://schemas.microsoft.com/office/drawing/2014/main" id="{46A64359-B1EE-DD59-901C-843DD0E2F855}"/>
              </a:ext>
            </a:extLst>
          </p:cNvPr>
          <p:cNvSpPr/>
          <p:nvPr userDrawn="1"/>
        </p:nvSpPr>
        <p:spPr>
          <a:xfrm>
            <a:off x="7740799" y="1922318"/>
            <a:ext cx="3797125" cy="705659"/>
          </a:xfrm>
          <a:prstGeom prst="chevron">
            <a:avLst/>
          </a:prstGeom>
          <a:solidFill>
            <a:srgbClr val="25890D"/>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44000" tIns="88900" rIns="88900" bIns="88900" rtlCol="0" anchor="ctr"/>
          <a:lstStyle/>
          <a:p>
            <a:endParaRPr lang="en-US" sz="1300" dirty="0">
              <a:solidFill>
                <a:schemeClr val="bg1"/>
              </a:solidFill>
              <a:latin typeface="Open Sans SemiBold"/>
              <a:ea typeface="Open Sans SemiBold"/>
              <a:cs typeface="Open Sans SemiBold"/>
            </a:endParaRPr>
          </a:p>
        </p:txBody>
      </p:sp>
      <p:sp>
        <p:nvSpPr>
          <p:cNvPr id="13" name="Box 1 Title">
            <a:extLst>
              <a:ext uri="{FF2B5EF4-FFF2-40B4-BE49-F238E27FC236}">
                <a16:creationId xmlns:a16="http://schemas.microsoft.com/office/drawing/2014/main" id="{9DF1FD44-B7D7-20DC-DCC4-48E534938B10}"/>
              </a:ext>
            </a:extLst>
          </p:cNvPr>
          <p:cNvSpPr>
            <a:spLocks noGrp="1"/>
          </p:cNvSpPr>
          <p:nvPr>
            <p:ph type="body" sz="quarter" idx="21" hasCustomPrompt="1"/>
          </p:nvPr>
        </p:nvSpPr>
        <p:spPr>
          <a:xfrm>
            <a:off x="827309" y="2084652"/>
            <a:ext cx="3419891" cy="366402"/>
          </a:xfrm>
        </p:spPr>
        <p:txBody>
          <a:bodyPr anchor="ctr">
            <a:normAutofit/>
          </a:bodyPr>
          <a:lstStyle>
            <a:lvl1pPr marL="0" indent="0">
              <a:lnSpc>
                <a:spcPct val="100000"/>
              </a:lnSpc>
              <a:buNone/>
              <a:defRPr sz="16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Box 1 Title</a:t>
            </a:r>
          </a:p>
        </p:txBody>
      </p:sp>
      <p:sp>
        <p:nvSpPr>
          <p:cNvPr id="14" name="Box 1 Content">
            <a:extLst>
              <a:ext uri="{FF2B5EF4-FFF2-40B4-BE49-F238E27FC236}">
                <a16:creationId xmlns:a16="http://schemas.microsoft.com/office/drawing/2014/main" id="{1A3776CF-14B7-B4B5-5732-D63BD5DDCCBA}"/>
              </a:ext>
            </a:extLst>
          </p:cNvPr>
          <p:cNvSpPr>
            <a:spLocks noGrp="1"/>
          </p:cNvSpPr>
          <p:nvPr>
            <p:ph type="body" sz="quarter" idx="24" hasCustomPrompt="1"/>
          </p:nvPr>
        </p:nvSpPr>
        <p:spPr>
          <a:xfrm>
            <a:off x="740221" y="2714957"/>
            <a:ext cx="3239498" cy="2883402"/>
          </a:xfrm>
        </p:spPr>
        <p:txBody>
          <a:bodyPr>
            <a:normAutofit/>
          </a:bodyPr>
          <a:lstStyle>
            <a:lvl1pPr marL="285750" indent="-285750">
              <a:lnSpc>
                <a:spcPct val="100000"/>
              </a:lnSpc>
              <a:buFont typeface="Arial" panose="020B0604020202020204" pitchFamily="34" charset="0"/>
              <a:buChar char="•"/>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Box 1 Content</a:t>
            </a:r>
          </a:p>
        </p:txBody>
      </p:sp>
      <p:sp>
        <p:nvSpPr>
          <p:cNvPr id="15" name="Box 2 Title">
            <a:extLst>
              <a:ext uri="{FF2B5EF4-FFF2-40B4-BE49-F238E27FC236}">
                <a16:creationId xmlns:a16="http://schemas.microsoft.com/office/drawing/2014/main" id="{80A0795A-BC9F-30F1-C7B9-A4B88321A2B7}"/>
              </a:ext>
            </a:extLst>
          </p:cNvPr>
          <p:cNvSpPr>
            <a:spLocks noGrp="1"/>
          </p:cNvSpPr>
          <p:nvPr>
            <p:ph type="body" sz="quarter" idx="22" hasCustomPrompt="1"/>
          </p:nvPr>
        </p:nvSpPr>
        <p:spPr>
          <a:xfrm>
            <a:off x="4665290" y="2084652"/>
            <a:ext cx="3097456" cy="366402"/>
          </a:xfrm>
        </p:spPr>
        <p:txBody>
          <a:bodyPr anchor="ct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Box 2 Title</a:t>
            </a:r>
          </a:p>
        </p:txBody>
      </p:sp>
      <p:sp>
        <p:nvSpPr>
          <p:cNvPr id="16" name="Box 2 Content">
            <a:extLst>
              <a:ext uri="{FF2B5EF4-FFF2-40B4-BE49-F238E27FC236}">
                <a16:creationId xmlns:a16="http://schemas.microsoft.com/office/drawing/2014/main" id="{9490D13D-ABEC-45C5-8DE6-95C39527ED56}"/>
              </a:ext>
            </a:extLst>
          </p:cNvPr>
          <p:cNvSpPr>
            <a:spLocks noGrp="1"/>
          </p:cNvSpPr>
          <p:nvPr>
            <p:ph type="body" sz="quarter" idx="25" hasCustomPrompt="1"/>
          </p:nvPr>
        </p:nvSpPr>
        <p:spPr>
          <a:xfrm>
            <a:off x="4394223" y="2714957"/>
            <a:ext cx="3239498" cy="2883402"/>
          </a:xfrm>
        </p:spPr>
        <p:txBody>
          <a:bodyPr>
            <a:normAutofit/>
          </a:bodyPr>
          <a:lstStyle>
            <a:lvl1pPr marL="285750" marR="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Box 2 Content</a:t>
            </a:r>
          </a:p>
        </p:txBody>
      </p:sp>
      <p:sp>
        <p:nvSpPr>
          <p:cNvPr id="17" name="Box 3 Title">
            <a:extLst>
              <a:ext uri="{FF2B5EF4-FFF2-40B4-BE49-F238E27FC236}">
                <a16:creationId xmlns:a16="http://schemas.microsoft.com/office/drawing/2014/main" id="{25E2E4B5-5AC3-1A0C-D598-E88ADADA0352}"/>
              </a:ext>
            </a:extLst>
          </p:cNvPr>
          <p:cNvSpPr>
            <a:spLocks noGrp="1"/>
          </p:cNvSpPr>
          <p:nvPr>
            <p:ph type="body" sz="quarter" idx="23" hasCustomPrompt="1"/>
          </p:nvPr>
        </p:nvSpPr>
        <p:spPr>
          <a:xfrm>
            <a:off x="8264945" y="2084652"/>
            <a:ext cx="3099746" cy="366402"/>
          </a:xfrm>
        </p:spPr>
        <p:txBody>
          <a:bodyPr anchor="ct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Box 3 Title</a:t>
            </a:r>
          </a:p>
        </p:txBody>
      </p:sp>
      <p:sp>
        <p:nvSpPr>
          <p:cNvPr id="18" name="Box 3 Content">
            <a:extLst>
              <a:ext uri="{FF2B5EF4-FFF2-40B4-BE49-F238E27FC236}">
                <a16:creationId xmlns:a16="http://schemas.microsoft.com/office/drawing/2014/main" id="{235E4DC1-FCD0-65F0-3511-D9A5CF63921A}"/>
              </a:ext>
            </a:extLst>
          </p:cNvPr>
          <p:cNvSpPr>
            <a:spLocks noGrp="1"/>
          </p:cNvSpPr>
          <p:nvPr>
            <p:ph type="body" sz="quarter" idx="26" hasCustomPrompt="1"/>
          </p:nvPr>
        </p:nvSpPr>
        <p:spPr>
          <a:xfrm>
            <a:off x="8039222" y="2714957"/>
            <a:ext cx="3239498" cy="2883402"/>
          </a:xfrm>
        </p:spPr>
        <p:txBody>
          <a:bodyPr>
            <a:normAutofit/>
          </a:bodyPr>
          <a:lstStyle>
            <a:lvl1pPr marL="285750" marR="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Box 3 Content</a:t>
            </a:r>
          </a:p>
        </p:txBody>
      </p:sp>
      <p:sp>
        <p:nvSpPr>
          <p:cNvPr id="2" name="Slide Subtitle">
            <a:extLst>
              <a:ext uri="{FF2B5EF4-FFF2-40B4-BE49-F238E27FC236}">
                <a16:creationId xmlns:a16="http://schemas.microsoft.com/office/drawing/2014/main" id="{CEDEA388-31B6-1F81-246C-34BBE01C55AE}"/>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0" name="Slide Title">
            <a:extLst>
              <a:ext uri="{FF2B5EF4-FFF2-40B4-BE49-F238E27FC236}">
                <a16:creationId xmlns:a16="http://schemas.microsoft.com/office/drawing/2014/main" id="{C2830E60-828F-BD1F-3A76-F25745DC796A}"/>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
        <p:nvSpPr>
          <p:cNvPr id="28" name="ai generated label">
            <a:extLst>
              <a:ext uri="{FF2B5EF4-FFF2-40B4-BE49-F238E27FC236}">
                <a16:creationId xmlns:a16="http://schemas.microsoft.com/office/drawing/2014/main" id="{F3FD0DA9-CD2A-5715-A59E-BA9BE376FC58}"/>
              </a:ext>
            </a:extLst>
          </p:cNvPr>
          <p:cNvSpPr>
            <a:spLocks noGrp="1"/>
          </p:cNvSpPr>
          <p:nvPr>
            <p:ph type="body" sz="quarter" idx="31"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5602488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_cause_effect_slide">
    <p:spTree>
      <p:nvGrpSpPr>
        <p:cNvPr id="1" name=""/>
        <p:cNvGrpSpPr/>
        <p:nvPr/>
      </p:nvGrpSpPr>
      <p:grpSpPr>
        <a:xfrm>
          <a:off x="0" y="0"/>
          <a:ext cx="0" cy="0"/>
          <a:chOff x="0" y="0"/>
          <a:chExt cx="0" cy="0"/>
        </a:xfrm>
      </p:grpSpPr>
      <p:sp>
        <p:nvSpPr>
          <p:cNvPr id="26" name="Pentagon 25">
            <a:extLst>
              <a:ext uri="{FF2B5EF4-FFF2-40B4-BE49-F238E27FC236}">
                <a16:creationId xmlns:a16="http://schemas.microsoft.com/office/drawing/2014/main" id="{490FE3C6-B8EA-26C5-CC56-833F3967AEEF}"/>
              </a:ext>
            </a:extLst>
          </p:cNvPr>
          <p:cNvSpPr/>
          <p:nvPr userDrawn="1"/>
        </p:nvSpPr>
        <p:spPr>
          <a:xfrm>
            <a:off x="501650" y="1904062"/>
            <a:ext cx="3011687" cy="705659"/>
          </a:xfrm>
          <a:prstGeom prst="homePlate">
            <a:avLst/>
          </a:prstGeom>
          <a:solidFill>
            <a:srgbClr val="85EC20"/>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44000" tIns="88900" rIns="88900" bIns="88900" rtlCol="0" anchor="ctr"/>
          <a:lstStyle/>
          <a:p>
            <a:endParaRPr lang="en-US" sz="1300" dirty="0">
              <a:solidFill>
                <a:schemeClr val="tx1"/>
              </a:solidFill>
              <a:latin typeface="Open Sans SemiBold"/>
              <a:ea typeface="Open Sans SemiBold"/>
              <a:cs typeface="Open Sans SemiBold"/>
            </a:endParaRPr>
          </a:p>
        </p:txBody>
      </p:sp>
      <p:sp>
        <p:nvSpPr>
          <p:cNvPr id="27" name="Chevron 26">
            <a:extLst>
              <a:ext uri="{FF2B5EF4-FFF2-40B4-BE49-F238E27FC236}">
                <a16:creationId xmlns:a16="http://schemas.microsoft.com/office/drawing/2014/main" id="{9932C2C8-7C66-42D2-E5C5-01936F3D567F}"/>
              </a:ext>
            </a:extLst>
          </p:cNvPr>
          <p:cNvSpPr/>
          <p:nvPr userDrawn="1"/>
        </p:nvSpPr>
        <p:spPr>
          <a:xfrm>
            <a:off x="3227321" y="1909647"/>
            <a:ext cx="3011687" cy="705659"/>
          </a:xfrm>
          <a:prstGeom prst="chevron">
            <a:avLst/>
          </a:prstGeom>
          <a:solidFill>
            <a:srgbClr val="85BD25"/>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44000" tIns="88900" rIns="88900" bIns="88900" rtlCol="0" anchor="ctr"/>
          <a:lstStyle/>
          <a:p>
            <a:endParaRPr lang="en-US" sz="1300" dirty="0">
              <a:solidFill>
                <a:schemeClr val="bg1"/>
              </a:solidFill>
              <a:latin typeface="Open Sans SemiBold"/>
              <a:ea typeface="Open Sans SemiBold"/>
              <a:cs typeface="Open Sans SemiBold"/>
            </a:endParaRPr>
          </a:p>
        </p:txBody>
      </p:sp>
      <p:sp>
        <p:nvSpPr>
          <p:cNvPr id="28" name="Chevron 27">
            <a:extLst>
              <a:ext uri="{FF2B5EF4-FFF2-40B4-BE49-F238E27FC236}">
                <a16:creationId xmlns:a16="http://schemas.microsoft.com/office/drawing/2014/main" id="{04C03731-61F1-A196-BD98-9B4D3D6B879B}"/>
              </a:ext>
            </a:extLst>
          </p:cNvPr>
          <p:cNvSpPr/>
          <p:nvPr userDrawn="1"/>
        </p:nvSpPr>
        <p:spPr>
          <a:xfrm>
            <a:off x="5952992" y="1904062"/>
            <a:ext cx="3011687" cy="705659"/>
          </a:xfrm>
          <a:prstGeom prst="chevron">
            <a:avLst/>
          </a:prstGeom>
          <a:solidFill>
            <a:srgbClr val="25890D"/>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44000" tIns="88900" rIns="88900" bIns="88900" rtlCol="0" anchor="ctr"/>
          <a:lstStyle/>
          <a:p>
            <a:endParaRPr lang="en-US" sz="1300" dirty="0">
              <a:solidFill>
                <a:schemeClr val="bg1"/>
              </a:solidFill>
              <a:latin typeface="Open Sans SemiBold"/>
              <a:ea typeface="Open Sans SemiBold"/>
              <a:cs typeface="Open Sans SemiBold"/>
            </a:endParaRPr>
          </a:p>
        </p:txBody>
      </p:sp>
      <p:sp>
        <p:nvSpPr>
          <p:cNvPr id="29" name="Chevron 28">
            <a:extLst>
              <a:ext uri="{FF2B5EF4-FFF2-40B4-BE49-F238E27FC236}">
                <a16:creationId xmlns:a16="http://schemas.microsoft.com/office/drawing/2014/main" id="{98C89028-2FF4-D689-ABAD-E50488988DB5}"/>
              </a:ext>
            </a:extLst>
          </p:cNvPr>
          <p:cNvSpPr/>
          <p:nvPr userDrawn="1"/>
        </p:nvSpPr>
        <p:spPr>
          <a:xfrm>
            <a:off x="8678663" y="1904062"/>
            <a:ext cx="3011687" cy="705659"/>
          </a:xfrm>
          <a:prstGeom prst="chevron">
            <a:avLst/>
          </a:prstGeom>
          <a:solidFill>
            <a:srgbClr val="036A38"/>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44000" tIns="88900" rIns="88900" bIns="88900" rtlCol="0" anchor="ctr"/>
          <a:lstStyle/>
          <a:p>
            <a:endParaRPr lang="en-US" sz="1300" dirty="0">
              <a:solidFill>
                <a:schemeClr val="bg1"/>
              </a:solidFill>
              <a:latin typeface="Open Sans SemiBold"/>
              <a:ea typeface="Open Sans SemiBold"/>
              <a:cs typeface="Open Sans SemiBold"/>
            </a:endParaRPr>
          </a:p>
        </p:txBody>
      </p:sp>
      <p:sp>
        <p:nvSpPr>
          <p:cNvPr id="15" name="Box 1 Title">
            <a:extLst>
              <a:ext uri="{FF2B5EF4-FFF2-40B4-BE49-F238E27FC236}">
                <a16:creationId xmlns:a16="http://schemas.microsoft.com/office/drawing/2014/main" id="{D824DEC9-A944-8C0F-08F2-35A5C4A11C77}"/>
              </a:ext>
            </a:extLst>
          </p:cNvPr>
          <p:cNvSpPr>
            <a:spLocks noGrp="1"/>
          </p:cNvSpPr>
          <p:nvPr>
            <p:ph type="body" sz="quarter" idx="21" hasCustomPrompt="1"/>
          </p:nvPr>
        </p:nvSpPr>
        <p:spPr>
          <a:xfrm>
            <a:off x="725938" y="2062880"/>
            <a:ext cx="2524366" cy="366402"/>
          </a:xfrm>
        </p:spPr>
        <p:txBody>
          <a:bodyPr anchor="ctr">
            <a:normAutofit/>
          </a:bodyPr>
          <a:lstStyle>
            <a:lvl1pPr marL="0" indent="0">
              <a:lnSpc>
                <a:spcPct val="100000"/>
              </a:lnSpc>
              <a:buNone/>
              <a:defRPr sz="1400" b="1" i="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Box 1 Title</a:t>
            </a:r>
          </a:p>
        </p:txBody>
      </p:sp>
      <p:sp>
        <p:nvSpPr>
          <p:cNvPr id="16" name="Box 1 Content">
            <a:extLst>
              <a:ext uri="{FF2B5EF4-FFF2-40B4-BE49-F238E27FC236}">
                <a16:creationId xmlns:a16="http://schemas.microsoft.com/office/drawing/2014/main" id="{2C855802-913E-F384-FDCF-ACADFD38575D}"/>
              </a:ext>
            </a:extLst>
          </p:cNvPr>
          <p:cNvSpPr>
            <a:spLocks noGrp="1"/>
          </p:cNvSpPr>
          <p:nvPr>
            <p:ph type="body" sz="quarter" idx="24" hasCustomPrompt="1"/>
          </p:nvPr>
        </p:nvSpPr>
        <p:spPr>
          <a:xfrm>
            <a:off x="725938" y="2706013"/>
            <a:ext cx="2338736" cy="2896052"/>
          </a:xfrm>
        </p:spPr>
        <p:txBody>
          <a:bodyPr>
            <a:normAutofit/>
          </a:bodyPr>
          <a:lstStyle>
            <a:lvl1pPr marL="285750" marR="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Box 1 Content</a:t>
            </a:r>
          </a:p>
        </p:txBody>
      </p:sp>
      <p:sp>
        <p:nvSpPr>
          <p:cNvPr id="17" name="Box 2 Title">
            <a:extLst>
              <a:ext uri="{FF2B5EF4-FFF2-40B4-BE49-F238E27FC236}">
                <a16:creationId xmlns:a16="http://schemas.microsoft.com/office/drawing/2014/main" id="{60E869E3-2EE7-BD03-4F9C-AFFC6B6CF843}"/>
              </a:ext>
            </a:extLst>
          </p:cNvPr>
          <p:cNvSpPr>
            <a:spLocks noGrp="1"/>
          </p:cNvSpPr>
          <p:nvPr>
            <p:ph type="body" sz="quarter" idx="22" hasCustomPrompt="1"/>
          </p:nvPr>
        </p:nvSpPr>
        <p:spPr>
          <a:xfrm>
            <a:off x="3545621" y="2062880"/>
            <a:ext cx="2438514" cy="366402"/>
          </a:xfrm>
        </p:spPr>
        <p:txBody>
          <a:bodyPr anchor="ctr">
            <a:normAutofit/>
          </a:bodyPr>
          <a:lstStyle>
            <a:lvl1pPr marL="0" indent="0">
              <a:lnSpc>
                <a:spcPct val="100000"/>
              </a:lnSpc>
              <a:buNone/>
              <a:defRPr sz="14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Box 2 Title</a:t>
            </a:r>
          </a:p>
        </p:txBody>
      </p:sp>
      <p:sp>
        <p:nvSpPr>
          <p:cNvPr id="18" name="Box 2 Content">
            <a:extLst>
              <a:ext uri="{FF2B5EF4-FFF2-40B4-BE49-F238E27FC236}">
                <a16:creationId xmlns:a16="http://schemas.microsoft.com/office/drawing/2014/main" id="{B116D501-747D-31E0-DC0A-25CE4FDCA295}"/>
              </a:ext>
            </a:extLst>
          </p:cNvPr>
          <p:cNvSpPr>
            <a:spLocks noGrp="1"/>
          </p:cNvSpPr>
          <p:nvPr>
            <p:ph type="body" sz="quarter" idx="25" hasCustomPrompt="1"/>
          </p:nvPr>
        </p:nvSpPr>
        <p:spPr>
          <a:xfrm>
            <a:off x="3479938" y="2706013"/>
            <a:ext cx="2327936" cy="2896052"/>
          </a:xfrm>
        </p:spPr>
        <p:txBody>
          <a:bodyPr>
            <a:normAutofit/>
          </a:bodyPr>
          <a:lstStyle>
            <a:lvl1pPr marL="285750" marR="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Box 2 Content</a:t>
            </a:r>
          </a:p>
        </p:txBody>
      </p:sp>
      <p:sp>
        <p:nvSpPr>
          <p:cNvPr id="19" name="Box 3 Title">
            <a:extLst>
              <a:ext uri="{FF2B5EF4-FFF2-40B4-BE49-F238E27FC236}">
                <a16:creationId xmlns:a16="http://schemas.microsoft.com/office/drawing/2014/main" id="{7CDB5D46-541F-A2E4-F5FD-1AD9F22E3ACC}"/>
              </a:ext>
            </a:extLst>
          </p:cNvPr>
          <p:cNvSpPr>
            <a:spLocks noGrp="1"/>
          </p:cNvSpPr>
          <p:nvPr>
            <p:ph type="body" sz="quarter" idx="23" hasCustomPrompt="1"/>
          </p:nvPr>
        </p:nvSpPr>
        <p:spPr>
          <a:xfrm>
            <a:off x="6273638" y="2062880"/>
            <a:ext cx="2450142" cy="366402"/>
          </a:xfrm>
        </p:spPr>
        <p:txBody>
          <a:bodyPr anchor="ctr">
            <a:normAutofit/>
          </a:bodyPr>
          <a:lstStyle>
            <a:lvl1pPr marL="0" indent="0">
              <a:lnSpc>
                <a:spcPct val="100000"/>
              </a:lnSpc>
              <a:buNone/>
              <a:defRPr sz="14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Box 3 Title</a:t>
            </a:r>
          </a:p>
        </p:txBody>
      </p:sp>
      <p:sp>
        <p:nvSpPr>
          <p:cNvPr id="20" name="Box 3 Content">
            <a:extLst>
              <a:ext uri="{FF2B5EF4-FFF2-40B4-BE49-F238E27FC236}">
                <a16:creationId xmlns:a16="http://schemas.microsoft.com/office/drawing/2014/main" id="{7C53E409-C920-852B-2AFB-1F42B1A2297A}"/>
              </a:ext>
            </a:extLst>
          </p:cNvPr>
          <p:cNvSpPr>
            <a:spLocks noGrp="1"/>
          </p:cNvSpPr>
          <p:nvPr>
            <p:ph type="body" sz="quarter" idx="26" hasCustomPrompt="1"/>
          </p:nvPr>
        </p:nvSpPr>
        <p:spPr>
          <a:xfrm>
            <a:off x="6210537" y="2706013"/>
            <a:ext cx="2340537" cy="2896052"/>
          </a:xfrm>
        </p:spPr>
        <p:txBody>
          <a:bodyPr>
            <a:normAutofit/>
          </a:bodyPr>
          <a:lstStyle>
            <a:lvl1pPr marL="285750" marR="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Box 3 Content</a:t>
            </a:r>
          </a:p>
        </p:txBody>
      </p:sp>
      <p:sp>
        <p:nvSpPr>
          <p:cNvPr id="21" name="Box 4 Title">
            <a:extLst>
              <a:ext uri="{FF2B5EF4-FFF2-40B4-BE49-F238E27FC236}">
                <a16:creationId xmlns:a16="http://schemas.microsoft.com/office/drawing/2014/main" id="{84849E69-60EF-66C1-7CF8-237D4EBA1F56}"/>
              </a:ext>
            </a:extLst>
          </p:cNvPr>
          <p:cNvSpPr>
            <a:spLocks noGrp="1"/>
          </p:cNvSpPr>
          <p:nvPr>
            <p:ph type="body" sz="quarter" idx="28" hasCustomPrompt="1"/>
          </p:nvPr>
        </p:nvSpPr>
        <p:spPr>
          <a:xfrm>
            <a:off x="9007469" y="2059571"/>
            <a:ext cx="2450142" cy="366402"/>
          </a:xfrm>
        </p:spPr>
        <p:txBody>
          <a:bodyPr anchor="ctr">
            <a:normAutofit/>
          </a:bodyPr>
          <a:lstStyle>
            <a:lvl1pPr marL="0" indent="0">
              <a:lnSpc>
                <a:spcPct val="100000"/>
              </a:lnSpc>
              <a:buNone/>
              <a:defRPr sz="1400" b="1" i="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Box 4 Title</a:t>
            </a:r>
          </a:p>
        </p:txBody>
      </p:sp>
      <p:sp>
        <p:nvSpPr>
          <p:cNvPr id="22" name="Box 4 Content">
            <a:extLst>
              <a:ext uri="{FF2B5EF4-FFF2-40B4-BE49-F238E27FC236}">
                <a16:creationId xmlns:a16="http://schemas.microsoft.com/office/drawing/2014/main" id="{80323E1A-8E88-AFA2-66D4-1BDDB19839C7}"/>
              </a:ext>
            </a:extLst>
          </p:cNvPr>
          <p:cNvSpPr>
            <a:spLocks noGrp="1"/>
          </p:cNvSpPr>
          <p:nvPr>
            <p:ph type="body" sz="quarter" idx="27" hasCustomPrompt="1"/>
          </p:nvPr>
        </p:nvSpPr>
        <p:spPr>
          <a:xfrm>
            <a:off x="8953736" y="2712166"/>
            <a:ext cx="2340537" cy="2896052"/>
          </a:xfrm>
        </p:spPr>
        <p:txBody>
          <a:bodyPr>
            <a:normAutofit/>
          </a:bodyPr>
          <a:lstStyle>
            <a:lvl1pPr marL="285750" marR="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Box 4 Content</a:t>
            </a:r>
          </a:p>
        </p:txBody>
      </p:sp>
      <p:sp>
        <p:nvSpPr>
          <p:cNvPr id="2" name="Slide Subtitle">
            <a:extLst>
              <a:ext uri="{FF2B5EF4-FFF2-40B4-BE49-F238E27FC236}">
                <a16:creationId xmlns:a16="http://schemas.microsoft.com/office/drawing/2014/main" id="{6DDEC06D-C3B8-54B1-4B93-542597F12AD3}"/>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4" name="Slide Title">
            <a:extLst>
              <a:ext uri="{FF2B5EF4-FFF2-40B4-BE49-F238E27FC236}">
                <a16:creationId xmlns:a16="http://schemas.microsoft.com/office/drawing/2014/main" id="{AF96BB15-E15F-97F6-1479-FC87D823D973}"/>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
        <p:nvSpPr>
          <p:cNvPr id="30" name="ai generated label">
            <a:extLst>
              <a:ext uri="{FF2B5EF4-FFF2-40B4-BE49-F238E27FC236}">
                <a16:creationId xmlns:a16="http://schemas.microsoft.com/office/drawing/2014/main" id="{9236AC93-6341-D837-12E0-3F3C6D1FF125}"/>
              </a:ext>
            </a:extLst>
          </p:cNvPr>
          <p:cNvSpPr>
            <a:spLocks noGrp="1"/>
          </p:cNvSpPr>
          <p:nvPr>
            <p:ph type="body" sz="quarter" idx="31"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21351215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_metrics_slide">
    <p:spTree>
      <p:nvGrpSpPr>
        <p:cNvPr id="1" name=""/>
        <p:cNvGrpSpPr/>
        <p:nvPr/>
      </p:nvGrpSpPr>
      <p:grpSpPr>
        <a:xfrm>
          <a:off x="0" y="0"/>
          <a:ext cx="0" cy="0"/>
          <a:chOff x="0" y="0"/>
          <a:chExt cx="0" cy="0"/>
        </a:xfrm>
      </p:grpSpPr>
      <p:sp>
        <p:nvSpPr>
          <p:cNvPr id="7" name="Metric 1">
            <a:extLst>
              <a:ext uri="{FF2B5EF4-FFF2-40B4-BE49-F238E27FC236}">
                <a16:creationId xmlns:a16="http://schemas.microsoft.com/office/drawing/2014/main" id="{6F796501-24BD-A8BC-340B-FBE3EE87699B}"/>
              </a:ext>
            </a:extLst>
          </p:cNvPr>
          <p:cNvSpPr>
            <a:spLocks noGrp="1"/>
          </p:cNvSpPr>
          <p:nvPr>
            <p:ph type="body" sz="quarter" idx="22" hasCustomPrompt="1"/>
          </p:nvPr>
        </p:nvSpPr>
        <p:spPr>
          <a:xfrm>
            <a:off x="734374" y="2319906"/>
            <a:ext cx="3405138" cy="1026231"/>
          </a:xfrm>
        </p:spPr>
        <p:txBody>
          <a:bodyPr anchor="b">
            <a:noAutofit/>
          </a:bodyPr>
          <a:lstStyle>
            <a:lvl1pPr marL="0" indent="0" algn="ctr">
              <a:lnSpc>
                <a:spcPct val="100000"/>
              </a:lnSpc>
              <a:buNone/>
              <a:defRPr sz="3600" b="1" i="0">
                <a:solidFill>
                  <a:srgbClr val="86BC25"/>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Metric 1</a:t>
            </a:r>
          </a:p>
        </p:txBody>
      </p:sp>
      <p:sp>
        <p:nvSpPr>
          <p:cNvPr id="8" name="Metric 1 Explanation">
            <a:extLst>
              <a:ext uri="{FF2B5EF4-FFF2-40B4-BE49-F238E27FC236}">
                <a16:creationId xmlns:a16="http://schemas.microsoft.com/office/drawing/2014/main" id="{6CB8FB51-C60E-D886-FD1D-15A34B287539}"/>
              </a:ext>
            </a:extLst>
          </p:cNvPr>
          <p:cNvSpPr>
            <a:spLocks noGrp="1"/>
          </p:cNvSpPr>
          <p:nvPr>
            <p:ph type="body" sz="quarter" idx="21" hasCustomPrompt="1"/>
          </p:nvPr>
        </p:nvSpPr>
        <p:spPr>
          <a:xfrm>
            <a:off x="861811" y="3364242"/>
            <a:ext cx="3134229" cy="1704680"/>
          </a:xfrm>
        </p:spPr>
        <p:txBody>
          <a:bodyPr>
            <a:normAutofit/>
          </a:bodyPr>
          <a:lstStyle>
            <a:lvl1pPr marL="0" indent="0" algn="ctr">
              <a:lnSpc>
                <a:spcPts val="1880"/>
              </a:lnSpc>
              <a:buNone/>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Metric 1 Explanation</a:t>
            </a:r>
          </a:p>
        </p:txBody>
      </p:sp>
      <p:sp>
        <p:nvSpPr>
          <p:cNvPr id="9" name="Metric 2">
            <a:extLst>
              <a:ext uri="{FF2B5EF4-FFF2-40B4-BE49-F238E27FC236}">
                <a16:creationId xmlns:a16="http://schemas.microsoft.com/office/drawing/2014/main" id="{62B020F3-F0F9-EDC0-81DF-FF4DBE7A03FA}"/>
              </a:ext>
            </a:extLst>
          </p:cNvPr>
          <p:cNvSpPr>
            <a:spLocks noGrp="1"/>
          </p:cNvSpPr>
          <p:nvPr>
            <p:ph type="body" sz="quarter" idx="24" hasCustomPrompt="1"/>
          </p:nvPr>
        </p:nvSpPr>
        <p:spPr>
          <a:xfrm>
            <a:off x="4354027" y="2322969"/>
            <a:ext cx="3405138" cy="1026230"/>
          </a:xfrm>
        </p:spPr>
        <p:txBody>
          <a:bodyPr anchor="b">
            <a:no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3600" b="1" i="0">
                <a:solidFill>
                  <a:srgbClr val="86BC25"/>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Metric 2</a:t>
            </a:r>
          </a:p>
        </p:txBody>
      </p:sp>
      <p:sp>
        <p:nvSpPr>
          <p:cNvPr id="10" name="Metric 2 Explanation">
            <a:extLst>
              <a:ext uri="{FF2B5EF4-FFF2-40B4-BE49-F238E27FC236}">
                <a16:creationId xmlns:a16="http://schemas.microsoft.com/office/drawing/2014/main" id="{7D9FEAC1-4EE0-CD92-AABE-C1216A83AA56}"/>
              </a:ext>
            </a:extLst>
          </p:cNvPr>
          <p:cNvSpPr>
            <a:spLocks noGrp="1"/>
          </p:cNvSpPr>
          <p:nvPr>
            <p:ph type="body" sz="quarter" idx="23" hasCustomPrompt="1"/>
          </p:nvPr>
        </p:nvSpPr>
        <p:spPr>
          <a:xfrm>
            <a:off x="4481464" y="3367304"/>
            <a:ext cx="3134229" cy="1704681"/>
          </a:xfrm>
        </p:spPr>
        <p:txBody>
          <a:bodyPr>
            <a:normAutofit/>
          </a:bodyPr>
          <a:lstStyle>
            <a:lvl1pPr marL="0" marR="0" indent="0" algn="ctr" defTabSz="914400" rtl="0" eaLnBrk="1" fontAlgn="auto" latinLnBrk="0" hangingPunct="1">
              <a:lnSpc>
                <a:spcPts val="1880"/>
              </a:lnSpc>
              <a:spcBef>
                <a:spcPts val="1000"/>
              </a:spcBef>
              <a:spcAft>
                <a:spcPts val="0"/>
              </a:spcAft>
              <a:buClrTx/>
              <a:buSzTx/>
              <a:buFont typeface="Arial" panose="020B0604020202020204" pitchFamily="34" charset="0"/>
              <a:buNone/>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Metric 2 Explanation</a:t>
            </a:r>
          </a:p>
        </p:txBody>
      </p:sp>
      <p:sp>
        <p:nvSpPr>
          <p:cNvPr id="11" name="Metric 3">
            <a:extLst>
              <a:ext uri="{FF2B5EF4-FFF2-40B4-BE49-F238E27FC236}">
                <a16:creationId xmlns:a16="http://schemas.microsoft.com/office/drawing/2014/main" id="{5F6B94E8-CF73-621F-EA6E-A366B1B5E196}"/>
              </a:ext>
            </a:extLst>
          </p:cNvPr>
          <p:cNvSpPr>
            <a:spLocks noGrp="1"/>
          </p:cNvSpPr>
          <p:nvPr>
            <p:ph type="body" sz="quarter" idx="26" hasCustomPrompt="1"/>
          </p:nvPr>
        </p:nvSpPr>
        <p:spPr>
          <a:xfrm>
            <a:off x="7973680" y="2319906"/>
            <a:ext cx="3405138" cy="1026230"/>
          </a:xfrm>
        </p:spPr>
        <p:txBody>
          <a:bodyPr anchor="b">
            <a:no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3600" b="1" i="0">
                <a:solidFill>
                  <a:srgbClr val="86BC25"/>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Metric 3</a:t>
            </a:r>
          </a:p>
        </p:txBody>
      </p:sp>
      <p:sp>
        <p:nvSpPr>
          <p:cNvPr id="12" name="Metric 3 Explanation">
            <a:extLst>
              <a:ext uri="{FF2B5EF4-FFF2-40B4-BE49-F238E27FC236}">
                <a16:creationId xmlns:a16="http://schemas.microsoft.com/office/drawing/2014/main" id="{66C0A07B-67D2-2732-D6ED-7F20F6E5648B}"/>
              </a:ext>
            </a:extLst>
          </p:cNvPr>
          <p:cNvSpPr>
            <a:spLocks noGrp="1"/>
          </p:cNvSpPr>
          <p:nvPr>
            <p:ph type="body" sz="quarter" idx="25" hasCustomPrompt="1"/>
          </p:nvPr>
        </p:nvSpPr>
        <p:spPr>
          <a:xfrm>
            <a:off x="8101117" y="3364242"/>
            <a:ext cx="3134229" cy="1704682"/>
          </a:xfrm>
        </p:spPr>
        <p:txBody>
          <a:bodyPr>
            <a:normAutofit/>
          </a:bodyPr>
          <a:lstStyle>
            <a:lvl1pPr marL="0" marR="0" indent="0" algn="ctr" defTabSz="914400" rtl="0" eaLnBrk="1" fontAlgn="auto" latinLnBrk="0" hangingPunct="1">
              <a:lnSpc>
                <a:spcPts val="1880"/>
              </a:lnSpc>
              <a:spcBef>
                <a:spcPts val="1000"/>
              </a:spcBef>
              <a:spcAft>
                <a:spcPts val="0"/>
              </a:spcAft>
              <a:buClrTx/>
              <a:buSzTx/>
              <a:buFont typeface="Arial" panose="020B0604020202020204" pitchFamily="34" charset="0"/>
              <a:buNone/>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Metric 3 Explanation</a:t>
            </a:r>
          </a:p>
        </p:txBody>
      </p:sp>
      <p:cxnSp>
        <p:nvCxnSpPr>
          <p:cNvPr id="13" name="Straight Connector 12">
            <a:extLst>
              <a:ext uri="{FF2B5EF4-FFF2-40B4-BE49-F238E27FC236}">
                <a16:creationId xmlns:a16="http://schemas.microsoft.com/office/drawing/2014/main" id="{491E2E07-8DE0-66C0-F68C-4768E22BD797}"/>
              </a:ext>
            </a:extLst>
          </p:cNvPr>
          <p:cNvCxnSpPr>
            <a:cxnSpLocks/>
          </p:cNvCxnSpPr>
          <p:nvPr userDrawn="1"/>
        </p:nvCxnSpPr>
        <p:spPr>
          <a:xfrm>
            <a:off x="4246770" y="2754954"/>
            <a:ext cx="0" cy="1818480"/>
          </a:xfrm>
          <a:prstGeom prst="line">
            <a:avLst/>
          </a:prstGeom>
          <a:ln w="12700">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4F7BBB7-46C8-6D0B-C2B2-D7D092CB5831}"/>
              </a:ext>
            </a:extLst>
          </p:cNvPr>
          <p:cNvCxnSpPr>
            <a:cxnSpLocks/>
          </p:cNvCxnSpPr>
          <p:nvPr userDrawn="1"/>
        </p:nvCxnSpPr>
        <p:spPr>
          <a:xfrm>
            <a:off x="7866422" y="2754954"/>
            <a:ext cx="0" cy="1818480"/>
          </a:xfrm>
          <a:prstGeom prst="line">
            <a:avLst/>
          </a:prstGeom>
          <a:ln w="12700">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sp>
        <p:nvSpPr>
          <p:cNvPr id="2" name="Slide Subtitle">
            <a:extLst>
              <a:ext uri="{FF2B5EF4-FFF2-40B4-BE49-F238E27FC236}">
                <a16:creationId xmlns:a16="http://schemas.microsoft.com/office/drawing/2014/main" id="{48F2DDA1-2B27-BE2A-0B2B-03690D5944E8}"/>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16" name="Slide Title">
            <a:extLst>
              <a:ext uri="{FF2B5EF4-FFF2-40B4-BE49-F238E27FC236}">
                <a16:creationId xmlns:a16="http://schemas.microsoft.com/office/drawing/2014/main" id="{4D35A28C-F0E3-DB55-5C4F-CFDBB6372C17}"/>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
        <p:nvSpPr>
          <p:cNvPr id="17" name="ai generated label">
            <a:extLst>
              <a:ext uri="{FF2B5EF4-FFF2-40B4-BE49-F238E27FC236}">
                <a16:creationId xmlns:a16="http://schemas.microsoft.com/office/drawing/2014/main" id="{92481142-EF43-CA9D-9B22-115EB2EA9498}"/>
              </a:ext>
            </a:extLst>
          </p:cNvPr>
          <p:cNvSpPr>
            <a:spLocks noGrp="1"/>
          </p:cNvSpPr>
          <p:nvPr>
            <p:ph type="body" sz="quarter" idx="31"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24899296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_card_slide">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CA4833A-BFB4-ADAF-127A-FDFFDDA5E51F}"/>
              </a:ext>
            </a:extLst>
          </p:cNvPr>
          <p:cNvSpPr txBox="1"/>
          <p:nvPr userDrawn="1"/>
        </p:nvSpPr>
        <p:spPr>
          <a:xfrm>
            <a:off x="794929" y="2500549"/>
            <a:ext cx="1391478" cy="438582"/>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chemeClr val="accent1"/>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01</a:t>
            </a:r>
          </a:p>
        </p:txBody>
      </p:sp>
      <p:sp>
        <p:nvSpPr>
          <p:cNvPr id="8" name="Rectangle 7">
            <a:extLst>
              <a:ext uri="{FF2B5EF4-FFF2-40B4-BE49-F238E27FC236}">
                <a16:creationId xmlns:a16="http://schemas.microsoft.com/office/drawing/2014/main" id="{98EB8C5D-0AF1-496B-32AB-E4EC6587685F}"/>
              </a:ext>
            </a:extLst>
          </p:cNvPr>
          <p:cNvSpPr/>
          <p:nvPr userDrawn="1"/>
        </p:nvSpPr>
        <p:spPr>
          <a:xfrm>
            <a:off x="536575" y="2165518"/>
            <a:ext cx="3578840" cy="3953435"/>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009EDB9-DD07-6A76-CC15-6D90A6D187A6}"/>
              </a:ext>
            </a:extLst>
          </p:cNvPr>
          <p:cNvSpPr txBox="1"/>
          <p:nvPr userDrawn="1"/>
        </p:nvSpPr>
        <p:spPr>
          <a:xfrm>
            <a:off x="4564936" y="2500549"/>
            <a:ext cx="1391478" cy="438582"/>
          </a:xfrm>
          <a:prstGeom prst="rect">
            <a:avLst/>
          </a:prstGeom>
          <a:noFill/>
          <a:ln>
            <a:noFill/>
          </a:ln>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chemeClr val="accent3"/>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02</a:t>
            </a:r>
          </a:p>
        </p:txBody>
      </p:sp>
      <p:sp>
        <p:nvSpPr>
          <p:cNvPr id="10" name="Rectangle 9">
            <a:extLst>
              <a:ext uri="{FF2B5EF4-FFF2-40B4-BE49-F238E27FC236}">
                <a16:creationId xmlns:a16="http://schemas.microsoft.com/office/drawing/2014/main" id="{22A2A02D-831F-D30C-2AF1-606A8AE62216}"/>
              </a:ext>
            </a:extLst>
          </p:cNvPr>
          <p:cNvSpPr/>
          <p:nvPr userDrawn="1"/>
        </p:nvSpPr>
        <p:spPr>
          <a:xfrm>
            <a:off x="4306582" y="2165518"/>
            <a:ext cx="3578840" cy="3953435"/>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ED2A395-6EE7-CCD8-344A-FA70E19948C6}"/>
              </a:ext>
            </a:extLst>
          </p:cNvPr>
          <p:cNvSpPr txBox="1"/>
          <p:nvPr userDrawn="1"/>
        </p:nvSpPr>
        <p:spPr>
          <a:xfrm>
            <a:off x="8334943" y="2500549"/>
            <a:ext cx="1391478" cy="438582"/>
          </a:xfrm>
          <a:prstGeom prst="rect">
            <a:avLst/>
          </a:prstGeom>
          <a:noFill/>
          <a:ln>
            <a:noFill/>
          </a:ln>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01ABAC"/>
                </a:solidFill>
                <a:effectLst/>
                <a:uLnTx/>
                <a:uFillTx/>
                <a:latin typeface="Open Sans SemiBold" panose="020B0606030504020204" pitchFamily="34" charset="0"/>
                <a:ea typeface="Open Sans SemiBold" panose="020B0606030504020204" pitchFamily="34" charset="0"/>
                <a:cs typeface="Open Sans SemiBold" panose="020B0606030504020204" pitchFamily="34" charset="0"/>
              </a:rPr>
              <a:t>03</a:t>
            </a:r>
          </a:p>
        </p:txBody>
      </p:sp>
      <p:sp>
        <p:nvSpPr>
          <p:cNvPr id="12" name="Rectangle 11">
            <a:extLst>
              <a:ext uri="{FF2B5EF4-FFF2-40B4-BE49-F238E27FC236}">
                <a16:creationId xmlns:a16="http://schemas.microsoft.com/office/drawing/2014/main" id="{EA55C4A6-9EC0-5E57-F8FB-D341026DD354}"/>
              </a:ext>
            </a:extLst>
          </p:cNvPr>
          <p:cNvSpPr/>
          <p:nvPr userDrawn="1"/>
        </p:nvSpPr>
        <p:spPr>
          <a:xfrm>
            <a:off x="8076589" y="2165518"/>
            <a:ext cx="3578840" cy="3953435"/>
          </a:xfrm>
          <a:prstGeom prst="rect">
            <a:avLst/>
          </a:prstGeom>
          <a:noFill/>
          <a:ln w="38100">
            <a:solidFill>
              <a:srgbClr val="01ABA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Box 1 Title">
            <a:extLst>
              <a:ext uri="{FF2B5EF4-FFF2-40B4-BE49-F238E27FC236}">
                <a16:creationId xmlns:a16="http://schemas.microsoft.com/office/drawing/2014/main" id="{4C3ED6A2-8E50-1B8A-8EEE-E506B35C95B8}"/>
              </a:ext>
            </a:extLst>
          </p:cNvPr>
          <p:cNvSpPr>
            <a:spLocks noGrp="1"/>
          </p:cNvSpPr>
          <p:nvPr>
            <p:ph type="body" sz="quarter" idx="22" hasCustomPrompt="1"/>
          </p:nvPr>
        </p:nvSpPr>
        <p:spPr>
          <a:xfrm>
            <a:off x="794930" y="3257721"/>
            <a:ext cx="3117816" cy="731520"/>
          </a:xfrm>
        </p:spPr>
        <p:txBody>
          <a:bodyPr>
            <a:normAutofit/>
          </a:bodyPr>
          <a:lstStyle>
            <a:lvl1pPr marL="0" indent="0">
              <a:lnSpc>
                <a:spcPct val="100000"/>
              </a:lnSpc>
              <a:buNone/>
              <a:defRPr sz="18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Box 1 Title</a:t>
            </a:r>
          </a:p>
        </p:txBody>
      </p:sp>
      <p:sp>
        <p:nvSpPr>
          <p:cNvPr id="14" name="Box 1 Text">
            <a:extLst>
              <a:ext uri="{FF2B5EF4-FFF2-40B4-BE49-F238E27FC236}">
                <a16:creationId xmlns:a16="http://schemas.microsoft.com/office/drawing/2014/main" id="{90E8C865-EBA2-8C5A-8B9F-6917F6FF7821}"/>
              </a:ext>
            </a:extLst>
          </p:cNvPr>
          <p:cNvSpPr>
            <a:spLocks noGrp="1"/>
          </p:cNvSpPr>
          <p:nvPr>
            <p:ph type="body" sz="quarter" idx="21" hasCustomPrompt="1"/>
          </p:nvPr>
        </p:nvSpPr>
        <p:spPr>
          <a:xfrm>
            <a:off x="794930" y="4152871"/>
            <a:ext cx="3117816" cy="1696600"/>
          </a:xfrm>
        </p:spPr>
        <p:txBody>
          <a:bodyPr>
            <a:normAutofit/>
          </a:bodyPr>
          <a:lstStyle>
            <a:lvl1pPr marL="0" indent="0">
              <a:lnSpc>
                <a:spcPct val="100000"/>
              </a:lnSpc>
              <a:buNone/>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Box 1 Text </a:t>
            </a:r>
          </a:p>
        </p:txBody>
      </p:sp>
      <p:sp>
        <p:nvSpPr>
          <p:cNvPr id="15" name="Box 2 Title">
            <a:extLst>
              <a:ext uri="{FF2B5EF4-FFF2-40B4-BE49-F238E27FC236}">
                <a16:creationId xmlns:a16="http://schemas.microsoft.com/office/drawing/2014/main" id="{D3235B48-4194-B5BB-47A6-AE4E2C58DF3B}"/>
              </a:ext>
            </a:extLst>
          </p:cNvPr>
          <p:cNvSpPr>
            <a:spLocks noGrp="1"/>
          </p:cNvSpPr>
          <p:nvPr>
            <p:ph type="body" sz="quarter" idx="24" hasCustomPrompt="1"/>
          </p:nvPr>
        </p:nvSpPr>
        <p:spPr>
          <a:xfrm>
            <a:off x="4564937" y="3257721"/>
            <a:ext cx="3117816" cy="731520"/>
          </a:xfrm>
        </p:spPr>
        <p:txBody>
          <a:bodyPr>
            <a:normAutofit/>
          </a:bodyPr>
          <a:lstStyle>
            <a:lvl1pPr marL="0" indent="0">
              <a:lnSpc>
                <a:spcPct val="100000"/>
              </a:lnSpc>
              <a:buNone/>
              <a:defRPr sz="18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Box 2 Title</a:t>
            </a:r>
          </a:p>
        </p:txBody>
      </p:sp>
      <p:sp>
        <p:nvSpPr>
          <p:cNvPr id="16" name="Box 2 Text">
            <a:extLst>
              <a:ext uri="{FF2B5EF4-FFF2-40B4-BE49-F238E27FC236}">
                <a16:creationId xmlns:a16="http://schemas.microsoft.com/office/drawing/2014/main" id="{17987C81-FF76-04B9-6279-3E1BF579F141}"/>
              </a:ext>
            </a:extLst>
          </p:cNvPr>
          <p:cNvSpPr>
            <a:spLocks noGrp="1"/>
          </p:cNvSpPr>
          <p:nvPr>
            <p:ph type="body" sz="quarter" idx="23" hasCustomPrompt="1"/>
          </p:nvPr>
        </p:nvSpPr>
        <p:spPr>
          <a:xfrm>
            <a:off x="4564937" y="4152871"/>
            <a:ext cx="3117816" cy="1696600"/>
          </a:xfrm>
        </p:spPr>
        <p:txBody>
          <a:bodyPr>
            <a:normAutofit/>
          </a:bodyPr>
          <a:lstStyle>
            <a:lvl1pPr marL="0" indent="0">
              <a:lnSpc>
                <a:spcPct val="100000"/>
              </a:lnSpc>
              <a:buNone/>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Box 2 Text</a:t>
            </a:r>
          </a:p>
        </p:txBody>
      </p:sp>
      <p:sp>
        <p:nvSpPr>
          <p:cNvPr id="17" name="Box 3 Title">
            <a:extLst>
              <a:ext uri="{FF2B5EF4-FFF2-40B4-BE49-F238E27FC236}">
                <a16:creationId xmlns:a16="http://schemas.microsoft.com/office/drawing/2014/main" id="{04981BFC-3150-F121-D67C-EE217C8CC74B}"/>
              </a:ext>
            </a:extLst>
          </p:cNvPr>
          <p:cNvSpPr>
            <a:spLocks noGrp="1"/>
          </p:cNvSpPr>
          <p:nvPr>
            <p:ph type="body" sz="quarter" idx="36" hasCustomPrompt="1"/>
          </p:nvPr>
        </p:nvSpPr>
        <p:spPr>
          <a:xfrm>
            <a:off x="8334944" y="3257721"/>
            <a:ext cx="3117816" cy="731520"/>
          </a:xfrm>
        </p:spPr>
        <p:txBody>
          <a:bodyPr>
            <a:normAutofit/>
          </a:bodyPr>
          <a:lstStyle>
            <a:lvl1pPr marL="0" indent="0">
              <a:lnSpc>
                <a:spcPct val="100000"/>
              </a:lnSpc>
              <a:buNone/>
              <a:defRPr sz="18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Box 3 Title</a:t>
            </a:r>
          </a:p>
        </p:txBody>
      </p:sp>
      <p:sp>
        <p:nvSpPr>
          <p:cNvPr id="18" name="Box 3 Text">
            <a:extLst>
              <a:ext uri="{FF2B5EF4-FFF2-40B4-BE49-F238E27FC236}">
                <a16:creationId xmlns:a16="http://schemas.microsoft.com/office/drawing/2014/main" id="{4F0FC04A-5E26-C8E8-3AA2-5D2E6D2BD68D}"/>
              </a:ext>
            </a:extLst>
          </p:cNvPr>
          <p:cNvSpPr>
            <a:spLocks noGrp="1"/>
          </p:cNvSpPr>
          <p:nvPr>
            <p:ph type="body" sz="quarter" idx="35" hasCustomPrompt="1"/>
          </p:nvPr>
        </p:nvSpPr>
        <p:spPr>
          <a:xfrm>
            <a:off x="8334944" y="4152871"/>
            <a:ext cx="3117816" cy="1696600"/>
          </a:xfrm>
        </p:spPr>
        <p:txBody>
          <a:bodyPr>
            <a:normAutofit/>
          </a:bodyPr>
          <a:lstStyle>
            <a:lvl1pPr marL="0" indent="0">
              <a:lnSpc>
                <a:spcPct val="100000"/>
              </a:lnSpc>
              <a:buNone/>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Box 3 Text</a:t>
            </a:r>
          </a:p>
        </p:txBody>
      </p:sp>
      <p:sp>
        <p:nvSpPr>
          <p:cNvPr id="2" name="Slide Subtitle">
            <a:extLst>
              <a:ext uri="{FF2B5EF4-FFF2-40B4-BE49-F238E27FC236}">
                <a16:creationId xmlns:a16="http://schemas.microsoft.com/office/drawing/2014/main" id="{15ED191E-95E5-F9AF-44EE-F68EED5553EA}"/>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0" name="Slide Title">
            <a:extLst>
              <a:ext uri="{FF2B5EF4-FFF2-40B4-BE49-F238E27FC236}">
                <a16:creationId xmlns:a16="http://schemas.microsoft.com/office/drawing/2014/main" id="{A637DCD3-1F7F-DE71-DB7D-4D9363963180}"/>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
        <p:nvSpPr>
          <p:cNvPr id="21" name="ai generated label">
            <a:extLst>
              <a:ext uri="{FF2B5EF4-FFF2-40B4-BE49-F238E27FC236}">
                <a16:creationId xmlns:a16="http://schemas.microsoft.com/office/drawing/2014/main" id="{3472DED9-6527-2F17-671E-478F0BA95EE2}"/>
              </a:ext>
            </a:extLst>
          </p:cNvPr>
          <p:cNvSpPr>
            <a:spLocks noGrp="1"/>
          </p:cNvSpPr>
          <p:nvPr>
            <p:ph type="body" sz="quarter" idx="37"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10743611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our_stage_journey_slide">
    <p:spTree>
      <p:nvGrpSpPr>
        <p:cNvPr id="1" name=""/>
        <p:cNvGrpSpPr/>
        <p:nvPr/>
      </p:nvGrpSpPr>
      <p:grpSpPr>
        <a:xfrm>
          <a:off x="0" y="0"/>
          <a:ext cx="0" cy="0"/>
          <a:chOff x="0" y="0"/>
          <a:chExt cx="0" cy="0"/>
        </a:xfrm>
      </p:grpSpPr>
      <p:sp>
        <p:nvSpPr>
          <p:cNvPr id="7" name="Freeform 4">
            <a:extLst>
              <a:ext uri="{FF2B5EF4-FFF2-40B4-BE49-F238E27FC236}">
                <a16:creationId xmlns:a16="http://schemas.microsoft.com/office/drawing/2014/main" id="{4507FFCB-192E-043D-34AE-8DC3708A2799}"/>
              </a:ext>
            </a:extLst>
          </p:cNvPr>
          <p:cNvSpPr/>
          <p:nvPr userDrawn="1"/>
        </p:nvSpPr>
        <p:spPr>
          <a:xfrm>
            <a:off x="641545" y="2314294"/>
            <a:ext cx="10964791" cy="1302557"/>
          </a:xfrm>
          <a:custGeom>
            <a:avLst/>
            <a:gdLst>
              <a:gd name="connsiteX0" fmla="*/ 0 w 8617527"/>
              <a:gd name="connsiteY0" fmla="*/ 651164 h 1191491"/>
              <a:gd name="connsiteX1" fmla="*/ 2673927 w 8617527"/>
              <a:gd name="connsiteY1" fmla="*/ 0 h 1191491"/>
              <a:gd name="connsiteX2" fmla="*/ 6483927 w 8617527"/>
              <a:gd name="connsiteY2" fmla="*/ 1191491 h 1191491"/>
              <a:gd name="connsiteX3" fmla="*/ 8617527 w 8617527"/>
              <a:gd name="connsiteY3" fmla="*/ 498764 h 1191491"/>
              <a:gd name="connsiteX0" fmla="*/ 0 w 8617527"/>
              <a:gd name="connsiteY0" fmla="*/ 661463 h 1201790"/>
              <a:gd name="connsiteX1" fmla="*/ 2673927 w 8617527"/>
              <a:gd name="connsiteY1" fmla="*/ 10299 h 1201790"/>
              <a:gd name="connsiteX2" fmla="*/ 6483927 w 8617527"/>
              <a:gd name="connsiteY2" fmla="*/ 1201790 h 1201790"/>
              <a:gd name="connsiteX3" fmla="*/ 8617527 w 8617527"/>
              <a:gd name="connsiteY3" fmla="*/ 509063 h 1201790"/>
              <a:gd name="connsiteX0" fmla="*/ 0 w 8617527"/>
              <a:gd name="connsiteY0" fmla="*/ 651245 h 1191572"/>
              <a:gd name="connsiteX1" fmla="*/ 2673927 w 8617527"/>
              <a:gd name="connsiteY1" fmla="*/ 81 h 1191572"/>
              <a:gd name="connsiteX2" fmla="*/ 6483927 w 8617527"/>
              <a:gd name="connsiteY2" fmla="*/ 1191572 h 1191572"/>
              <a:gd name="connsiteX3" fmla="*/ 8617527 w 8617527"/>
              <a:gd name="connsiteY3" fmla="*/ 498845 h 1191572"/>
              <a:gd name="connsiteX0" fmla="*/ 0 w 8617527"/>
              <a:gd name="connsiteY0" fmla="*/ 651245 h 1217033"/>
              <a:gd name="connsiteX1" fmla="*/ 2673927 w 8617527"/>
              <a:gd name="connsiteY1" fmla="*/ 81 h 1217033"/>
              <a:gd name="connsiteX2" fmla="*/ 6483927 w 8617527"/>
              <a:gd name="connsiteY2" fmla="*/ 1191572 h 1217033"/>
              <a:gd name="connsiteX3" fmla="*/ 8617527 w 8617527"/>
              <a:gd name="connsiteY3" fmla="*/ 498845 h 1217033"/>
              <a:gd name="connsiteX0" fmla="*/ 0 w 8617527"/>
              <a:gd name="connsiteY0" fmla="*/ 651245 h 1191898"/>
              <a:gd name="connsiteX1" fmla="*/ 2673927 w 8617527"/>
              <a:gd name="connsiteY1" fmla="*/ 81 h 1191898"/>
              <a:gd name="connsiteX2" fmla="*/ 6483927 w 8617527"/>
              <a:gd name="connsiteY2" fmla="*/ 1191572 h 1191898"/>
              <a:gd name="connsiteX3" fmla="*/ 8617527 w 8617527"/>
              <a:gd name="connsiteY3" fmla="*/ 498845 h 1191898"/>
              <a:gd name="connsiteX0" fmla="*/ 0 w 8617527"/>
              <a:gd name="connsiteY0" fmla="*/ 651245 h 1191625"/>
              <a:gd name="connsiteX1" fmla="*/ 2673927 w 8617527"/>
              <a:gd name="connsiteY1" fmla="*/ 81 h 1191625"/>
              <a:gd name="connsiteX2" fmla="*/ 6483927 w 8617527"/>
              <a:gd name="connsiteY2" fmla="*/ 1191572 h 1191625"/>
              <a:gd name="connsiteX3" fmla="*/ 8617527 w 8617527"/>
              <a:gd name="connsiteY3" fmla="*/ 498845 h 1191625"/>
              <a:gd name="connsiteX0" fmla="*/ 0 w 8617527"/>
              <a:gd name="connsiteY0" fmla="*/ 651245 h 1196985"/>
              <a:gd name="connsiteX1" fmla="*/ 2673927 w 8617527"/>
              <a:gd name="connsiteY1" fmla="*/ 81 h 1196985"/>
              <a:gd name="connsiteX2" fmla="*/ 6483927 w 8617527"/>
              <a:gd name="connsiteY2" fmla="*/ 1191572 h 1196985"/>
              <a:gd name="connsiteX3" fmla="*/ 8617527 w 8617527"/>
              <a:gd name="connsiteY3" fmla="*/ 415718 h 1196985"/>
              <a:gd name="connsiteX0" fmla="*/ 0 w 8617527"/>
              <a:gd name="connsiteY0" fmla="*/ 662395 h 1235629"/>
              <a:gd name="connsiteX1" fmla="*/ 2673927 w 8617527"/>
              <a:gd name="connsiteY1" fmla="*/ 11231 h 1235629"/>
              <a:gd name="connsiteX2" fmla="*/ 6276108 w 8617527"/>
              <a:gd name="connsiteY2" fmla="*/ 1230431 h 1235629"/>
              <a:gd name="connsiteX3" fmla="*/ 8617527 w 8617527"/>
              <a:gd name="connsiteY3" fmla="*/ 426868 h 1235629"/>
              <a:gd name="connsiteX0" fmla="*/ 0 w 8617527"/>
              <a:gd name="connsiteY0" fmla="*/ 662395 h 1230431"/>
              <a:gd name="connsiteX1" fmla="*/ 2673927 w 8617527"/>
              <a:gd name="connsiteY1" fmla="*/ 11231 h 1230431"/>
              <a:gd name="connsiteX2" fmla="*/ 6276108 w 8617527"/>
              <a:gd name="connsiteY2" fmla="*/ 1230431 h 1230431"/>
              <a:gd name="connsiteX3" fmla="*/ 8617527 w 8617527"/>
              <a:gd name="connsiteY3" fmla="*/ 426868 h 1230431"/>
              <a:gd name="connsiteX0" fmla="*/ 0 w 8645236"/>
              <a:gd name="connsiteY0" fmla="*/ 662395 h 1238608"/>
              <a:gd name="connsiteX1" fmla="*/ 2673927 w 8645236"/>
              <a:gd name="connsiteY1" fmla="*/ 11231 h 1238608"/>
              <a:gd name="connsiteX2" fmla="*/ 6276108 w 8645236"/>
              <a:gd name="connsiteY2" fmla="*/ 1230431 h 1238608"/>
              <a:gd name="connsiteX3" fmla="*/ 8645236 w 8645236"/>
              <a:gd name="connsiteY3" fmla="*/ 509995 h 1238608"/>
              <a:gd name="connsiteX0" fmla="*/ 0 w 8645236"/>
              <a:gd name="connsiteY0" fmla="*/ 662395 h 1238608"/>
              <a:gd name="connsiteX1" fmla="*/ 2673927 w 8645236"/>
              <a:gd name="connsiteY1" fmla="*/ 11231 h 1238608"/>
              <a:gd name="connsiteX2" fmla="*/ 6276108 w 8645236"/>
              <a:gd name="connsiteY2" fmla="*/ 1230431 h 1238608"/>
              <a:gd name="connsiteX3" fmla="*/ 8645236 w 8645236"/>
              <a:gd name="connsiteY3" fmla="*/ 509995 h 1238608"/>
              <a:gd name="connsiteX0" fmla="*/ 0 w 8645282"/>
              <a:gd name="connsiteY0" fmla="*/ 662395 h 1236431"/>
              <a:gd name="connsiteX1" fmla="*/ 2673927 w 8645282"/>
              <a:gd name="connsiteY1" fmla="*/ 11231 h 1236431"/>
              <a:gd name="connsiteX2" fmla="*/ 6276108 w 8645282"/>
              <a:gd name="connsiteY2" fmla="*/ 1230431 h 1236431"/>
              <a:gd name="connsiteX3" fmla="*/ 8645236 w 8645282"/>
              <a:gd name="connsiteY3" fmla="*/ 509995 h 1236431"/>
              <a:gd name="connsiteX0" fmla="*/ 0 w 8631428"/>
              <a:gd name="connsiteY0" fmla="*/ 662395 h 1234327"/>
              <a:gd name="connsiteX1" fmla="*/ 2673927 w 8631428"/>
              <a:gd name="connsiteY1" fmla="*/ 11231 h 1234327"/>
              <a:gd name="connsiteX2" fmla="*/ 6276108 w 8631428"/>
              <a:gd name="connsiteY2" fmla="*/ 1230431 h 1234327"/>
              <a:gd name="connsiteX3" fmla="*/ 8631382 w 8631428"/>
              <a:gd name="connsiteY3" fmla="*/ 426868 h 1234327"/>
              <a:gd name="connsiteX0" fmla="*/ 0 w 8617574"/>
              <a:gd name="connsiteY0" fmla="*/ 1081098 h 1223539"/>
              <a:gd name="connsiteX1" fmla="*/ 2660073 w 8617574"/>
              <a:gd name="connsiteY1" fmla="*/ 443 h 1223539"/>
              <a:gd name="connsiteX2" fmla="*/ 6262254 w 8617574"/>
              <a:gd name="connsiteY2" fmla="*/ 1219643 h 1223539"/>
              <a:gd name="connsiteX3" fmla="*/ 8617528 w 8617574"/>
              <a:gd name="connsiteY3" fmla="*/ 416080 h 1223539"/>
              <a:gd name="connsiteX0" fmla="*/ 0 w 8617574"/>
              <a:gd name="connsiteY0" fmla="*/ 1039556 h 1181296"/>
              <a:gd name="connsiteX1" fmla="*/ 2660073 w 8617574"/>
              <a:gd name="connsiteY1" fmla="*/ 465 h 1181296"/>
              <a:gd name="connsiteX2" fmla="*/ 6262254 w 8617574"/>
              <a:gd name="connsiteY2" fmla="*/ 1178101 h 1181296"/>
              <a:gd name="connsiteX3" fmla="*/ 8617528 w 8617574"/>
              <a:gd name="connsiteY3" fmla="*/ 374538 h 1181296"/>
              <a:gd name="connsiteX0" fmla="*/ 0 w 8617574"/>
              <a:gd name="connsiteY0" fmla="*/ 1039761 h 1181501"/>
              <a:gd name="connsiteX1" fmla="*/ 2660073 w 8617574"/>
              <a:gd name="connsiteY1" fmla="*/ 670 h 1181501"/>
              <a:gd name="connsiteX2" fmla="*/ 6262254 w 8617574"/>
              <a:gd name="connsiteY2" fmla="*/ 1178306 h 1181501"/>
              <a:gd name="connsiteX3" fmla="*/ 8617528 w 8617574"/>
              <a:gd name="connsiteY3" fmla="*/ 374743 h 1181501"/>
              <a:gd name="connsiteX0" fmla="*/ 0 w 8617574"/>
              <a:gd name="connsiteY0" fmla="*/ 1039761 h 1181501"/>
              <a:gd name="connsiteX1" fmla="*/ 2660073 w 8617574"/>
              <a:gd name="connsiteY1" fmla="*/ 670 h 1181501"/>
              <a:gd name="connsiteX2" fmla="*/ 6262254 w 8617574"/>
              <a:gd name="connsiteY2" fmla="*/ 1178306 h 1181501"/>
              <a:gd name="connsiteX3" fmla="*/ 8617528 w 8617574"/>
              <a:gd name="connsiteY3" fmla="*/ 374743 h 1181501"/>
              <a:gd name="connsiteX0" fmla="*/ 0 w 8603720"/>
              <a:gd name="connsiteY0" fmla="*/ 1039774 h 1185059"/>
              <a:gd name="connsiteX1" fmla="*/ 2660073 w 8603720"/>
              <a:gd name="connsiteY1" fmla="*/ 683 h 1185059"/>
              <a:gd name="connsiteX2" fmla="*/ 6262254 w 8603720"/>
              <a:gd name="connsiteY2" fmla="*/ 1178319 h 1185059"/>
              <a:gd name="connsiteX3" fmla="*/ 8603674 w 8603720"/>
              <a:gd name="connsiteY3" fmla="*/ 513302 h 1185059"/>
              <a:gd name="connsiteX0" fmla="*/ 0 w 8646540"/>
              <a:gd name="connsiteY0" fmla="*/ 1039774 h 1183120"/>
              <a:gd name="connsiteX1" fmla="*/ 2660073 w 8646540"/>
              <a:gd name="connsiteY1" fmla="*/ 683 h 1183120"/>
              <a:gd name="connsiteX2" fmla="*/ 6262254 w 8646540"/>
              <a:gd name="connsiteY2" fmla="*/ 1178319 h 1183120"/>
              <a:gd name="connsiteX3" fmla="*/ 8646495 w 8646540"/>
              <a:gd name="connsiteY3" fmla="*/ 185311 h 1183120"/>
              <a:gd name="connsiteX0" fmla="*/ 0 w 8646549"/>
              <a:gd name="connsiteY0" fmla="*/ 1039497 h 1182843"/>
              <a:gd name="connsiteX1" fmla="*/ 2660073 w 8646549"/>
              <a:gd name="connsiteY1" fmla="*/ 406 h 1182843"/>
              <a:gd name="connsiteX2" fmla="*/ 6497771 w 8646549"/>
              <a:gd name="connsiteY2" fmla="*/ 1178042 h 1182843"/>
              <a:gd name="connsiteX3" fmla="*/ 8646495 w 8646549"/>
              <a:gd name="connsiteY3" fmla="*/ 185034 h 1182843"/>
              <a:gd name="connsiteX0" fmla="*/ 0 w 8646550"/>
              <a:gd name="connsiteY0" fmla="*/ 1039497 h 1178042"/>
              <a:gd name="connsiteX1" fmla="*/ 2660073 w 8646550"/>
              <a:gd name="connsiteY1" fmla="*/ 406 h 1178042"/>
              <a:gd name="connsiteX2" fmla="*/ 6497771 w 8646550"/>
              <a:gd name="connsiteY2" fmla="*/ 1178042 h 1178042"/>
              <a:gd name="connsiteX3" fmla="*/ 8646495 w 8646550"/>
              <a:gd name="connsiteY3" fmla="*/ 185034 h 1178042"/>
              <a:gd name="connsiteX0" fmla="*/ 0 w 8646550"/>
              <a:gd name="connsiteY0" fmla="*/ 1039497 h 1178052"/>
              <a:gd name="connsiteX1" fmla="*/ 2660073 w 8646550"/>
              <a:gd name="connsiteY1" fmla="*/ 406 h 1178052"/>
              <a:gd name="connsiteX2" fmla="*/ 6497771 w 8646550"/>
              <a:gd name="connsiteY2" fmla="*/ 1178042 h 1178052"/>
              <a:gd name="connsiteX3" fmla="*/ 8646495 w 8646550"/>
              <a:gd name="connsiteY3" fmla="*/ 185034 h 1178052"/>
              <a:gd name="connsiteX0" fmla="*/ 0 w 8646549"/>
              <a:gd name="connsiteY0" fmla="*/ 1039093 h 1048441"/>
              <a:gd name="connsiteX1" fmla="*/ 2660073 w 8646549"/>
              <a:gd name="connsiteY1" fmla="*/ 2 h 1048441"/>
              <a:gd name="connsiteX2" fmla="*/ 6465655 w 8646549"/>
              <a:gd name="connsiteY2" fmla="*/ 1048430 h 1048441"/>
              <a:gd name="connsiteX3" fmla="*/ 8646495 w 8646549"/>
              <a:gd name="connsiteY3" fmla="*/ 184630 h 1048441"/>
            </a:gdLst>
            <a:ahLst/>
            <a:cxnLst>
              <a:cxn ang="0">
                <a:pos x="connsiteX0" y="connsiteY0"/>
              </a:cxn>
              <a:cxn ang="0">
                <a:pos x="connsiteX1" y="connsiteY1"/>
              </a:cxn>
              <a:cxn ang="0">
                <a:pos x="connsiteX2" y="connsiteY2"/>
              </a:cxn>
              <a:cxn ang="0">
                <a:pos x="connsiteX3" y="connsiteY3"/>
              </a:cxn>
            </a:cxnLst>
            <a:rect l="l" t="t" r="r" b="b"/>
            <a:pathLst>
              <a:path w="8646549" h="1048441">
                <a:moveTo>
                  <a:pt x="0" y="1039093"/>
                </a:moveTo>
                <a:cubicBezTo>
                  <a:pt x="18473" y="946729"/>
                  <a:pt x="1582464" y="-1554"/>
                  <a:pt x="2660073" y="2"/>
                </a:cubicBezTo>
                <a:cubicBezTo>
                  <a:pt x="3737682" y="1558"/>
                  <a:pt x="5442940" y="1052446"/>
                  <a:pt x="6465655" y="1048430"/>
                </a:cubicBezTo>
                <a:cubicBezTo>
                  <a:pt x="7488370" y="1044414"/>
                  <a:pt x="8655731" y="180011"/>
                  <a:pt x="8646495" y="184630"/>
                </a:cubicBezTo>
              </a:path>
            </a:pathLst>
          </a:custGeom>
          <a:noFill/>
          <a:ln w="19050" cap="flat">
            <a:solidFill>
              <a:srgbClr val="62AE41"/>
            </a:solidFill>
            <a:prstDash val="sysDash"/>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ea typeface="+mn-ea"/>
              <a:cs typeface="+mn-cs"/>
            </a:endParaRPr>
          </a:p>
        </p:txBody>
      </p:sp>
      <p:sp>
        <p:nvSpPr>
          <p:cNvPr id="9" name="Stage 1 Icon">
            <a:extLst>
              <a:ext uri="{FF2B5EF4-FFF2-40B4-BE49-F238E27FC236}">
                <a16:creationId xmlns:a16="http://schemas.microsoft.com/office/drawing/2014/main" id="{D48F3EBD-A571-2108-C43B-02F2E3635432}"/>
              </a:ext>
            </a:extLst>
          </p:cNvPr>
          <p:cNvSpPr>
            <a:spLocks noGrp="1" noChangeAspect="1"/>
          </p:cNvSpPr>
          <p:nvPr>
            <p:ph type="pic" sz="quarter" idx="36" hasCustomPrompt="1"/>
          </p:nvPr>
        </p:nvSpPr>
        <p:spPr>
          <a:xfrm>
            <a:off x="601800" y="2982178"/>
            <a:ext cx="685800" cy="685800"/>
          </a:xfrm>
          <a:prstGeom prst="rect">
            <a:avLst/>
          </a:prstGeom>
        </p:spPr>
        <p:txBody>
          <a:bodyPr/>
          <a:lstStyle>
            <a:lvl1pPr marL="0" indent="0">
              <a:buNone/>
              <a:defRPr sz="800"/>
            </a:lvl1pPr>
          </a:lstStyle>
          <a:p>
            <a:r>
              <a:rPr lang="en-US" dirty="0"/>
              <a:t>{{ </a:t>
            </a:r>
            <a:r>
              <a:rPr lang="en-US" dirty="0" err="1"/>
              <a:t>dynamic_icon_placeholder</a:t>
            </a:r>
            <a:r>
              <a:rPr lang="en-US" dirty="0"/>
              <a:t> }} Stage 1</a:t>
            </a:r>
          </a:p>
        </p:txBody>
      </p:sp>
      <p:sp>
        <p:nvSpPr>
          <p:cNvPr id="11" name="Stage 2 icon">
            <a:extLst>
              <a:ext uri="{FF2B5EF4-FFF2-40B4-BE49-F238E27FC236}">
                <a16:creationId xmlns:a16="http://schemas.microsoft.com/office/drawing/2014/main" id="{DE64D4F7-811D-6899-09EE-3F35B80AA8AB}"/>
              </a:ext>
            </a:extLst>
          </p:cNvPr>
          <p:cNvSpPr>
            <a:spLocks noGrp="1" noChangeAspect="1"/>
          </p:cNvSpPr>
          <p:nvPr>
            <p:ph type="pic" sz="quarter" idx="55" hasCustomPrompt="1"/>
          </p:nvPr>
        </p:nvSpPr>
        <p:spPr>
          <a:xfrm>
            <a:off x="3543783" y="2055992"/>
            <a:ext cx="685800" cy="685800"/>
          </a:xfrm>
          <a:prstGeom prst="rect">
            <a:avLst/>
          </a:prstGeom>
        </p:spPr>
        <p:txBody>
          <a:bodyPr/>
          <a:lstStyle>
            <a:lvl1pPr marL="0" indent="0">
              <a:buNone/>
              <a:defRPr sz="800"/>
            </a:lvl1pPr>
          </a:lstStyle>
          <a:p>
            <a:r>
              <a:rPr lang="en-US" dirty="0"/>
              <a:t>{{ </a:t>
            </a:r>
            <a:r>
              <a:rPr lang="en-US" dirty="0" err="1"/>
              <a:t>dynamic_icon_placeholder</a:t>
            </a:r>
            <a:r>
              <a:rPr lang="en-US" dirty="0"/>
              <a:t> }} Stage 2</a:t>
            </a:r>
          </a:p>
        </p:txBody>
      </p:sp>
      <p:sp>
        <p:nvSpPr>
          <p:cNvPr id="13" name="Stage 3 Icon">
            <a:extLst>
              <a:ext uri="{FF2B5EF4-FFF2-40B4-BE49-F238E27FC236}">
                <a16:creationId xmlns:a16="http://schemas.microsoft.com/office/drawing/2014/main" id="{AFD8BE61-0E67-4519-8F5D-769ED5AD073B}"/>
              </a:ext>
            </a:extLst>
          </p:cNvPr>
          <p:cNvSpPr>
            <a:spLocks noGrp="1" noChangeAspect="1"/>
          </p:cNvSpPr>
          <p:nvPr>
            <p:ph type="pic" sz="quarter" idx="56" hasCustomPrompt="1"/>
          </p:nvPr>
        </p:nvSpPr>
        <p:spPr>
          <a:xfrm>
            <a:off x="6485766" y="2743639"/>
            <a:ext cx="685800" cy="685800"/>
          </a:xfrm>
          <a:prstGeom prst="rect">
            <a:avLst/>
          </a:prstGeom>
        </p:spPr>
        <p:txBody>
          <a:bodyPr/>
          <a:lstStyle>
            <a:lvl1pPr marL="0" indent="0">
              <a:buNone/>
              <a:defRPr sz="800"/>
            </a:lvl1pPr>
          </a:lstStyle>
          <a:p>
            <a:r>
              <a:rPr lang="en-US" dirty="0"/>
              <a:t>{{ </a:t>
            </a:r>
            <a:r>
              <a:rPr lang="en-US" dirty="0" err="1"/>
              <a:t>dynamic_icon_placeholder</a:t>
            </a:r>
            <a:r>
              <a:rPr lang="en-US" dirty="0"/>
              <a:t> }} Stage 3</a:t>
            </a:r>
          </a:p>
        </p:txBody>
      </p:sp>
      <p:sp>
        <p:nvSpPr>
          <p:cNvPr id="15" name="Stage 4 icon">
            <a:extLst>
              <a:ext uri="{FF2B5EF4-FFF2-40B4-BE49-F238E27FC236}">
                <a16:creationId xmlns:a16="http://schemas.microsoft.com/office/drawing/2014/main" id="{C10A3034-8B81-73C3-7DCC-CEF750ECCB31}"/>
              </a:ext>
            </a:extLst>
          </p:cNvPr>
          <p:cNvSpPr>
            <a:spLocks noGrp="1" noChangeAspect="1"/>
          </p:cNvSpPr>
          <p:nvPr>
            <p:ph type="pic" sz="quarter" idx="57" hasCustomPrompt="1"/>
          </p:nvPr>
        </p:nvSpPr>
        <p:spPr>
          <a:xfrm>
            <a:off x="9457566" y="3041813"/>
            <a:ext cx="685800" cy="685800"/>
          </a:xfrm>
          <a:prstGeom prst="rect">
            <a:avLst/>
          </a:prstGeom>
        </p:spPr>
        <p:txBody>
          <a:bodyPr/>
          <a:lstStyle>
            <a:lvl1pPr marL="0" indent="0">
              <a:buNone/>
              <a:defRPr sz="800"/>
            </a:lvl1pPr>
          </a:lstStyle>
          <a:p>
            <a:r>
              <a:rPr lang="en-US" dirty="0"/>
              <a:t>{{ </a:t>
            </a:r>
            <a:r>
              <a:rPr lang="en-US" dirty="0" err="1"/>
              <a:t>dynamic_icon_placeholder</a:t>
            </a:r>
            <a:r>
              <a:rPr lang="en-US" dirty="0"/>
              <a:t> }} Stage 4</a:t>
            </a:r>
          </a:p>
        </p:txBody>
      </p:sp>
      <p:sp>
        <p:nvSpPr>
          <p:cNvPr id="16" name="Stage 1 Title">
            <a:extLst>
              <a:ext uri="{FF2B5EF4-FFF2-40B4-BE49-F238E27FC236}">
                <a16:creationId xmlns:a16="http://schemas.microsoft.com/office/drawing/2014/main" id="{2D6AD7EC-7DB7-FB00-A6F6-72698D3DC3D9}"/>
              </a:ext>
            </a:extLst>
          </p:cNvPr>
          <p:cNvSpPr>
            <a:spLocks noGrp="1"/>
          </p:cNvSpPr>
          <p:nvPr>
            <p:ph type="body" sz="quarter" idx="22" hasCustomPrompt="1"/>
          </p:nvPr>
        </p:nvSpPr>
        <p:spPr>
          <a:xfrm>
            <a:off x="527144" y="3865706"/>
            <a:ext cx="2377440" cy="347472"/>
          </a:xfrm>
        </p:spPr>
        <p:txBody>
          <a:bodyPr anchor="ctr">
            <a:normAutofit/>
          </a:bodyPr>
          <a:lstStyle>
            <a:lvl1pPr marL="0" indent="0" algn="l">
              <a:lnSpc>
                <a:spcPct val="100000"/>
              </a:lnSpc>
              <a:buNone/>
              <a:defRPr sz="1300" b="1" i="0">
                <a:solidFill>
                  <a:srgbClr val="62AE4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lvl="0"/>
            <a:r>
              <a:rPr lang="en-US" dirty="0"/>
              <a:t>Stage 1 Title</a:t>
            </a:r>
          </a:p>
        </p:txBody>
      </p:sp>
      <p:sp>
        <p:nvSpPr>
          <p:cNvPr id="17" name="Stage 1 Text">
            <a:extLst>
              <a:ext uri="{FF2B5EF4-FFF2-40B4-BE49-F238E27FC236}">
                <a16:creationId xmlns:a16="http://schemas.microsoft.com/office/drawing/2014/main" id="{7F3E1DAC-7E2C-35DC-D44B-A89F2ABFD0B8}"/>
              </a:ext>
            </a:extLst>
          </p:cNvPr>
          <p:cNvSpPr>
            <a:spLocks noGrp="1"/>
          </p:cNvSpPr>
          <p:nvPr>
            <p:ph type="body" sz="quarter" idx="21" hasCustomPrompt="1"/>
          </p:nvPr>
        </p:nvSpPr>
        <p:spPr>
          <a:xfrm>
            <a:off x="527144" y="4230671"/>
            <a:ext cx="2377440" cy="1392052"/>
          </a:xfrm>
        </p:spPr>
        <p:txBody>
          <a:bodyPr>
            <a:normAutofit/>
          </a:bodyPr>
          <a:lstStyle>
            <a:lvl1pPr marL="0" indent="0" algn="l">
              <a:lnSpc>
                <a:spcPct val="100000"/>
              </a:lnSpc>
              <a:buFont typeface="Arial" panose="020B0604020202020204" pitchFamily="34" charset="0"/>
              <a:buNone/>
              <a:defRPr sz="1100" b="0" i="0">
                <a:latin typeface="Open Sans Light" pitchFamily="2" charset="0"/>
                <a:ea typeface="Open Sans Light" pitchFamily="2" charset="0"/>
                <a:cs typeface="Open Sans Light" pitchFamily="2" charset="0"/>
              </a:defRPr>
            </a:lvl1pPr>
            <a:lvl5pPr marL="1828800" indent="0">
              <a:buNone/>
              <a:defRPr/>
            </a:lvl5pPr>
          </a:lstStyle>
          <a:p>
            <a:pPr lvl="0"/>
            <a:r>
              <a:rPr lang="en-US" dirty="0"/>
              <a:t>Stage 1 Text</a:t>
            </a:r>
          </a:p>
        </p:txBody>
      </p:sp>
      <p:sp>
        <p:nvSpPr>
          <p:cNvPr id="18" name="Stage 2 Title">
            <a:extLst>
              <a:ext uri="{FF2B5EF4-FFF2-40B4-BE49-F238E27FC236}">
                <a16:creationId xmlns:a16="http://schemas.microsoft.com/office/drawing/2014/main" id="{22AF1C77-BD34-B3A4-2549-E2885B5A7E6C}"/>
              </a:ext>
            </a:extLst>
          </p:cNvPr>
          <p:cNvSpPr>
            <a:spLocks noGrp="1"/>
          </p:cNvSpPr>
          <p:nvPr>
            <p:ph type="body" sz="quarter" idx="24" hasCustomPrompt="1"/>
          </p:nvPr>
        </p:nvSpPr>
        <p:spPr>
          <a:xfrm>
            <a:off x="3448644" y="2937387"/>
            <a:ext cx="2377440" cy="347472"/>
          </a:xfrm>
        </p:spPr>
        <p:txBody>
          <a:bodyPr anchor="ct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1" i="0">
                <a:solidFill>
                  <a:srgbClr val="62AE4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Stage 2 Title</a:t>
            </a:r>
          </a:p>
        </p:txBody>
      </p:sp>
      <p:sp>
        <p:nvSpPr>
          <p:cNvPr id="19" name="Stage 2 Text">
            <a:extLst>
              <a:ext uri="{FF2B5EF4-FFF2-40B4-BE49-F238E27FC236}">
                <a16:creationId xmlns:a16="http://schemas.microsoft.com/office/drawing/2014/main" id="{CB4A6D39-4660-F18C-EEA9-9F1DE6001DDB}"/>
              </a:ext>
            </a:extLst>
          </p:cNvPr>
          <p:cNvSpPr>
            <a:spLocks noGrp="1"/>
          </p:cNvSpPr>
          <p:nvPr>
            <p:ph type="body" sz="quarter" idx="23" hasCustomPrompt="1"/>
          </p:nvPr>
        </p:nvSpPr>
        <p:spPr>
          <a:xfrm>
            <a:off x="3449613" y="3291602"/>
            <a:ext cx="2377440" cy="1387478"/>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100" b="0" i="0">
                <a:latin typeface="Open Sans Light" pitchFamily="2" charset="0"/>
                <a:ea typeface="Open Sans Light" pitchFamily="2" charset="0"/>
                <a:cs typeface="Open Sans Light" pitchFamily="2"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Stage 2 Text</a:t>
            </a:r>
          </a:p>
        </p:txBody>
      </p:sp>
      <p:sp>
        <p:nvSpPr>
          <p:cNvPr id="20" name="Stage 3 Title">
            <a:extLst>
              <a:ext uri="{FF2B5EF4-FFF2-40B4-BE49-F238E27FC236}">
                <a16:creationId xmlns:a16="http://schemas.microsoft.com/office/drawing/2014/main" id="{26B76A1A-E087-F54E-AB9B-52E3C57D9D81}"/>
              </a:ext>
            </a:extLst>
          </p:cNvPr>
          <p:cNvSpPr>
            <a:spLocks noGrp="1"/>
          </p:cNvSpPr>
          <p:nvPr>
            <p:ph type="body" sz="quarter" idx="30" hasCustomPrompt="1"/>
          </p:nvPr>
        </p:nvSpPr>
        <p:spPr>
          <a:xfrm>
            <a:off x="6362654" y="3690219"/>
            <a:ext cx="2377440" cy="347472"/>
          </a:xfrm>
        </p:spPr>
        <p:txBody>
          <a:bodyPr anchor="ct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1" i="0">
                <a:solidFill>
                  <a:srgbClr val="62AE4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Stage 3 Title</a:t>
            </a:r>
          </a:p>
        </p:txBody>
      </p:sp>
      <p:sp>
        <p:nvSpPr>
          <p:cNvPr id="21" name="Stage 3 Text">
            <a:extLst>
              <a:ext uri="{FF2B5EF4-FFF2-40B4-BE49-F238E27FC236}">
                <a16:creationId xmlns:a16="http://schemas.microsoft.com/office/drawing/2014/main" id="{BD736697-2E6D-ED29-1E02-4F170A9C9640}"/>
              </a:ext>
            </a:extLst>
          </p:cNvPr>
          <p:cNvSpPr>
            <a:spLocks noGrp="1"/>
          </p:cNvSpPr>
          <p:nvPr>
            <p:ph type="body" sz="quarter" idx="28" hasCustomPrompt="1"/>
          </p:nvPr>
        </p:nvSpPr>
        <p:spPr>
          <a:xfrm>
            <a:off x="6362655" y="4052798"/>
            <a:ext cx="2377440" cy="1387478"/>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100" b="0" i="0">
                <a:latin typeface="Open Sans Light" pitchFamily="2" charset="0"/>
                <a:ea typeface="Open Sans Light" pitchFamily="2" charset="0"/>
                <a:cs typeface="Open Sans Light" pitchFamily="2"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Stage 3 Text</a:t>
            </a:r>
          </a:p>
        </p:txBody>
      </p:sp>
      <p:sp>
        <p:nvSpPr>
          <p:cNvPr id="22" name="Stage 4 Title">
            <a:extLst>
              <a:ext uri="{FF2B5EF4-FFF2-40B4-BE49-F238E27FC236}">
                <a16:creationId xmlns:a16="http://schemas.microsoft.com/office/drawing/2014/main" id="{44300E46-3CFF-6449-22FB-7A5EC72B29C5}"/>
              </a:ext>
            </a:extLst>
          </p:cNvPr>
          <p:cNvSpPr>
            <a:spLocks noGrp="1"/>
          </p:cNvSpPr>
          <p:nvPr>
            <p:ph type="body" sz="quarter" idx="27" hasCustomPrompt="1"/>
          </p:nvPr>
        </p:nvSpPr>
        <p:spPr>
          <a:xfrm>
            <a:off x="9275696" y="3969403"/>
            <a:ext cx="2377440" cy="347472"/>
          </a:xfrm>
        </p:spPr>
        <p:txBody>
          <a:bodyPr anchor="ct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b="1" i="0">
                <a:solidFill>
                  <a:srgbClr val="62AE4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Stage 4 Title</a:t>
            </a:r>
          </a:p>
        </p:txBody>
      </p:sp>
      <p:sp>
        <p:nvSpPr>
          <p:cNvPr id="23" name="Stage 4 Text">
            <a:extLst>
              <a:ext uri="{FF2B5EF4-FFF2-40B4-BE49-F238E27FC236}">
                <a16:creationId xmlns:a16="http://schemas.microsoft.com/office/drawing/2014/main" id="{CE5A2175-EE63-9C31-3598-7EC0B9D07844}"/>
              </a:ext>
            </a:extLst>
          </p:cNvPr>
          <p:cNvSpPr>
            <a:spLocks noGrp="1"/>
          </p:cNvSpPr>
          <p:nvPr>
            <p:ph type="body" sz="quarter" idx="31" hasCustomPrompt="1"/>
          </p:nvPr>
        </p:nvSpPr>
        <p:spPr>
          <a:xfrm>
            <a:off x="9275696" y="4331982"/>
            <a:ext cx="2377440" cy="1387478"/>
          </a:xfr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100" b="0" i="0">
                <a:latin typeface="Open Sans Light" pitchFamily="2" charset="0"/>
                <a:ea typeface="Open Sans Light" pitchFamily="2" charset="0"/>
                <a:cs typeface="Open Sans Light" pitchFamily="2" charset="0"/>
              </a:defRPr>
            </a:lvl1pPr>
            <a:lvl5pPr marL="1828800" indent="0">
              <a:buNone/>
              <a:defRPr/>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Stage 4 Text</a:t>
            </a:r>
          </a:p>
        </p:txBody>
      </p:sp>
      <p:sp>
        <p:nvSpPr>
          <p:cNvPr id="24" name="Summary statement">
            <a:extLst>
              <a:ext uri="{FF2B5EF4-FFF2-40B4-BE49-F238E27FC236}">
                <a16:creationId xmlns:a16="http://schemas.microsoft.com/office/drawing/2014/main" id="{6B7CFD5F-51E2-84C2-B761-18EB6B85DDFD}"/>
              </a:ext>
            </a:extLst>
          </p:cNvPr>
          <p:cNvSpPr>
            <a:spLocks noGrp="1"/>
          </p:cNvSpPr>
          <p:nvPr>
            <p:ph type="body" sz="quarter" idx="54" hasCustomPrompt="1"/>
          </p:nvPr>
        </p:nvSpPr>
        <p:spPr>
          <a:xfrm>
            <a:off x="527144" y="5891133"/>
            <a:ext cx="11125992" cy="611187"/>
          </a:xfrm>
          <a:noFill/>
          <a:ln>
            <a:solidFill>
              <a:srgbClr val="BBBCBC"/>
            </a:solidFill>
          </a:ln>
        </p:spPr>
        <p:txBody>
          <a:bodyPr anchor="ctr"/>
          <a:lstStyle>
            <a:lvl1pPr marL="0" indent="0" algn="ctr">
              <a:buNone/>
              <a:defRPr sz="1400"/>
            </a:lvl1pPr>
          </a:lstStyle>
          <a:p>
            <a:pPr lvl="0"/>
            <a:r>
              <a:rPr lang="en-US" dirty="0"/>
              <a:t>Summary statement</a:t>
            </a:r>
          </a:p>
        </p:txBody>
      </p:sp>
      <p:sp>
        <p:nvSpPr>
          <p:cNvPr id="2" name="Slide Subtitle">
            <a:extLst>
              <a:ext uri="{FF2B5EF4-FFF2-40B4-BE49-F238E27FC236}">
                <a16:creationId xmlns:a16="http://schemas.microsoft.com/office/drawing/2014/main" id="{2E8DA2FA-8942-7A23-2270-5EF152A47E7C}"/>
              </a:ext>
            </a:extLst>
          </p:cNvPr>
          <p:cNvSpPr>
            <a:spLocks noGrp="1"/>
          </p:cNvSpPr>
          <p:nvPr>
            <p:ph type="body" sz="quarter" idx="58"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6" name="Slide Title">
            <a:extLst>
              <a:ext uri="{FF2B5EF4-FFF2-40B4-BE49-F238E27FC236}">
                <a16:creationId xmlns:a16="http://schemas.microsoft.com/office/drawing/2014/main" id="{3D19D8B0-1112-06A6-B01F-8655E7CA1BEB}"/>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
        <p:nvSpPr>
          <p:cNvPr id="27" name="ai generated label">
            <a:extLst>
              <a:ext uri="{FF2B5EF4-FFF2-40B4-BE49-F238E27FC236}">
                <a16:creationId xmlns:a16="http://schemas.microsoft.com/office/drawing/2014/main" id="{956C28F7-E1DF-C1AC-1604-A46491A16C8C}"/>
              </a:ext>
            </a:extLst>
          </p:cNvPr>
          <p:cNvSpPr>
            <a:spLocks noGrp="1"/>
          </p:cNvSpPr>
          <p:nvPr>
            <p:ph type="body" sz="quarter" idx="59"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14072342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am_bios_four_slide">
    <p:spTree>
      <p:nvGrpSpPr>
        <p:cNvPr id="1" name=""/>
        <p:cNvGrpSpPr/>
        <p:nvPr/>
      </p:nvGrpSpPr>
      <p:grpSpPr>
        <a:xfrm>
          <a:off x="0" y="0"/>
          <a:ext cx="0" cy="0"/>
          <a:chOff x="0" y="0"/>
          <a:chExt cx="0" cy="0"/>
        </a:xfrm>
      </p:grpSpPr>
      <p:sp>
        <p:nvSpPr>
          <p:cNvPr id="11" name="Full Name 1">
            <a:extLst>
              <a:ext uri="{FF2B5EF4-FFF2-40B4-BE49-F238E27FC236}">
                <a16:creationId xmlns:a16="http://schemas.microsoft.com/office/drawing/2014/main" id="{F9F6376B-1C8D-95C0-8CFF-89D2BFE866BE}"/>
              </a:ext>
            </a:extLst>
          </p:cNvPr>
          <p:cNvSpPr>
            <a:spLocks noGrp="1"/>
          </p:cNvSpPr>
          <p:nvPr>
            <p:ph type="body" sz="quarter" idx="22" hasCustomPrompt="1"/>
          </p:nvPr>
        </p:nvSpPr>
        <p:spPr>
          <a:xfrm>
            <a:off x="536571" y="3191843"/>
            <a:ext cx="2377440" cy="347472"/>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Full Name 1</a:t>
            </a:r>
          </a:p>
        </p:txBody>
      </p:sp>
      <p:sp>
        <p:nvSpPr>
          <p:cNvPr id="12" name="Role 1">
            <a:extLst>
              <a:ext uri="{FF2B5EF4-FFF2-40B4-BE49-F238E27FC236}">
                <a16:creationId xmlns:a16="http://schemas.microsoft.com/office/drawing/2014/main" id="{FC8A112F-1ED4-FC74-73F2-7449F8CC99CF}"/>
              </a:ext>
            </a:extLst>
          </p:cNvPr>
          <p:cNvSpPr>
            <a:spLocks noGrp="1"/>
          </p:cNvSpPr>
          <p:nvPr>
            <p:ph type="body" sz="quarter" idx="25" hasCustomPrompt="1"/>
          </p:nvPr>
        </p:nvSpPr>
        <p:spPr>
          <a:xfrm>
            <a:off x="536571" y="3552153"/>
            <a:ext cx="2377440" cy="347472"/>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a:solidFill>
                  <a:srgbClr val="747474"/>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Role 1</a:t>
            </a:r>
          </a:p>
        </p:txBody>
      </p:sp>
      <p:sp>
        <p:nvSpPr>
          <p:cNvPr id="13" name="Bio 1">
            <a:extLst>
              <a:ext uri="{FF2B5EF4-FFF2-40B4-BE49-F238E27FC236}">
                <a16:creationId xmlns:a16="http://schemas.microsoft.com/office/drawing/2014/main" id="{143525DF-DCDA-E15F-AFE9-21942B321131}"/>
              </a:ext>
            </a:extLst>
          </p:cNvPr>
          <p:cNvSpPr>
            <a:spLocks noGrp="1"/>
          </p:cNvSpPr>
          <p:nvPr>
            <p:ph type="body" sz="quarter" idx="21" hasCustomPrompt="1"/>
          </p:nvPr>
        </p:nvSpPr>
        <p:spPr>
          <a:xfrm>
            <a:off x="536571" y="3906155"/>
            <a:ext cx="2377440" cy="2330605"/>
          </a:xfrm>
        </p:spPr>
        <p:txBody>
          <a:bodyPr>
            <a:normAutofit/>
          </a:bodyPr>
          <a:lstStyle>
            <a:lvl1pPr marL="0" marR="0" indent="0" algn="ctr" defTabSz="914400" rtl="0" eaLnBrk="1" fontAlgn="auto" latinLnBrk="0" hangingPunct="1">
              <a:lnSpc>
                <a:spcPts val="1800"/>
              </a:lnSpc>
              <a:spcBef>
                <a:spcPts val="1000"/>
              </a:spcBef>
              <a:spcAft>
                <a:spcPts val="0"/>
              </a:spcAft>
              <a:buClrTx/>
              <a:buSzTx/>
              <a:buFont typeface="Arial" panose="020B0604020202020204" pitchFamily="34" charset="0"/>
              <a:buNone/>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Bio 1</a:t>
            </a:r>
          </a:p>
        </p:txBody>
      </p:sp>
      <p:sp>
        <p:nvSpPr>
          <p:cNvPr id="14" name="Full Name 2">
            <a:extLst>
              <a:ext uri="{FF2B5EF4-FFF2-40B4-BE49-F238E27FC236}">
                <a16:creationId xmlns:a16="http://schemas.microsoft.com/office/drawing/2014/main" id="{46B63A9D-15A7-DEF7-086A-407129275802}"/>
              </a:ext>
            </a:extLst>
          </p:cNvPr>
          <p:cNvSpPr>
            <a:spLocks noGrp="1"/>
          </p:cNvSpPr>
          <p:nvPr>
            <p:ph type="body" sz="quarter" idx="24" hasCustomPrompt="1"/>
          </p:nvPr>
        </p:nvSpPr>
        <p:spPr>
          <a:xfrm>
            <a:off x="3453436" y="3191843"/>
            <a:ext cx="2377440" cy="347472"/>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Full Name 2</a:t>
            </a:r>
          </a:p>
        </p:txBody>
      </p:sp>
      <p:sp>
        <p:nvSpPr>
          <p:cNvPr id="15" name="Role 2">
            <a:extLst>
              <a:ext uri="{FF2B5EF4-FFF2-40B4-BE49-F238E27FC236}">
                <a16:creationId xmlns:a16="http://schemas.microsoft.com/office/drawing/2014/main" id="{24B0B83E-D40C-0F3F-6769-965C5BC405C7}"/>
              </a:ext>
            </a:extLst>
          </p:cNvPr>
          <p:cNvSpPr>
            <a:spLocks noGrp="1"/>
          </p:cNvSpPr>
          <p:nvPr>
            <p:ph type="body" sz="quarter" idx="26" hasCustomPrompt="1"/>
          </p:nvPr>
        </p:nvSpPr>
        <p:spPr>
          <a:xfrm>
            <a:off x="3461898" y="3552153"/>
            <a:ext cx="2377440" cy="347472"/>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a:solidFill>
                  <a:srgbClr val="747474"/>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Role 2</a:t>
            </a:r>
          </a:p>
        </p:txBody>
      </p:sp>
      <p:sp>
        <p:nvSpPr>
          <p:cNvPr id="16" name="Bio 2">
            <a:extLst>
              <a:ext uri="{FF2B5EF4-FFF2-40B4-BE49-F238E27FC236}">
                <a16:creationId xmlns:a16="http://schemas.microsoft.com/office/drawing/2014/main" id="{BC2CB0FF-912B-7416-4AAA-5A654C024771}"/>
              </a:ext>
            </a:extLst>
          </p:cNvPr>
          <p:cNvSpPr>
            <a:spLocks noGrp="1"/>
          </p:cNvSpPr>
          <p:nvPr>
            <p:ph type="body" sz="quarter" idx="23" hasCustomPrompt="1"/>
          </p:nvPr>
        </p:nvSpPr>
        <p:spPr>
          <a:xfrm>
            <a:off x="3448848" y="3915470"/>
            <a:ext cx="2377440" cy="2330605"/>
          </a:xfrm>
        </p:spPr>
        <p:txBody>
          <a:bodyPr>
            <a:normAutofit/>
          </a:bodyPr>
          <a:lstStyle>
            <a:lvl1pPr marL="0" marR="0" indent="0" algn="ctr" defTabSz="914400" rtl="0" eaLnBrk="1" fontAlgn="auto" latinLnBrk="0" hangingPunct="1">
              <a:lnSpc>
                <a:spcPts val="1800"/>
              </a:lnSpc>
              <a:spcBef>
                <a:spcPts val="1000"/>
              </a:spcBef>
              <a:spcAft>
                <a:spcPts val="0"/>
              </a:spcAft>
              <a:buClrTx/>
              <a:buSzTx/>
              <a:buFont typeface="Arial" panose="020B0604020202020204" pitchFamily="34" charset="0"/>
              <a:buNone/>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Bio 2</a:t>
            </a:r>
          </a:p>
        </p:txBody>
      </p:sp>
      <p:sp>
        <p:nvSpPr>
          <p:cNvPr id="17" name="Full Name 3">
            <a:extLst>
              <a:ext uri="{FF2B5EF4-FFF2-40B4-BE49-F238E27FC236}">
                <a16:creationId xmlns:a16="http://schemas.microsoft.com/office/drawing/2014/main" id="{3CD5862D-2756-9E79-B2D9-72326B35DE57}"/>
              </a:ext>
            </a:extLst>
          </p:cNvPr>
          <p:cNvSpPr>
            <a:spLocks noGrp="1"/>
          </p:cNvSpPr>
          <p:nvPr>
            <p:ph type="body" sz="quarter" idx="30" hasCustomPrompt="1"/>
          </p:nvPr>
        </p:nvSpPr>
        <p:spPr>
          <a:xfrm>
            <a:off x="6361125" y="3191843"/>
            <a:ext cx="2377440" cy="347472"/>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Full Name 3</a:t>
            </a:r>
          </a:p>
        </p:txBody>
      </p:sp>
      <p:sp>
        <p:nvSpPr>
          <p:cNvPr id="18" name="Role 3">
            <a:extLst>
              <a:ext uri="{FF2B5EF4-FFF2-40B4-BE49-F238E27FC236}">
                <a16:creationId xmlns:a16="http://schemas.microsoft.com/office/drawing/2014/main" id="{C90E0834-C449-4414-5BEF-09FDE704D4DE}"/>
              </a:ext>
            </a:extLst>
          </p:cNvPr>
          <p:cNvSpPr>
            <a:spLocks noGrp="1"/>
          </p:cNvSpPr>
          <p:nvPr>
            <p:ph type="body" sz="quarter" idx="29" hasCustomPrompt="1"/>
          </p:nvPr>
        </p:nvSpPr>
        <p:spPr>
          <a:xfrm>
            <a:off x="6361125" y="3552153"/>
            <a:ext cx="2377440" cy="347472"/>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a:solidFill>
                  <a:srgbClr val="747474"/>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Role 3</a:t>
            </a:r>
          </a:p>
        </p:txBody>
      </p:sp>
      <p:sp>
        <p:nvSpPr>
          <p:cNvPr id="19" name="Bio 3">
            <a:extLst>
              <a:ext uri="{FF2B5EF4-FFF2-40B4-BE49-F238E27FC236}">
                <a16:creationId xmlns:a16="http://schemas.microsoft.com/office/drawing/2014/main" id="{3EFF4523-C0CB-1327-79CF-2D1548623EE3}"/>
              </a:ext>
            </a:extLst>
          </p:cNvPr>
          <p:cNvSpPr>
            <a:spLocks noGrp="1"/>
          </p:cNvSpPr>
          <p:nvPr>
            <p:ph type="body" sz="quarter" idx="28" hasCustomPrompt="1"/>
          </p:nvPr>
        </p:nvSpPr>
        <p:spPr>
          <a:xfrm>
            <a:off x="6361125" y="3912463"/>
            <a:ext cx="2377440" cy="2330605"/>
          </a:xfrm>
        </p:spPr>
        <p:txBody>
          <a:bodyPr>
            <a:normAutofit/>
          </a:bodyPr>
          <a:lstStyle>
            <a:lvl1pPr marL="0" marR="0" indent="0" algn="ctr" defTabSz="914400" rtl="0" eaLnBrk="1" fontAlgn="auto" latinLnBrk="0" hangingPunct="1">
              <a:lnSpc>
                <a:spcPts val="1800"/>
              </a:lnSpc>
              <a:spcBef>
                <a:spcPts val="1000"/>
              </a:spcBef>
              <a:spcAft>
                <a:spcPts val="0"/>
              </a:spcAft>
              <a:buClrTx/>
              <a:buSzTx/>
              <a:buFont typeface="Arial" panose="020B0604020202020204" pitchFamily="34" charset="0"/>
              <a:buNone/>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Bio 3</a:t>
            </a:r>
          </a:p>
        </p:txBody>
      </p:sp>
      <p:sp>
        <p:nvSpPr>
          <p:cNvPr id="20" name="Full Name 4">
            <a:extLst>
              <a:ext uri="{FF2B5EF4-FFF2-40B4-BE49-F238E27FC236}">
                <a16:creationId xmlns:a16="http://schemas.microsoft.com/office/drawing/2014/main" id="{31D62CF9-6451-04B0-E3B0-DBCCBABEFA5A}"/>
              </a:ext>
            </a:extLst>
          </p:cNvPr>
          <p:cNvSpPr>
            <a:spLocks noGrp="1"/>
          </p:cNvSpPr>
          <p:nvPr>
            <p:ph type="body" sz="quarter" idx="27" hasCustomPrompt="1"/>
          </p:nvPr>
        </p:nvSpPr>
        <p:spPr>
          <a:xfrm>
            <a:off x="9273402" y="3191843"/>
            <a:ext cx="2377440" cy="347472"/>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600" b="1" i="0">
                <a:latin typeface="Open Sans SemiBold" panose="020B0606030504020204" pitchFamily="34" charset="0"/>
                <a:ea typeface="Open Sans SemiBold" panose="020B0606030504020204" pitchFamily="34" charset="0"/>
                <a:cs typeface="Open Sans SemiBold"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Full Name 4</a:t>
            </a:r>
          </a:p>
        </p:txBody>
      </p:sp>
      <p:sp>
        <p:nvSpPr>
          <p:cNvPr id="21" name="Role 4">
            <a:extLst>
              <a:ext uri="{FF2B5EF4-FFF2-40B4-BE49-F238E27FC236}">
                <a16:creationId xmlns:a16="http://schemas.microsoft.com/office/drawing/2014/main" id="{BD85B065-E7DE-7F44-69AC-B26BEAB8DA7C}"/>
              </a:ext>
            </a:extLst>
          </p:cNvPr>
          <p:cNvSpPr>
            <a:spLocks noGrp="1"/>
          </p:cNvSpPr>
          <p:nvPr>
            <p:ph type="body" sz="quarter" idx="32" hasCustomPrompt="1"/>
          </p:nvPr>
        </p:nvSpPr>
        <p:spPr>
          <a:xfrm>
            <a:off x="9273402" y="3552153"/>
            <a:ext cx="2377440" cy="347472"/>
          </a:xfrm>
        </p:spPr>
        <p:txBody>
          <a:bodyPr anchor="ctr">
            <a:normAutofit/>
          </a:bodyPr>
          <a:lstStyle>
            <a:lvl1pPr marL="0" marR="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b="0" i="0">
                <a:solidFill>
                  <a:srgbClr val="747474"/>
                </a:solidFill>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Role 4</a:t>
            </a:r>
          </a:p>
        </p:txBody>
      </p:sp>
      <p:sp>
        <p:nvSpPr>
          <p:cNvPr id="22" name="Bio 4">
            <a:extLst>
              <a:ext uri="{FF2B5EF4-FFF2-40B4-BE49-F238E27FC236}">
                <a16:creationId xmlns:a16="http://schemas.microsoft.com/office/drawing/2014/main" id="{07D1D56F-D6D8-F3BC-1F4B-65F58B576314}"/>
              </a:ext>
            </a:extLst>
          </p:cNvPr>
          <p:cNvSpPr>
            <a:spLocks noGrp="1"/>
          </p:cNvSpPr>
          <p:nvPr>
            <p:ph type="body" sz="quarter" idx="31" hasCustomPrompt="1"/>
          </p:nvPr>
        </p:nvSpPr>
        <p:spPr>
          <a:xfrm>
            <a:off x="9273402" y="3912463"/>
            <a:ext cx="2377440" cy="2330605"/>
          </a:xfrm>
        </p:spPr>
        <p:txBody>
          <a:bodyPr>
            <a:normAutofit/>
          </a:bodyPr>
          <a:lstStyle>
            <a:lvl1pPr marL="0" marR="0" indent="0" algn="ctr" defTabSz="914400" rtl="0" eaLnBrk="1" fontAlgn="auto" latinLnBrk="0" hangingPunct="1">
              <a:lnSpc>
                <a:spcPts val="1800"/>
              </a:lnSpc>
              <a:spcBef>
                <a:spcPts val="1000"/>
              </a:spcBef>
              <a:spcAft>
                <a:spcPts val="0"/>
              </a:spcAft>
              <a:buClrTx/>
              <a:buSzTx/>
              <a:buFont typeface="Arial" panose="020B0604020202020204" pitchFamily="34" charset="0"/>
              <a:buNone/>
              <a:tabLst/>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Bio 4</a:t>
            </a:r>
          </a:p>
        </p:txBody>
      </p:sp>
      <p:sp>
        <p:nvSpPr>
          <p:cNvPr id="2" name="Slide Subtitle">
            <a:extLst>
              <a:ext uri="{FF2B5EF4-FFF2-40B4-BE49-F238E27FC236}">
                <a16:creationId xmlns:a16="http://schemas.microsoft.com/office/drawing/2014/main" id="{BC38659F-E163-AA93-3EB9-35443EAE464F}"/>
              </a:ext>
            </a:extLst>
          </p:cNvPr>
          <p:cNvSpPr>
            <a:spLocks noGrp="1"/>
          </p:cNvSpPr>
          <p:nvPr>
            <p:ph type="body" sz="quarter" idx="6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24" name="Slide Title">
            <a:extLst>
              <a:ext uri="{FF2B5EF4-FFF2-40B4-BE49-F238E27FC236}">
                <a16:creationId xmlns:a16="http://schemas.microsoft.com/office/drawing/2014/main" id="{55A1E841-F116-9DBB-A68C-83F4398DE291}"/>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
        <p:nvSpPr>
          <p:cNvPr id="34" name="ai generated label">
            <a:extLst>
              <a:ext uri="{FF2B5EF4-FFF2-40B4-BE49-F238E27FC236}">
                <a16:creationId xmlns:a16="http://schemas.microsoft.com/office/drawing/2014/main" id="{9DC8B010-EEA5-7DAE-3F81-E51E6183FE97}"/>
              </a:ext>
            </a:extLst>
          </p:cNvPr>
          <p:cNvSpPr>
            <a:spLocks noGrp="1"/>
          </p:cNvSpPr>
          <p:nvPr>
            <p:ph type="body" sz="quarter" idx="62"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
        <p:nvSpPr>
          <p:cNvPr id="28" name="Picture Placeholder 13">
            <a:extLst>
              <a:ext uri="{FF2B5EF4-FFF2-40B4-BE49-F238E27FC236}">
                <a16:creationId xmlns:a16="http://schemas.microsoft.com/office/drawing/2014/main" id="{5F3562DC-5AD6-2615-2B49-2DB6DDED26A8}"/>
              </a:ext>
            </a:extLst>
          </p:cNvPr>
          <p:cNvSpPr>
            <a:spLocks noGrp="1"/>
          </p:cNvSpPr>
          <p:nvPr>
            <p:ph type="pic" sz="quarter" idx="63" hasCustomPrompt="1"/>
          </p:nvPr>
        </p:nvSpPr>
        <p:spPr>
          <a:xfrm>
            <a:off x="1056824" y="1764424"/>
            <a:ext cx="1336934" cy="1336934"/>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29" name="Picture Placeholder 13">
            <a:extLst>
              <a:ext uri="{FF2B5EF4-FFF2-40B4-BE49-F238E27FC236}">
                <a16:creationId xmlns:a16="http://schemas.microsoft.com/office/drawing/2014/main" id="{3FD9CE2D-E3AC-0A00-1567-456EA5285BF3}"/>
              </a:ext>
            </a:extLst>
          </p:cNvPr>
          <p:cNvSpPr>
            <a:spLocks noGrp="1"/>
          </p:cNvSpPr>
          <p:nvPr>
            <p:ph type="pic" sz="quarter" idx="64" hasCustomPrompt="1"/>
          </p:nvPr>
        </p:nvSpPr>
        <p:spPr>
          <a:xfrm>
            <a:off x="3980646" y="1764424"/>
            <a:ext cx="1336934" cy="1336934"/>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31" name="Picture Placeholder 13">
            <a:extLst>
              <a:ext uri="{FF2B5EF4-FFF2-40B4-BE49-F238E27FC236}">
                <a16:creationId xmlns:a16="http://schemas.microsoft.com/office/drawing/2014/main" id="{495392D1-D59B-6AA8-746F-FCBD50A435AA}"/>
              </a:ext>
            </a:extLst>
          </p:cNvPr>
          <p:cNvSpPr>
            <a:spLocks noGrp="1"/>
          </p:cNvSpPr>
          <p:nvPr>
            <p:ph type="pic" sz="quarter" idx="65" hasCustomPrompt="1"/>
          </p:nvPr>
        </p:nvSpPr>
        <p:spPr>
          <a:xfrm>
            <a:off x="6881891" y="1764424"/>
            <a:ext cx="1336934" cy="1336934"/>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32" name="Picture Placeholder 13">
            <a:extLst>
              <a:ext uri="{FF2B5EF4-FFF2-40B4-BE49-F238E27FC236}">
                <a16:creationId xmlns:a16="http://schemas.microsoft.com/office/drawing/2014/main" id="{C0D36802-0C02-5667-8B8F-777118A4981F}"/>
              </a:ext>
            </a:extLst>
          </p:cNvPr>
          <p:cNvSpPr>
            <a:spLocks noGrp="1"/>
          </p:cNvSpPr>
          <p:nvPr>
            <p:ph type="pic" sz="quarter" idx="66" hasCustomPrompt="1"/>
          </p:nvPr>
        </p:nvSpPr>
        <p:spPr>
          <a:xfrm>
            <a:off x="9794424" y="1764424"/>
            <a:ext cx="1336934" cy="1336934"/>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Tree>
    <p:extLst>
      <p:ext uri="{BB962C8B-B14F-4D97-AF65-F5344CB8AC3E}">
        <p14:creationId xmlns:p14="http://schemas.microsoft.com/office/powerpoint/2010/main" val="10921512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am_slide">
    <p:spTree>
      <p:nvGrpSpPr>
        <p:cNvPr id="1" name=""/>
        <p:cNvGrpSpPr/>
        <p:nvPr/>
      </p:nvGrpSpPr>
      <p:grpSpPr>
        <a:xfrm>
          <a:off x="0" y="0"/>
          <a:ext cx="0" cy="0"/>
          <a:chOff x="0" y="0"/>
          <a:chExt cx="0" cy="0"/>
        </a:xfrm>
      </p:grpSpPr>
      <p:sp>
        <p:nvSpPr>
          <p:cNvPr id="14" name="Name 1">
            <a:extLst>
              <a:ext uri="{FF2B5EF4-FFF2-40B4-BE49-F238E27FC236}">
                <a16:creationId xmlns:a16="http://schemas.microsoft.com/office/drawing/2014/main" id="{ED23AE4F-74ED-EB8A-17BA-ADBF39287932}"/>
              </a:ext>
            </a:extLst>
          </p:cNvPr>
          <p:cNvSpPr>
            <a:spLocks noGrp="1"/>
          </p:cNvSpPr>
          <p:nvPr>
            <p:ph type="body" sz="quarter" idx="13" hasCustomPrompt="1"/>
          </p:nvPr>
        </p:nvSpPr>
        <p:spPr>
          <a:xfrm>
            <a:off x="663447" y="2835285"/>
            <a:ext cx="2334015" cy="233403"/>
          </a:xfrm>
          <a:prstGeom prst="rect">
            <a:avLst/>
          </a:prstGeom>
        </p:spPr>
        <p:txBody>
          <a:bodyPr>
            <a:noAutofit/>
          </a:bodyPr>
          <a:lstStyle>
            <a:lvl1pPr marL="0" indent="0" algn="ctr">
              <a:buNone/>
              <a:defRPr sz="1400" b="1" i="0">
                <a:solidFill>
                  <a:schemeClr val="tx1"/>
                </a:solidFill>
                <a:latin typeface="Open Sans SemiBold" pitchFamily="2" charset="0"/>
                <a:ea typeface="Open Sans SemiBold" pitchFamily="2" charset="0"/>
                <a:cs typeface="Open Sans SemiBold" pitchFamily="2" charset="0"/>
              </a:defRPr>
            </a:lvl1pPr>
          </a:lstStyle>
          <a:p>
            <a:pPr lvl="0"/>
            <a:r>
              <a:rPr lang="en-US" dirty="0"/>
              <a:t>Name 1</a:t>
            </a:r>
          </a:p>
        </p:txBody>
      </p:sp>
      <p:sp>
        <p:nvSpPr>
          <p:cNvPr id="15" name="Role 1">
            <a:extLst>
              <a:ext uri="{FF2B5EF4-FFF2-40B4-BE49-F238E27FC236}">
                <a16:creationId xmlns:a16="http://schemas.microsoft.com/office/drawing/2014/main" id="{93530996-3A64-8D85-905B-9C3397CBA103}"/>
              </a:ext>
            </a:extLst>
          </p:cNvPr>
          <p:cNvSpPr>
            <a:spLocks noGrp="1"/>
          </p:cNvSpPr>
          <p:nvPr>
            <p:ph type="body" sz="quarter" idx="14" hasCustomPrompt="1"/>
          </p:nvPr>
        </p:nvSpPr>
        <p:spPr>
          <a:xfrm>
            <a:off x="663447" y="3037343"/>
            <a:ext cx="2346569" cy="251692"/>
          </a:xfrm>
          <a:prstGeom prst="rect">
            <a:avLst/>
          </a:prstGeom>
        </p:spPr>
        <p:txBody>
          <a:bodyPr>
            <a:noAutofit/>
          </a:bodyPr>
          <a:lstStyle>
            <a:lvl1pPr marL="0" indent="0" algn="ctr">
              <a:lnSpc>
                <a:spcPct val="120000"/>
              </a:lnSpc>
              <a:buNone/>
              <a:defRPr sz="1100" b="0" i="0">
                <a:solidFill>
                  <a:schemeClr val="tx1">
                    <a:lumMod val="75000"/>
                    <a:lumOff val="25000"/>
                  </a:schemeClr>
                </a:solidFill>
                <a:latin typeface="Open Sans SemiBold" pitchFamily="2" charset="0"/>
                <a:ea typeface="Open Sans SemiBold" pitchFamily="2" charset="0"/>
                <a:cs typeface="Open Sans SemiBold" pitchFamily="2" charset="0"/>
              </a:defRPr>
            </a:lvl1pPr>
            <a:lvl2pPr algn="ctr">
              <a:defRPr/>
            </a:lvl2pPr>
            <a:lvl3pPr algn="ctr">
              <a:defRPr/>
            </a:lvl3pPr>
            <a:lvl4pPr algn="ctr">
              <a:defRPr/>
            </a:lvl4pPr>
            <a:lvl5pPr algn="ctr">
              <a:defRPr/>
            </a:lvl5pPr>
          </a:lstStyle>
          <a:p>
            <a:pPr lvl="0"/>
            <a:r>
              <a:rPr lang="en-US" dirty="0"/>
              <a:t>Role 1</a:t>
            </a:r>
          </a:p>
        </p:txBody>
      </p:sp>
      <p:sp>
        <p:nvSpPr>
          <p:cNvPr id="16" name="Name 2">
            <a:extLst>
              <a:ext uri="{FF2B5EF4-FFF2-40B4-BE49-F238E27FC236}">
                <a16:creationId xmlns:a16="http://schemas.microsoft.com/office/drawing/2014/main" id="{95E1E086-E53E-EEDC-F98D-649FC0796F56}"/>
              </a:ext>
            </a:extLst>
          </p:cNvPr>
          <p:cNvSpPr>
            <a:spLocks noGrp="1"/>
          </p:cNvSpPr>
          <p:nvPr>
            <p:ph type="body" sz="quarter" idx="44" hasCustomPrompt="1"/>
          </p:nvPr>
        </p:nvSpPr>
        <p:spPr>
          <a:xfrm>
            <a:off x="3298353" y="2835285"/>
            <a:ext cx="2334015" cy="233403"/>
          </a:xfrm>
          <a:prstGeom prst="rect">
            <a:avLst/>
          </a:prstGeom>
        </p:spPr>
        <p:txBody>
          <a:bodyPr>
            <a:noAutofit/>
          </a:bodyPr>
          <a:lstStyle>
            <a:lvl1pPr marL="0" indent="0" algn="ctr">
              <a:buNone/>
              <a:defRPr sz="1400" b="1" i="0">
                <a:solidFill>
                  <a:schemeClr val="tx1"/>
                </a:solidFill>
                <a:latin typeface="Open Sans SemiBold" pitchFamily="2" charset="0"/>
                <a:ea typeface="Open Sans SemiBold" pitchFamily="2" charset="0"/>
                <a:cs typeface="Open Sans SemiBold" pitchFamily="2" charset="0"/>
              </a:defRPr>
            </a:lvl1pPr>
          </a:lstStyle>
          <a:p>
            <a:pPr lvl="0"/>
            <a:r>
              <a:rPr lang="en-US" dirty="0"/>
              <a:t>Name 2</a:t>
            </a:r>
          </a:p>
        </p:txBody>
      </p:sp>
      <p:sp>
        <p:nvSpPr>
          <p:cNvPr id="17" name="Role 2">
            <a:extLst>
              <a:ext uri="{FF2B5EF4-FFF2-40B4-BE49-F238E27FC236}">
                <a16:creationId xmlns:a16="http://schemas.microsoft.com/office/drawing/2014/main" id="{E6838F72-E842-CCBA-B0A1-175C50B96DE4}"/>
              </a:ext>
            </a:extLst>
          </p:cNvPr>
          <p:cNvSpPr>
            <a:spLocks noGrp="1"/>
          </p:cNvSpPr>
          <p:nvPr>
            <p:ph type="body" sz="quarter" idx="45" hasCustomPrompt="1"/>
          </p:nvPr>
        </p:nvSpPr>
        <p:spPr>
          <a:xfrm>
            <a:off x="3298353" y="3037343"/>
            <a:ext cx="2346569" cy="251692"/>
          </a:xfrm>
          <a:prstGeom prst="rect">
            <a:avLst/>
          </a:prstGeom>
        </p:spPr>
        <p:txBody>
          <a:bodyPr>
            <a:noAutofit/>
          </a:bodyPr>
          <a:lstStyle>
            <a:lvl1pPr marL="0" indent="0" algn="ctr">
              <a:lnSpc>
                <a:spcPct val="120000"/>
              </a:lnSpc>
              <a:buNone/>
              <a:defRPr sz="1100" b="0" i="0">
                <a:solidFill>
                  <a:schemeClr val="tx1">
                    <a:lumMod val="75000"/>
                    <a:lumOff val="25000"/>
                  </a:schemeClr>
                </a:solidFill>
                <a:latin typeface="Open Sans SemiBold" pitchFamily="2" charset="0"/>
                <a:ea typeface="Open Sans SemiBold" pitchFamily="2" charset="0"/>
                <a:cs typeface="Open Sans SemiBold" pitchFamily="2" charset="0"/>
              </a:defRPr>
            </a:lvl1pPr>
            <a:lvl2pPr algn="ctr">
              <a:defRPr/>
            </a:lvl2pPr>
            <a:lvl3pPr algn="ctr">
              <a:defRPr/>
            </a:lvl3pPr>
            <a:lvl4pPr algn="ctr">
              <a:defRPr/>
            </a:lvl4pPr>
            <a:lvl5pPr algn="ctr">
              <a:defRPr/>
            </a:lvl5pPr>
          </a:lstStyle>
          <a:p>
            <a:pPr lvl="0"/>
            <a:r>
              <a:rPr lang="en-US" dirty="0"/>
              <a:t>Role 2</a:t>
            </a:r>
          </a:p>
        </p:txBody>
      </p:sp>
      <p:sp>
        <p:nvSpPr>
          <p:cNvPr id="18" name="Name 3">
            <a:extLst>
              <a:ext uri="{FF2B5EF4-FFF2-40B4-BE49-F238E27FC236}">
                <a16:creationId xmlns:a16="http://schemas.microsoft.com/office/drawing/2014/main" id="{72992BA6-BC6D-708F-D9B9-FBDB52F6B0AC}"/>
              </a:ext>
            </a:extLst>
          </p:cNvPr>
          <p:cNvSpPr>
            <a:spLocks noGrp="1"/>
          </p:cNvSpPr>
          <p:nvPr>
            <p:ph type="body" sz="quarter" idx="48" hasCustomPrompt="1"/>
          </p:nvPr>
        </p:nvSpPr>
        <p:spPr>
          <a:xfrm>
            <a:off x="5933259" y="2835285"/>
            <a:ext cx="2334015" cy="233403"/>
          </a:xfrm>
          <a:prstGeom prst="rect">
            <a:avLst/>
          </a:prstGeom>
        </p:spPr>
        <p:txBody>
          <a:bodyPr>
            <a:noAutofit/>
          </a:bodyPr>
          <a:lstStyle>
            <a:lvl1pPr marL="0" indent="0" algn="ctr">
              <a:buNone/>
              <a:defRPr sz="1400" b="1" i="0">
                <a:solidFill>
                  <a:schemeClr val="tx1"/>
                </a:solidFill>
                <a:latin typeface="Open Sans SemiBold" pitchFamily="2" charset="0"/>
                <a:ea typeface="Open Sans SemiBold" pitchFamily="2" charset="0"/>
                <a:cs typeface="Open Sans SemiBold" pitchFamily="2" charset="0"/>
              </a:defRPr>
            </a:lvl1pPr>
          </a:lstStyle>
          <a:p>
            <a:pPr lvl="0"/>
            <a:r>
              <a:rPr lang="en-US" dirty="0"/>
              <a:t>Name 3</a:t>
            </a:r>
          </a:p>
        </p:txBody>
      </p:sp>
      <p:sp>
        <p:nvSpPr>
          <p:cNvPr id="20" name="Role 3">
            <a:extLst>
              <a:ext uri="{FF2B5EF4-FFF2-40B4-BE49-F238E27FC236}">
                <a16:creationId xmlns:a16="http://schemas.microsoft.com/office/drawing/2014/main" id="{561A8B9C-E4D0-7FA2-F742-1112ACCBF581}"/>
              </a:ext>
            </a:extLst>
          </p:cNvPr>
          <p:cNvSpPr>
            <a:spLocks noGrp="1"/>
          </p:cNvSpPr>
          <p:nvPr>
            <p:ph type="body" sz="quarter" idx="49" hasCustomPrompt="1"/>
          </p:nvPr>
        </p:nvSpPr>
        <p:spPr>
          <a:xfrm>
            <a:off x="5933259" y="3037343"/>
            <a:ext cx="2346569" cy="251692"/>
          </a:xfrm>
          <a:prstGeom prst="rect">
            <a:avLst/>
          </a:prstGeom>
        </p:spPr>
        <p:txBody>
          <a:bodyPr>
            <a:noAutofit/>
          </a:bodyPr>
          <a:lstStyle>
            <a:lvl1pPr marL="0" indent="0" algn="ctr">
              <a:lnSpc>
                <a:spcPct val="120000"/>
              </a:lnSpc>
              <a:buNone/>
              <a:defRPr sz="1100" b="0" i="0">
                <a:solidFill>
                  <a:schemeClr val="tx1">
                    <a:lumMod val="75000"/>
                    <a:lumOff val="25000"/>
                  </a:schemeClr>
                </a:solidFill>
                <a:latin typeface="Open Sans SemiBold" pitchFamily="2" charset="0"/>
                <a:ea typeface="Open Sans SemiBold" pitchFamily="2" charset="0"/>
                <a:cs typeface="Open Sans SemiBold" pitchFamily="2" charset="0"/>
              </a:defRPr>
            </a:lvl1pPr>
            <a:lvl2pPr algn="ctr">
              <a:defRPr/>
            </a:lvl2pPr>
            <a:lvl3pPr algn="ctr">
              <a:defRPr/>
            </a:lvl3pPr>
            <a:lvl4pPr algn="ctr">
              <a:defRPr/>
            </a:lvl4pPr>
            <a:lvl5pPr algn="ctr">
              <a:defRPr/>
            </a:lvl5pPr>
          </a:lstStyle>
          <a:p>
            <a:pPr lvl="0"/>
            <a:r>
              <a:rPr lang="en-US" dirty="0"/>
              <a:t>Role 3</a:t>
            </a:r>
          </a:p>
        </p:txBody>
      </p:sp>
      <p:sp>
        <p:nvSpPr>
          <p:cNvPr id="21" name="Name 4">
            <a:extLst>
              <a:ext uri="{FF2B5EF4-FFF2-40B4-BE49-F238E27FC236}">
                <a16:creationId xmlns:a16="http://schemas.microsoft.com/office/drawing/2014/main" id="{A58AF1D8-89A6-538A-76BD-DE759907708B}"/>
              </a:ext>
            </a:extLst>
          </p:cNvPr>
          <p:cNvSpPr>
            <a:spLocks noGrp="1"/>
          </p:cNvSpPr>
          <p:nvPr>
            <p:ph type="body" sz="quarter" idx="52" hasCustomPrompt="1"/>
          </p:nvPr>
        </p:nvSpPr>
        <p:spPr>
          <a:xfrm>
            <a:off x="8580719" y="2835285"/>
            <a:ext cx="2334015" cy="233403"/>
          </a:xfrm>
          <a:prstGeom prst="rect">
            <a:avLst/>
          </a:prstGeom>
        </p:spPr>
        <p:txBody>
          <a:bodyPr>
            <a:noAutofit/>
          </a:bodyPr>
          <a:lstStyle>
            <a:lvl1pPr marL="0" indent="0" algn="ctr">
              <a:buNone/>
              <a:defRPr sz="1400" b="1" i="0">
                <a:solidFill>
                  <a:schemeClr val="tx1"/>
                </a:solidFill>
                <a:latin typeface="Open Sans SemiBold" pitchFamily="2" charset="0"/>
                <a:ea typeface="Open Sans SemiBold" pitchFamily="2" charset="0"/>
                <a:cs typeface="Open Sans SemiBold" pitchFamily="2" charset="0"/>
              </a:defRPr>
            </a:lvl1pPr>
          </a:lstStyle>
          <a:p>
            <a:pPr lvl="0"/>
            <a:r>
              <a:rPr lang="en-US" dirty="0"/>
              <a:t>Name 4</a:t>
            </a:r>
          </a:p>
        </p:txBody>
      </p:sp>
      <p:sp>
        <p:nvSpPr>
          <p:cNvPr id="22" name="Role 4">
            <a:extLst>
              <a:ext uri="{FF2B5EF4-FFF2-40B4-BE49-F238E27FC236}">
                <a16:creationId xmlns:a16="http://schemas.microsoft.com/office/drawing/2014/main" id="{E4B2D063-DEFA-BF45-0572-EFF0C0FAABB2}"/>
              </a:ext>
            </a:extLst>
          </p:cNvPr>
          <p:cNvSpPr>
            <a:spLocks noGrp="1"/>
          </p:cNvSpPr>
          <p:nvPr>
            <p:ph type="body" sz="quarter" idx="53" hasCustomPrompt="1"/>
          </p:nvPr>
        </p:nvSpPr>
        <p:spPr>
          <a:xfrm>
            <a:off x="8580719" y="3037343"/>
            <a:ext cx="2346569" cy="251692"/>
          </a:xfrm>
          <a:prstGeom prst="rect">
            <a:avLst/>
          </a:prstGeom>
        </p:spPr>
        <p:txBody>
          <a:bodyPr>
            <a:noAutofit/>
          </a:bodyPr>
          <a:lstStyle>
            <a:lvl1pPr marL="0" indent="0" algn="ctr">
              <a:lnSpc>
                <a:spcPct val="120000"/>
              </a:lnSpc>
              <a:buNone/>
              <a:defRPr sz="1100" b="0" i="0">
                <a:solidFill>
                  <a:schemeClr val="tx1">
                    <a:lumMod val="75000"/>
                    <a:lumOff val="25000"/>
                  </a:schemeClr>
                </a:solidFill>
                <a:latin typeface="Open Sans SemiBold" pitchFamily="2" charset="0"/>
                <a:ea typeface="Open Sans SemiBold" pitchFamily="2" charset="0"/>
                <a:cs typeface="Open Sans SemiBold" pitchFamily="2" charset="0"/>
              </a:defRPr>
            </a:lvl1pPr>
            <a:lvl2pPr algn="ctr">
              <a:defRPr/>
            </a:lvl2pPr>
            <a:lvl3pPr algn="ctr">
              <a:defRPr/>
            </a:lvl3pPr>
            <a:lvl4pPr algn="ctr">
              <a:defRPr/>
            </a:lvl4pPr>
            <a:lvl5pPr algn="ctr">
              <a:defRPr/>
            </a:lvl5pPr>
          </a:lstStyle>
          <a:p>
            <a:pPr lvl="0"/>
            <a:r>
              <a:rPr lang="en-US" dirty="0"/>
              <a:t>Role 4</a:t>
            </a:r>
          </a:p>
        </p:txBody>
      </p:sp>
      <p:sp>
        <p:nvSpPr>
          <p:cNvPr id="23" name="Name 5">
            <a:extLst>
              <a:ext uri="{FF2B5EF4-FFF2-40B4-BE49-F238E27FC236}">
                <a16:creationId xmlns:a16="http://schemas.microsoft.com/office/drawing/2014/main" id="{C277C458-ECA5-B8AE-9055-9825EB3D36F0}"/>
              </a:ext>
            </a:extLst>
          </p:cNvPr>
          <p:cNvSpPr>
            <a:spLocks noGrp="1"/>
          </p:cNvSpPr>
          <p:nvPr>
            <p:ph type="body" sz="quarter" idx="56" hasCustomPrompt="1"/>
          </p:nvPr>
        </p:nvSpPr>
        <p:spPr>
          <a:xfrm>
            <a:off x="676001" y="5034885"/>
            <a:ext cx="2334015" cy="233403"/>
          </a:xfrm>
          <a:prstGeom prst="rect">
            <a:avLst/>
          </a:prstGeom>
        </p:spPr>
        <p:txBody>
          <a:bodyPr>
            <a:noAutofit/>
          </a:bodyPr>
          <a:lstStyle>
            <a:lvl1pPr marL="0" indent="0" algn="ctr">
              <a:buNone/>
              <a:defRPr sz="1400" b="1" i="0">
                <a:solidFill>
                  <a:schemeClr val="tx1"/>
                </a:solidFill>
                <a:latin typeface="Open Sans SemiBold" pitchFamily="2" charset="0"/>
                <a:ea typeface="Open Sans SemiBold" pitchFamily="2" charset="0"/>
                <a:cs typeface="Open Sans SemiBold" pitchFamily="2" charset="0"/>
              </a:defRPr>
            </a:lvl1pPr>
          </a:lstStyle>
          <a:p>
            <a:pPr lvl="0"/>
            <a:r>
              <a:rPr lang="en-US" dirty="0"/>
              <a:t>Name 5</a:t>
            </a:r>
          </a:p>
        </p:txBody>
      </p:sp>
      <p:sp>
        <p:nvSpPr>
          <p:cNvPr id="24" name="Role 5">
            <a:extLst>
              <a:ext uri="{FF2B5EF4-FFF2-40B4-BE49-F238E27FC236}">
                <a16:creationId xmlns:a16="http://schemas.microsoft.com/office/drawing/2014/main" id="{BA13B177-B593-E117-EB58-FFDA19172CB5}"/>
              </a:ext>
            </a:extLst>
          </p:cNvPr>
          <p:cNvSpPr>
            <a:spLocks noGrp="1"/>
          </p:cNvSpPr>
          <p:nvPr>
            <p:ph type="body" sz="quarter" idx="57" hasCustomPrompt="1"/>
          </p:nvPr>
        </p:nvSpPr>
        <p:spPr>
          <a:xfrm>
            <a:off x="676001" y="5246274"/>
            <a:ext cx="2346569" cy="251692"/>
          </a:xfrm>
          <a:prstGeom prst="rect">
            <a:avLst/>
          </a:prstGeom>
        </p:spPr>
        <p:txBody>
          <a:bodyPr>
            <a:noAutofit/>
          </a:bodyPr>
          <a:lstStyle>
            <a:lvl1pPr marL="0" indent="0" algn="ctr">
              <a:lnSpc>
                <a:spcPct val="120000"/>
              </a:lnSpc>
              <a:buNone/>
              <a:defRPr sz="1100" b="0" i="0">
                <a:solidFill>
                  <a:schemeClr val="tx1">
                    <a:lumMod val="75000"/>
                    <a:lumOff val="25000"/>
                  </a:schemeClr>
                </a:solidFill>
                <a:latin typeface="Open Sans SemiBold" pitchFamily="2" charset="0"/>
                <a:ea typeface="Open Sans SemiBold" pitchFamily="2" charset="0"/>
                <a:cs typeface="Open Sans SemiBold" pitchFamily="2" charset="0"/>
              </a:defRPr>
            </a:lvl1pPr>
            <a:lvl2pPr algn="ctr">
              <a:defRPr/>
            </a:lvl2pPr>
            <a:lvl3pPr algn="ctr">
              <a:defRPr/>
            </a:lvl3pPr>
            <a:lvl4pPr algn="ctr">
              <a:defRPr/>
            </a:lvl4pPr>
            <a:lvl5pPr algn="ctr">
              <a:defRPr/>
            </a:lvl5pPr>
          </a:lstStyle>
          <a:p>
            <a:pPr lvl="0"/>
            <a:r>
              <a:rPr lang="en-US" dirty="0"/>
              <a:t>Role 5</a:t>
            </a:r>
          </a:p>
        </p:txBody>
      </p:sp>
      <p:sp>
        <p:nvSpPr>
          <p:cNvPr id="25" name="Name 6">
            <a:extLst>
              <a:ext uri="{FF2B5EF4-FFF2-40B4-BE49-F238E27FC236}">
                <a16:creationId xmlns:a16="http://schemas.microsoft.com/office/drawing/2014/main" id="{3755032A-044C-0A4E-D0C2-73E4B355BFA1}"/>
              </a:ext>
            </a:extLst>
          </p:cNvPr>
          <p:cNvSpPr>
            <a:spLocks noGrp="1"/>
          </p:cNvSpPr>
          <p:nvPr>
            <p:ph type="body" sz="quarter" idx="60" hasCustomPrompt="1"/>
          </p:nvPr>
        </p:nvSpPr>
        <p:spPr>
          <a:xfrm>
            <a:off x="3310907" y="5034885"/>
            <a:ext cx="2334015" cy="233403"/>
          </a:xfrm>
          <a:prstGeom prst="rect">
            <a:avLst/>
          </a:prstGeom>
        </p:spPr>
        <p:txBody>
          <a:bodyPr>
            <a:noAutofit/>
          </a:bodyPr>
          <a:lstStyle>
            <a:lvl1pPr marL="0" indent="0" algn="ctr">
              <a:buNone/>
              <a:defRPr sz="1400" b="1" i="0">
                <a:solidFill>
                  <a:schemeClr val="tx1"/>
                </a:solidFill>
                <a:latin typeface="Open Sans SemiBold" pitchFamily="2" charset="0"/>
                <a:ea typeface="Open Sans SemiBold" pitchFamily="2" charset="0"/>
                <a:cs typeface="Open Sans SemiBold" pitchFamily="2" charset="0"/>
              </a:defRPr>
            </a:lvl1pPr>
          </a:lstStyle>
          <a:p>
            <a:pPr lvl="0"/>
            <a:r>
              <a:rPr lang="en-US" dirty="0"/>
              <a:t>Name 6</a:t>
            </a:r>
          </a:p>
        </p:txBody>
      </p:sp>
      <p:sp>
        <p:nvSpPr>
          <p:cNvPr id="26" name="Role 6">
            <a:extLst>
              <a:ext uri="{FF2B5EF4-FFF2-40B4-BE49-F238E27FC236}">
                <a16:creationId xmlns:a16="http://schemas.microsoft.com/office/drawing/2014/main" id="{756A1053-AF54-60A8-B063-40816B61E571}"/>
              </a:ext>
            </a:extLst>
          </p:cNvPr>
          <p:cNvSpPr>
            <a:spLocks noGrp="1"/>
          </p:cNvSpPr>
          <p:nvPr>
            <p:ph type="body" sz="quarter" idx="61" hasCustomPrompt="1"/>
          </p:nvPr>
        </p:nvSpPr>
        <p:spPr>
          <a:xfrm>
            <a:off x="3310907" y="5246274"/>
            <a:ext cx="2346569" cy="251692"/>
          </a:xfrm>
          <a:prstGeom prst="rect">
            <a:avLst/>
          </a:prstGeom>
        </p:spPr>
        <p:txBody>
          <a:bodyPr>
            <a:noAutofit/>
          </a:bodyPr>
          <a:lstStyle>
            <a:lvl1pPr marL="0" indent="0" algn="ctr">
              <a:lnSpc>
                <a:spcPct val="120000"/>
              </a:lnSpc>
              <a:buNone/>
              <a:defRPr sz="1100" b="0" i="0">
                <a:solidFill>
                  <a:schemeClr val="tx1">
                    <a:lumMod val="75000"/>
                    <a:lumOff val="25000"/>
                  </a:schemeClr>
                </a:solidFill>
                <a:latin typeface="Open Sans SemiBold" pitchFamily="2" charset="0"/>
                <a:ea typeface="Open Sans SemiBold" pitchFamily="2" charset="0"/>
                <a:cs typeface="Open Sans SemiBold" pitchFamily="2" charset="0"/>
              </a:defRPr>
            </a:lvl1pPr>
            <a:lvl2pPr algn="ctr">
              <a:defRPr/>
            </a:lvl2pPr>
            <a:lvl3pPr algn="ctr">
              <a:defRPr/>
            </a:lvl3pPr>
            <a:lvl4pPr algn="ctr">
              <a:defRPr/>
            </a:lvl4pPr>
            <a:lvl5pPr algn="ctr">
              <a:defRPr/>
            </a:lvl5pPr>
          </a:lstStyle>
          <a:p>
            <a:pPr lvl="0"/>
            <a:r>
              <a:rPr lang="en-US" dirty="0"/>
              <a:t>Role 6</a:t>
            </a:r>
          </a:p>
        </p:txBody>
      </p:sp>
      <p:sp>
        <p:nvSpPr>
          <p:cNvPr id="27" name="Name 7">
            <a:extLst>
              <a:ext uri="{FF2B5EF4-FFF2-40B4-BE49-F238E27FC236}">
                <a16:creationId xmlns:a16="http://schemas.microsoft.com/office/drawing/2014/main" id="{B53FDAE3-44EC-A74D-5B42-D2AFD14F9263}"/>
              </a:ext>
            </a:extLst>
          </p:cNvPr>
          <p:cNvSpPr>
            <a:spLocks noGrp="1"/>
          </p:cNvSpPr>
          <p:nvPr>
            <p:ph type="body" sz="quarter" idx="64" hasCustomPrompt="1"/>
          </p:nvPr>
        </p:nvSpPr>
        <p:spPr>
          <a:xfrm>
            <a:off x="5945813" y="5034885"/>
            <a:ext cx="2334015" cy="233403"/>
          </a:xfrm>
          <a:prstGeom prst="rect">
            <a:avLst/>
          </a:prstGeom>
        </p:spPr>
        <p:txBody>
          <a:bodyPr>
            <a:noAutofit/>
          </a:bodyPr>
          <a:lstStyle>
            <a:lvl1pPr marL="0" indent="0" algn="ctr">
              <a:buNone/>
              <a:defRPr sz="1400" b="1" i="0">
                <a:solidFill>
                  <a:schemeClr val="tx1"/>
                </a:solidFill>
                <a:latin typeface="Open Sans SemiBold" pitchFamily="2" charset="0"/>
                <a:ea typeface="Open Sans SemiBold" pitchFamily="2" charset="0"/>
                <a:cs typeface="Open Sans SemiBold" pitchFamily="2" charset="0"/>
              </a:defRPr>
            </a:lvl1pPr>
          </a:lstStyle>
          <a:p>
            <a:pPr lvl="0"/>
            <a:r>
              <a:rPr lang="en-US" dirty="0"/>
              <a:t>Name 7</a:t>
            </a:r>
          </a:p>
        </p:txBody>
      </p:sp>
      <p:sp>
        <p:nvSpPr>
          <p:cNvPr id="28" name="Role 7">
            <a:extLst>
              <a:ext uri="{FF2B5EF4-FFF2-40B4-BE49-F238E27FC236}">
                <a16:creationId xmlns:a16="http://schemas.microsoft.com/office/drawing/2014/main" id="{AF22DDCC-A55C-3859-59E5-94FFE0512979}"/>
              </a:ext>
            </a:extLst>
          </p:cNvPr>
          <p:cNvSpPr>
            <a:spLocks noGrp="1"/>
          </p:cNvSpPr>
          <p:nvPr>
            <p:ph type="body" sz="quarter" idx="65" hasCustomPrompt="1"/>
          </p:nvPr>
        </p:nvSpPr>
        <p:spPr>
          <a:xfrm>
            <a:off x="5945813" y="5246274"/>
            <a:ext cx="2346569" cy="251692"/>
          </a:xfrm>
          <a:prstGeom prst="rect">
            <a:avLst/>
          </a:prstGeom>
        </p:spPr>
        <p:txBody>
          <a:bodyPr>
            <a:noAutofit/>
          </a:bodyPr>
          <a:lstStyle>
            <a:lvl1pPr marL="0" indent="0" algn="ctr">
              <a:lnSpc>
                <a:spcPct val="120000"/>
              </a:lnSpc>
              <a:buNone/>
              <a:defRPr sz="1100" b="0" i="0">
                <a:solidFill>
                  <a:schemeClr val="tx1">
                    <a:lumMod val="75000"/>
                    <a:lumOff val="25000"/>
                  </a:schemeClr>
                </a:solidFill>
                <a:latin typeface="Open Sans SemiBold" pitchFamily="2" charset="0"/>
                <a:ea typeface="Open Sans SemiBold" pitchFamily="2" charset="0"/>
                <a:cs typeface="Open Sans SemiBold" pitchFamily="2" charset="0"/>
              </a:defRPr>
            </a:lvl1pPr>
            <a:lvl2pPr algn="ctr">
              <a:defRPr/>
            </a:lvl2pPr>
            <a:lvl3pPr algn="ctr">
              <a:defRPr/>
            </a:lvl3pPr>
            <a:lvl4pPr algn="ctr">
              <a:defRPr/>
            </a:lvl4pPr>
            <a:lvl5pPr algn="ctr">
              <a:defRPr/>
            </a:lvl5pPr>
          </a:lstStyle>
          <a:p>
            <a:pPr lvl="0"/>
            <a:r>
              <a:rPr lang="en-US" dirty="0"/>
              <a:t>Role 7</a:t>
            </a:r>
          </a:p>
        </p:txBody>
      </p:sp>
      <p:sp>
        <p:nvSpPr>
          <p:cNvPr id="29" name="Name 8">
            <a:extLst>
              <a:ext uri="{FF2B5EF4-FFF2-40B4-BE49-F238E27FC236}">
                <a16:creationId xmlns:a16="http://schemas.microsoft.com/office/drawing/2014/main" id="{3DA9E32A-877C-DF43-6030-0E9F0EA81987}"/>
              </a:ext>
            </a:extLst>
          </p:cNvPr>
          <p:cNvSpPr>
            <a:spLocks noGrp="1"/>
          </p:cNvSpPr>
          <p:nvPr>
            <p:ph type="body" sz="quarter" idx="68" hasCustomPrompt="1"/>
          </p:nvPr>
        </p:nvSpPr>
        <p:spPr>
          <a:xfrm>
            <a:off x="8593273" y="5034885"/>
            <a:ext cx="2334015" cy="233403"/>
          </a:xfrm>
          <a:prstGeom prst="rect">
            <a:avLst/>
          </a:prstGeom>
        </p:spPr>
        <p:txBody>
          <a:bodyPr>
            <a:noAutofit/>
          </a:bodyPr>
          <a:lstStyle>
            <a:lvl1pPr marL="0" indent="0" algn="ctr">
              <a:buNone/>
              <a:defRPr sz="1400" b="1" i="0">
                <a:solidFill>
                  <a:schemeClr val="tx1"/>
                </a:solidFill>
                <a:latin typeface="Open Sans SemiBold" pitchFamily="2" charset="0"/>
                <a:ea typeface="Open Sans SemiBold" pitchFamily="2" charset="0"/>
                <a:cs typeface="Open Sans SemiBold" pitchFamily="2" charset="0"/>
              </a:defRPr>
            </a:lvl1pPr>
          </a:lstStyle>
          <a:p>
            <a:pPr lvl="0"/>
            <a:r>
              <a:rPr lang="en-US" dirty="0"/>
              <a:t>Name 8</a:t>
            </a:r>
          </a:p>
        </p:txBody>
      </p:sp>
      <p:sp>
        <p:nvSpPr>
          <p:cNvPr id="30" name="Role 8">
            <a:extLst>
              <a:ext uri="{FF2B5EF4-FFF2-40B4-BE49-F238E27FC236}">
                <a16:creationId xmlns:a16="http://schemas.microsoft.com/office/drawing/2014/main" id="{03642949-FA71-2271-5FD2-8BE4D8228238}"/>
              </a:ext>
            </a:extLst>
          </p:cNvPr>
          <p:cNvSpPr>
            <a:spLocks noGrp="1"/>
          </p:cNvSpPr>
          <p:nvPr>
            <p:ph type="body" sz="quarter" idx="69" hasCustomPrompt="1"/>
          </p:nvPr>
        </p:nvSpPr>
        <p:spPr>
          <a:xfrm>
            <a:off x="8593273" y="5246274"/>
            <a:ext cx="2346569" cy="251692"/>
          </a:xfrm>
          <a:prstGeom prst="rect">
            <a:avLst/>
          </a:prstGeom>
        </p:spPr>
        <p:txBody>
          <a:bodyPr>
            <a:noAutofit/>
          </a:bodyPr>
          <a:lstStyle>
            <a:lvl1pPr marL="0" indent="0" algn="ctr">
              <a:lnSpc>
                <a:spcPct val="120000"/>
              </a:lnSpc>
              <a:buNone/>
              <a:defRPr sz="1100" b="0" i="0">
                <a:solidFill>
                  <a:schemeClr val="tx1">
                    <a:lumMod val="75000"/>
                    <a:lumOff val="25000"/>
                  </a:schemeClr>
                </a:solidFill>
                <a:latin typeface="Open Sans SemiBold" pitchFamily="2" charset="0"/>
                <a:ea typeface="Open Sans SemiBold" pitchFamily="2" charset="0"/>
                <a:cs typeface="Open Sans SemiBold" pitchFamily="2" charset="0"/>
              </a:defRPr>
            </a:lvl1pPr>
            <a:lvl2pPr algn="ctr">
              <a:defRPr/>
            </a:lvl2pPr>
            <a:lvl3pPr algn="ctr">
              <a:defRPr/>
            </a:lvl3pPr>
            <a:lvl4pPr algn="ctr">
              <a:defRPr/>
            </a:lvl4pPr>
            <a:lvl5pPr algn="ctr">
              <a:defRPr/>
            </a:lvl5pPr>
          </a:lstStyle>
          <a:p>
            <a:pPr lvl="0"/>
            <a:r>
              <a:rPr lang="en-US" dirty="0"/>
              <a:t>Role 8</a:t>
            </a:r>
          </a:p>
        </p:txBody>
      </p:sp>
      <p:sp>
        <p:nvSpPr>
          <p:cNvPr id="31" name="Picture Placeholder 13">
            <a:extLst>
              <a:ext uri="{FF2B5EF4-FFF2-40B4-BE49-F238E27FC236}">
                <a16:creationId xmlns:a16="http://schemas.microsoft.com/office/drawing/2014/main" id="{C48BCC89-41BB-0866-54C8-C43F27BDDBA1}"/>
              </a:ext>
            </a:extLst>
          </p:cNvPr>
          <p:cNvSpPr>
            <a:spLocks noGrp="1"/>
          </p:cNvSpPr>
          <p:nvPr>
            <p:ph type="pic" sz="quarter" idx="21" hasCustomPrompt="1"/>
          </p:nvPr>
        </p:nvSpPr>
        <p:spPr>
          <a:xfrm>
            <a:off x="1403416" y="1879541"/>
            <a:ext cx="836195" cy="836195"/>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32" name="Picture Placeholder 13">
            <a:extLst>
              <a:ext uri="{FF2B5EF4-FFF2-40B4-BE49-F238E27FC236}">
                <a16:creationId xmlns:a16="http://schemas.microsoft.com/office/drawing/2014/main" id="{4D3E4B01-B6B5-7311-521A-90999FBEBF52}"/>
              </a:ext>
            </a:extLst>
          </p:cNvPr>
          <p:cNvSpPr>
            <a:spLocks noGrp="1"/>
          </p:cNvSpPr>
          <p:nvPr>
            <p:ph type="pic" sz="quarter" idx="46" hasCustomPrompt="1"/>
          </p:nvPr>
        </p:nvSpPr>
        <p:spPr>
          <a:xfrm>
            <a:off x="4038322" y="1879541"/>
            <a:ext cx="836195" cy="836195"/>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33" name="Picture Placeholder 13">
            <a:extLst>
              <a:ext uri="{FF2B5EF4-FFF2-40B4-BE49-F238E27FC236}">
                <a16:creationId xmlns:a16="http://schemas.microsoft.com/office/drawing/2014/main" id="{B662BF7C-5531-F927-DB71-A9E8B07098F2}"/>
              </a:ext>
            </a:extLst>
          </p:cNvPr>
          <p:cNvSpPr>
            <a:spLocks noGrp="1"/>
          </p:cNvSpPr>
          <p:nvPr>
            <p:ph type="pic" sz="quarter" idx="50" hasCustomPrompt="1"/>
          </p:nvPr>
        </p:nvSpPr>
        <p:spPr>
          <a:xfrm>
            <a:off x="6673228" y="1879541"/>
            <a:ext cx="836195" cy="836195"/>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34" name="Picture Placeholder 13">
            <a:extLst>
              <a:ext uri="{FF2B5EF4-FFF2-40B4-BE49-F238E27FC236}">
                <a16:creationId xmlns:a16="http://schemas.microsoft.com/office/drawing/2014/main" id="{3C10490A-1178-26FE-8A40-58DB2C70345A}"/>
              </a:ext>
            </a:extLst>
          </p:cNvPr>
          <p:cNvSpPr>
            <a:spLocks noGrp="1"/>
          </p:cNvSpPr>
          <p:nvPr>
            <p:ph type="pic" sz="quarter" idx="54" hasCustomPrompt="1"/>
          </p:nvPr>
        </p:nvSpPr>
        <p:spPr>
          <a:xfrm>
            <a:off x="9320688" y="1879541"/>
            <a:ext cx="836195" cy="836195"/>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35" name="Picture Placeholder 13">
            <a:extLst>
              <a:ext uri="{FF2B5EF4-FFF2-40B4-BE49-F238E27FC236}">
                <a16:creationId xmlns:a16="http://schemas.microsoft.com/office/drawing/2014/main" id="{A186702C-D1FC-A800-C83E-48725C13243D}"/>
              </a:ext>
            </a:extLst>
          </p:cNvPr>
          <p:cNvSpPr>
            <a:spLocks noGrp="1"/>
          </p:cNvSpPr>
          <p:nvPr>
            <p:ph type="pic" sz="quarter" idx="58" hasCustomPrompt="1"/>
          </p:nvPr>
        </p:nvSpPr>
        <p:spPr>
          <a:xfrm>
            <a:off x="1415970" y="4079141"/>
            <a:ext cx="836195" cy="836195"/>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36" name="Picture Placeholder 13">
            <a:extLst>
              <a:ext uri="{FF2B5EF4-FFF2-40B4-BE49-F238E27FC236}">
                <a16:creationId xmlns:a16="http://schemas.microsoft.com/office/drawing/2014/main" id="{29865522-DD36-8629-00C5-FD9FDE08FA10}"/>
              </a:ext>
            </a:extLst>
          </p:cNvPr>
          <p:cNvSpPr>
            <a:spLocks noGrp="1"/>
          </p:cNvSpPr>
          <p:nvPr>
            <p:ph type="pic" sz="quarter" idx="62" hasCustomPrompt="1"/>
          </p:nvPr>
        </p:nvSpPr>
        <p:spPr>
          <a:xfrm>
            <a:off x="4050876" y="4079141"/>
            <a:ext cx="836195" cy="836195"/>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37" name="Picture Placeholder 13">
            <a:extLst>
              <a:ext uri="{FF2B5EF4-FFF2-40B4-BE49-F238E27FC236}">
                <a16:creationId xmlns:a16="http://schemas.microsoft.com/office/drawing/2014/main" id="{0227ABB3-17DB-3529-E93B-A26CB799C0BF}"/>
              </a:ext>
            </a:extLst>
          </p:cNvPr>
          <p:cNvSpPr>
            <a:spLocks noGrp="1"/>
          </p:cNvSpPr>
          <p:nvPr>
            <p:ph type="pic" sz="quarter" idx="66" hasCustomPrompt="1"/>
          </p:nvPr>
        </p:nvSpPr>
        <p:spPr>
          <a:xfrm>
            <a:off x="6685782" y="4079141"/>
            <a:ext cx="836195" cy="836195"/>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38" name="Picture Placeholder 13">
            <a:extLst>
              <a:ext uri="{FF2B5EF4-FFF2-40B4-BE49-F238E27FC236}">
                <a16:creationId xmlns:a16="http://schemas.microsoft.com/office/drawing/2014/main" id="{34384497-1894-AB91-3C84-6CBBF5BE73C1}"/>
              </a:ext>
            </a:extLst>
          </p:cNvPr>
          <p:cNvSpPr>
            <a:spLocks noGrp="1"/>
          </p:cNvSpPr>
          <p:nvPr>
            <p:ph type="pic" sz="quarter" idx="70" hasCustomPrompt="1"/>
          </p:nvPr>
        </p:nvSpPr>
        <p:spPr>
          <a:xfrm>
            <a:off x="9333242" y="4079141"/>
            <a:ext cx="836195" cy="836195"/>
          </a:xfrm>
          <a:prstGeom prst="rect">
            <a:avLst/>
          </a:prstGeom>
        </p:spPr>
        <p:txBody>
          <a:bodyPr/>
          <a:lstStyle>
            <a:lvl1pPr marL="0" indent="0">
              <a:buNone/>
              <a:defRPr sz="800"/>
            </a:lvl1pPr>
          </a:lstStyle>
          <a:p>
            <a:r>
              <a:rPr lang="en-US" dirty="0"/>
              <a:t>{{ </a:t>
            </a:r>
            <a:r>
              <a:rPr lang="en-US" dirty="0" err="1"/>
              <a:t>person_placeholder</a:t>
            </a:r>
            <a:r>
              <a:rPr lang="en-US" dirty="0"/>
              <a:t> }}</a:t>
            </a:r>
          </a:p>
        </p:txBody>
      </p:sp>
      <p:sp>
        <p:nvSpPr>
          <p:cNvPr id="2" name="Slide Subtitle">
            <a:extLst>
              <a:ext uri="{FF2B5EF4-FFF2-40B4-BE49-F238E27FC236}">
                <a16:creationId xmlns:a16="http://schemas.microsoft.com/office/drawing/2014/main" id="{C70AA7FD-0081-4423-D0BD-7041CDFA482A}"/>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6" name="Slide Title">
            <a:extLst>
              <a:ext uri="{FF2B5EF4-FFF2-40B4-BE49-F238E27FC236}">
                <a16:creationId xmlns:a16="http://schemas.microsoft.com/office/drawing/2014/main" id="{338F1904-43C9-C4E6-1444-E40045C298FF}"/>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
        <p:nvSpPr>
          <p:cNvPr id="7" name="ai generated label">
            <a:extLst>
              <a:ext uri="{FF2B5EF4-FFF2-40B4-BE49-F238E27FC236}">
                <a16:creationId xmlns:a16="http://schemas.microsoft.com/office/drawing/2014/main" id="{384F7512-4D90-A1BC-A5E5-98BB378D48A0}"/>
              </a:ext>
            </a:extLst>
          </p:cNvPr>
          <p:cNvSpPr>
            <a:spLocks noGrp="1"/>
          </p:cNvSpPr>
          <p:nvPr>
            <p:ph type="body" sz="quarter" idx="22"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36297921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_column_comparison_slide">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E1E25C5-455A-F9D7-FACF-AAF7A65BB613}"/>
              </a:ext>
            </a:extLst>
          </p:cNvPr>
          <p:cNvGrpSpPr/>
          <p:nvPr userDrawn="1"/>
        </p:nvGrpSpPr>
        <p:grpSpPr>
          <a:xfrm>
            <a:off x="6615407" y="2737369"/>
            <a:ext cx="2466379" cy="540879"/>
            <a:chOff x="7268185" y="1710465"/>
            <a:chExt cx="1918846" cy="484095"/>
          </a:xfrm>
          <a:solidFill>
            <a:srgbClr val="86BD24"/>
          </a:solidFill>
        </p:grpSpPr>
        <p:sp>
          <p:nvSpPr>
            <p:cNvPr id="9" name="Flowchart: Delay 5">
              <a:extLst>
                <a:ext uri="{FF2B5EF4-FFF2-40B4-BE49-F238E27FC236}">
                  <a16:creationId xmlns:a16="http://schemas.microsoft.com/office/drawing/2014/main" id="{8E591562-63AC-2049-CCAB-532A8A8A56AA}"/>
                </a:ext>
              </a:extLst>
            </p:cNvPr>
            <p:cNvSpPr/>
            <p:nvPr/>
          </p:nvSpPr>
          <p:spPr bwMode="gray">
            <a:xfrm flipH="1">
              <a:off x="7268185" y="1710465"/>
              <a:ext cx="494852" cy="484094"/>
            </a:xfrm>
            <a:prstGeom prst="flowChartDelay">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dirty="0">
                <a:ln>
                  <a:noFill/>
                </a:ln>
                <a:solidFill>
                  <a:prstClr val="white"/>
                </a:solidFill>
                <a:effectLst/>
                <a:uLnTx/>
                <a:uFillTx/>
                <a:latin typeface="Open Sans"/>
                <a:ea typeface="+mn-ea"/>
                <a:cs typeface="Calibri"/>
                <a:sym typeface="Open Sans"/>
              </a:endParaRPr>
            </a:p>
          </p:txBody>
        </p:sp>
        <p:sp>
          <p:nvSpPr>
            <p:cNvPr id="10" name="Rectangle 9">
              <a:extLst>
                <a:ext uri="{FF2B5EF4-FFF2-40B4-BE49-F238E27FC236}">
                  <a16:creationId xmlns:a16="http://schemas.microsoft.com/office/drawing/2014/main" id="{CA6FAC24-6CF8-CF2C-D343-07F1AA60D6B3}"/>
                </a:ext>
              </a:extLst>
            </p:cNvPr>
            <p:cNvSpPr/>
            <p:nvPr/>
          </p:nvSpPr>
          <p:spPr bwMode="gray">
            <a:xfrm>
              <a:off x="7756264" y="1710466"/>
              <a:ext cx="1430767" cy="484094"/>
            </a:xfrm>
            <a:prstGeom prst="rect">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Open Sans"/>
                <a:ea typeface="+mn-ea"/>
                <a:cs typeface="Calibri"/>
                <a:sym typeface="Open Sans"/>
              </a:endParaRPr>
            </a:p>
          </p:txBody>
        </p:sp>
      </p:grpSp>
      <p:grpSp>
        <p:nvGrpSpPr>
          <p:cNvPr id="11" name="Group 10">
            <a:extLst>
              <a:ext uri="{FF2B5EF4-FFF2-40B4-BE49-F238E27FC236}">
                <a16:creationId xmlns:a16="http://schemas.microsoft.com/office/drawing/2014/main" id="{0735B93B-9658-C4DD-61C9-2E7A7F67AA08}"/>
              </a:ext>
            </a:extLst>
          </p:cNvPr>
          <p:cNvGrpSpPr/>
          <p:nvPr userDrawn="1"/>
        </p:nvGrpSpPr>
        <p:grpSpPr>
          <a:xfrm>
            <a:off x="9076344" y="2735260"/>
            <a:ext cx="2466379" cy="540878"/>
            <a:chOff x="9170894" y="1710466"/>
            <a:chExt cx="1909482" cy="484094"/>
          </a:xfrm>
          <a:solidFill>
            <a:srgbClr val="25890C"/>
          </a:solidFill>
        </p:grpSpPr>
        <p:sp>
          <p:nvSpPr>
            <p:cNvPr id="12" name="Flowchart: Delay 8">
              <a:extLst>
                <a:ext uri="{FF2B5EF4-FFF2-40B4-BE49-F238E27FC236}">
                  <a16:creationId xmlns:a16="http://schemas.microsoft.com/office/drawing/2014/main" id="{04FC996F-ACB6-5BD7-0C17-D4B81DB1A4A1}"/>
                </a:ext>
              </a:extLst>
            </p:cNvPr>
            <p:cNvSpPr/>
            <p:nvPr/>
          </p:nvSpPr>
          <p:spPr bwMode="gray">
            <a:xfrm>
              <a:off x="10585524" y="1710466"/>
              <a:ext cx="494852" cy="484094"/>
            </a:xfrm>
            <a:prstGeom prst="flowChartDelay">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black"/>
                </a:solidFill>
                <a:effectLst/>
                <a:uLnTx/>
                <a:uFillTx/>
                <a:latin typeface="Open Sans"/>
                <a:ea typeface="+mn-ea"/>
                <a:cs typeface="Calibri"/>
                <a:sym typeface="Open Sans"/>
              </a:endParaRPr>
            </a:p>
          </p:txBody>
        </p:sp>
        <p:sp>
          <p:nvSpPr>
            <p:cNvPr id="13" name="Rectangle 12">
              <a:extLst>
                <a:ext uri="{FF2B5EF4-FFF2-40B4-BE49-F238E27FC236}">
                  <a16:creationId xmlns:a16="http://schemas.microsoft.com/office/drawing/2014/main" id="{0D453DAF-2364-D475-4DDC-564FC51016CD}"/>
                </a:ext>
              </a:extLst>
            </p:cNvPr>
            <p:cNvSpPr/>
            <p:nvPr/>
          </p:nvSpPr>
          <p:spPr bwMode="gray">
            <a:xfrm>
              <a:off x="9170894" y="1710466"/>
              <a:ext cx="1430767" cy="484094"/>
            </a:xfrm>
            <a:prstGeom prst="rect">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black"/>
                </a:solidFill>
                <a:effectLst/>
                <a:uLnTx/>
                <a:uFillTx/>
                <a:latin typeface="Open Sans"/>
                <a:ea typeface="+mn-ea"/>
                <a:cs typeface="Calibri"/>
                <a:sym typeface="Open Sans"/>
              </a:endParaRPr>
            </a:p>
          </p:txBody>
        </p:sp>
      </p:grpSp>
      <p:cxnSp>
        <p:nvCxnSpPr>
          <p:cNvPr id="14" name="Straight Connector 13">
            <a:extLst>
              <a:ext uri="{FF2B5EF4-FFF2-40B4-BE49-F238E27FC236}">
                <a16:creationId xmlns:a16="http://schemas.microsoft.com/office/drawing/2014/main" id="{01AF5E06-2E60-B073-775C-20CBED593577}"/>
              </a:ext>
            </a:extLst>
          </p:cNvPr>
          <p:cNvCxnSpPr>
            <a:cxnSpLocks/>
          </p:cNvCxnSpPr>
          <p:nvPr userDrawn="1"/>
        </p:nvCxnSpPr>
        <p:spPr>
          <a:xfrm>
            <a:off x="547624" y="2614594"/>
            <a:ext cx="3205252"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6AF745D-86B3-BEEC-EAE6-9AF0751C68F8}"/>
              </a:ext>
            </a:extLst>
          </p:cNvPr>
          <p:cNvCxnSpPr>
            <a:cxnSpLocks/>
          </p:cNvCxnSpPr>
          <p:nvPr userDrawn="1"/>
        </p:nvCxnSpPr>
        <p:spPr>
          <a:xfrm>
            <a:off x="547624" y="5969614"/>
            <a:ext cx="3205252"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5E08E37D-D7F8-76C6-808D-8C7D3F5271C7}"/>
              </a:ext>
            </a:extLst>
          </p:cNvPr>
          <p:cNvGrpSpPr/>
          <p:nvPr userDrawn="1"/>
        </p:nvGrpSpPr>
        <p:grpSpPr>
          <a:xfrm>
            <a:off x="6624737" y="3586457"/>
            <a:ext cx="2466379" cy="540878"/>
            <a:chOff x="7268185" y="1710466"/>
            <a:chExt cx="1918846" cy="484094"/>
          </a:xfrm>
          <a:solidFill>
            <a:srgbClr val="86BD24"/>
          </a:solidFill>
        </p:grpSpPr>
        <p:sp>
          <p:nvSpPr>
            <p:cNvPr id="17" name="Flowchart: Delay 5">
              <a:extLst>
                <a:ext uri="{FF2B5EF4-FFF2-40B4-BE49-F238E27FC236}">
                  <a16:creationId xmlns:a16="http://schemas.microsoft.com/office/drawing/2014/main" id="{D1F760C3-4A0A-D6FF-82B4-A13ED74015B8}"/>
                </a:ext>
              </a:extLst>
            </p:cNvPr>
            <p:cNvSpPr/>
            <p:nvPr/>
          </p:nvSpPr>
          <p:spPr bwMode="gray">
            <a:xfrm flipH="1">
              <a:off x="7268185" y="1710466"/>
              <a:ext cx="494852" cy="484094"/>
            </a:xfrm>
            <a:prstGeom prst="flowChartDelay">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Open Sans"/>
                <a:ea typeface="+mn-ea"/>
                <a:cs typeface="Calibri"/>
                <a:sym typeface="Open Sans"/>
              </a:endParaRPr>
            </a:p>
          </p:txBody>
        </p:sp>
        <p:sp>
          <p:nvSpPr>
            <p:cNvPr id="18" name="Rectangle 17">
              <a:extLst>
                <a:ext uri="{FF2B5EF4-FFF2-40B4-BE49-F238E27FC236}">
                  <a16:creationId xmlns:a16="http://schemas.microsoft.com/office/drawing/2014/main" id="{93866084-CF64-430D-C8F9-64DA31B0595B}"/>
                </a:ext>
              </a:extLst>
            </p:cNvPr>
            <p:cNvSpPr/>
            <p:nvPr/>
          </p:nvSpPr>
          <p:spPr bwMode="gray">
            <a:xfrm>
              <a:off x="7756264" y="1710466"/>
              <a:ext cx="1430767" cy="484094"/>
            </a:xfrm>
            <a:prstGeom prst="rect">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Open Sans"/>
                <a:ea typeface="+mn-ea"/>
                <a:cs typeface="Calibri"/>
                <a:sym typeface="Open Sans"/>
              </a:endParaRPr>
            </a:p>
          </p:txBody>
        </p:sp>
      </p:grpSp>
      <p:grpSp>
        <p:nvGrpSpPr>
          <p:cNvPr id="19" name="Group 18">
            <a:extLst>
              <a:ext uri="{FF2B5EF4-FFF2-40B4-BE49-F238E27FC236}">
                <a16:creationId xmlns:a16="http://schemas.microsoft.com/office/drawing/2014/main" id="{FF86B597-AACF-4189-30AD-EAB0FD5B1F40}"/>
              </a:ext>
            </a:extLst>
          </p:cNvPr>
          <p:cNvGrpSpPr/>
          <p:nvPr userDrawn="1"/>
        </p:nvGrpSpPr>
        <p:grpSpPr>
          <a:xfrm>
            <a:off x="9085674" y="3584346"/>
            <a:ext cx="2466379" cy="540878"/>
            <a:chOff x="9170894" y="1710466"/>
            <a:chExt cx="1909482" cy="484094"/>
          </a:xfrm>
          <a:solidFill>
            <a:srgbClr val="25890C"/>
          </a:solidFill>
        </p:grpSpPr>
        <p:sp>
          <p:nvSpPr>
            <p:cNvPr id="20" name="Flowchart: Delay 8">
              <a:extLst>
                <a:ext uri="{FF2B5EF4-FFF2-40B4-BE49-F238E27FC236}">
                  <a16:creationId xmlns:a16="http://schemas.microsoft.com/office/drawing/2014/main" id="{799BD9A2-C227-F951-DB26-D0C4E205344F}"/>
                </a:ext>
              </a:extLst>
            </p:cNvPr>
            <p:cNvSpPr/>
            <p:nvPr/>
          </p:nvSpPr>
          <p:spPr bwMode="gray">
            <a:xfrm>
              <a:off x="10585524" y="1710466"/>
              <a:ext cx="494852" cy="484094"/>
            </a:xfrm>
            <a:prstGeom prst="flowChartDelay">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black"/>
                </a:solidFill>
                <a:effectLst/>
                <a:uLnTx/>
                <a:uFillTx/>
                <a:latin typeface="Open Sans"/>
                <a:ea typeface="+mn-ea"/>
                <a:cs typeface="Calibri"/>
                <a:sym typeface="Open Sans"/>
              </a:endParaRPr>
            </a:p>
          </p:txBody>
        </p:sp>
        <p:sp>
          <p:nvSpPr>
            <p:cNvPr id="21" name="Rectangle 20">
              <a:extLst>
                <a:ext uri="{FF2B5EF4-FFF2-40B4-BE49-F238E27FC236}">
                  <a16:creationId xmlns:a16="http://schemas.microsoft.com/office/drawing/2014/main" id="{0E50F730-9511-C595-DF56-8E2BA326D9C8}"/>
                </a:ext>
              </a:extLst>
            </p:cNvPr>
            <p:cNvSpPr/>
            <p:nvPr/>
          </p:nvSpPr>
          <p:spPr bwMode="gray">
            <a:xfrm>
              <a:off x="9170894" y="1710466"/>
              <a:ext cx="1430767" cy="484094"/>
            </a:xfrm>
            <a:prstGeom prst="rect">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black"/>
                </a:solidFill>
                <a:effectLst/>
                <a:uLnTx/>
                <a:uFillTx/>
                <a:latin typeface="Open Sans"/>
                <a:ea typeface="+mn-ea"/>
                <a:cs typeface="Calibri"/>
                <a:sym typeface="Open Sans"/>
              </a:endParaRPr>
            </a:p>
          </p:txBody>
        </p:sp>
      </p:grpSp>
      <p:grpSp>
        <p:nvGrpSpPr>
          <p:cNvPr id="22" name="Group 21">
            <a:extLst>
              <a:ext uri="{FF2B5EF4-FFF2-40B4-BE49-F238E27FC236}">
                <a16:creationId xmlns:a16="http://schemas.microsoft.com/office/drawing/2014/main" id="{3C9CAE3B-D3D9-BF45-BFD3-569947474F83}"/>
              </a:ext>
            </a:extLst>
          </p:cNvPr>
          <p:cNvGrpSpPr/>
          <p:nvPr userDrawn="1"/>
        </p:nvGrpSpPr>
        <p:grpSpPr>
          <a:xfrm>
            <a:off x="6624737" y="4472865"/>
            <a:ext cx="2466379" cy="540878"/>
            <a:chOff x="7268185" y="1710466"/>
            <a:chExt cx="1918846" cy="484094"/>
          </a:xfrm>
          <a:solidFill>
            <a:srgbClr val="86BD24"/>
          </a:solidFill>
        </p:grpSpPr>
        <p:sp>
          <p:nvSpPr>
            <p:cNvPr id="23" name="Flowchart: Delay 5">
              <a:extLst>
                <a:ext uri="{FF2B5EF4-FFF2-40B4-BE49-F238E27FC236}">
                  <a16:creationId xmlns:a16="http://schemas.microsoft.com/office/drawing/2014/main" id="{09F66C42-6DD6-7A93-BB93-BB5909D33BCF}"/>
                </a:ext>
              </a:extLst>
            </p:cNvPr>
            <p:cNvSpPr/>
            <p:nvPr/>
          </p:nvSpPr>
          <p:spPr bwMode="gray">
            <a:xfrm flipH="1">
              <a:off x="7268185" y="1710466"/>
              <a:ext cx="494852" cy="484094"/>
            </a:xfrm>
            <a:prstGeom prst="flowChartDelay">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Open Sans"/>
                <a:ea typeface="+mn-ea"/>
                <a:cs typeface="Calibri"/>
                <a:sym typeface="Open Sans"/>
              </a:endParaRPr>
            </a:p>
          </p:txBody>
        </p:sp>
        <p:sp>
          <p:nvSpPr>
            <p:cNvPr id="24" name="Rectangle 23">
              <a:extLst>
                <a:ext uri="{FF2B5EF4-FFF2-40B4-BE49-F238E27FC236}">
                  <a16:creationId xmlns:a16="http://schemas.microsoft.com/office/drawing/2014/main" id="{61BAF3FF-99B5-1215-96BE-9762F727E708}"/>
                </a:ext>
              </a:extLst>
            </p:cNvPr>
            <p:cNvSpPr/>
            <p:nvPr/>
          </p:nvSpPr>
          <p:spPr bwMode="gray">
            <a:xfrm>
              <a:off x="7756264" y="1710466"/>
              <a:ext cx="1430767" cy="484094"/>
            </a:xfrm>
            <a:prstGeom prst="rect">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Open Sans"/>
                <a:ea typeface="+mn-ea"/>
                <a:cs typeface="Calibri"/>
                <a:sym typeface="Open Sans"/>
              </a:endParaRPr>
            </a:p>
          </p:txBody>
        </p:sp>
      </p:grpSp>
      <p:grpSp>
        <p:nvGrpSpPr>
          <p:cNvPr id="25" name="Group 24">
            <a:extLst>
              <a:ext uri="{FF2B5EF4-FFF2-40B4-BE49-F238E27FC236}">
                <a16:creationId xmlns:a16="http://schemas.microsoft.com/office/drawing/2014/main" id="{77D05756-EEB4-8B10-AD8E-1FBB7961AAB1}"/>
              </a:ext>
            </a:extLst>
          </p:cNvPr>
          <p:cNvGrpSpPr/>
          <p:nvPr userDrawn="1"/>
        </p:nvGrpSpPr>
        <p:grpSpPr>
          <a:xfrm>
            <a:off x="9085674" y="4470754"/>
            <a:ext cx="2466379" cy="540878"/>
            <a:chOff x="9170894" y="1710466"/>
            <a:chExt cx="1909482" cy="484094"/>
          </a:xfrm>
          <a:solidFill>
            <a:srgbClr val="25890C"/>
          </a:solidFill>
        </p:grpSpPr>
        <p:sp>
          <p:nvSpPr>
            <p:cNvPr id="26" name="Flowchart: Delay 8">
              <a:extLst>
                <a:ext uri="{FF2B5EF4-FFF2-40B4-BE49-F238E27FC236}">
                  <a16:creationId xmlns:a16="http://schemas.microsoft.com/office/drawing/2014/main" id="{773690FE-22D2-BBB2-5CF5-79EC6504BDA5}"/>
                </a:ext>
              </a:extLst>
            </p:cNvPr>
            <p:cNvSpPr/>
            <p:nvPr/>
          </p:nvSpPr>
          <p:spPr bwMode="gray">
            <a:xfrm>
              <a:off x="10585524" y="1710466"/>
              <a:ext cx="494852" cy="484094"/>
            </a:xfrm>
            <a:prstGeom prst="flowChartDelay">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black"/>
                </a:solidFill>
                <a:effectLst/>
                <a:uLnTx/>
                <a:uFillTx/>
                <a:latin typeface="Open Sans"/>
                <a:ea typeface="+mn-ea"/>
                <a:cs typeface="Calibri"/>
                <a:sym typeface="Open Sans"/>
              </a:endParaRPr>
            </a:p>
          </p:txBody>
        </p:sp>
        <p:sp>
          <p:nvSpPr>
            <p:cNvPr id="27" name="Rectangle 26">
              <a:extLst>
                <a:ext uri="{FF2B5EF4-FFF2-40B4-BE49-F238E27FC236}">
                  <a16:creationId xmlns:a16="http://schemas.microsoft.com/office/drawing/2014/main" id="{BF03D989-FE23-9665-FCFD-CDCE78050D07}"/>
                </a:ext>
              </a:extLst>
            </p:cNvPr>
            <p:cNvSpPr/>
            <p:nvPr/>
          </p:nvSpPr>
          <p:spPr bwMode="gray">
            <a:xfrm>
              <a:off x="9170894" y="1710466"/>
              <a:ext cx="1430767" cy="484094"/>
            </a:xfrm>
            <a:prstGeom prst="rect">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black"/>
                </a:solidFill>
                <a:effectLst/>
                <a:uLnTx/>
                <a:uFillTx/>
                <a:latin typeface="Open Sans"/>
                <a:ea typeface="+mn-ea"/>
                <a:cs typeface="Calibri"/>
                <a:sym typeface="Open Sans"/>
              </a:endParaRPr>
            </a:p>
          </p:txBody>
        </p:sp>
      </p:grpSp>
      <p:grpSp>
        <p:nvGrpSpPr>
          <p:cNvPr id="28" name="Group 27">
            <a:extLst>
              <a:ext uri="{FF2B5EF4-FFF2-40B4-BE49-F238E27FC236}">
                <a16:creationId xmlns:a16="http://schemas.microsoft.com/office/drawing/2014/main" id="{CAF10926-D0AE-B1A1-E926-B08DF31ADE35}"/>
              </a:ext>
            </a:extLst>
          </p:cNvPr>
          <p:cNvGrpSpPr/>
          <p:nvPr userDrawn="1"/>
        </p:nvGrpSpPr>
        <p:grpSpPr>
          <a:xfrm>
            <a:off x="6624737" y="5349942"/>
            <a:ext cx="2466379" cy="540878"/>
            <a:chOff x="7268185" y="1710466"/>
            <a:chExt cx="1918846" cy="484094"/>
          </a:xfrm>
          <a:solidFill>
            <a:srgbClr val="86BD24"/>
          </a:solidFill>
        </p:grpSpPr>
        <p:sp>
          <p:nvSpPr>
            <p:cNvPr id="29" name="Flowchart: Delay 5">
              <a:extLst>
                <a:ext uri="{FF2B5EF4-FFF2-40B4-BE49-F238E27FC236}">
                  <a16:creationId xmlns:a16="http://schemas.microsoft.com/office/drawing/2014/main" id="{B795E855-F55B-0472-06C5-F636B4BB7B40}"/>
                </a:ext>
              </a:extLst>
            </p:cNvPr>
            <p:cNvSpPr/>
            <p:nvPr/>
          </p:nvSpPr>
          <p:spPr bwMode="gray">
            <a:xfrm flipH="1">
              <a:off x="7268185" y="1710466"/>
              <a:ext cx="494852" cy="484094"/>
            </a:xfrm>
            <a:prstGeom prst="flowChartDelay">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Open Sans"/>
                <a:ea typeface="+mn-ea"/>
                <a:cs typeface="Calibri"/>
                <a:sym typeface="Open Sans"/>
              </a:endParaRPr>
            </a:p>
          </p:txBody>
        </p:sp>
        <p:sp>
          <p:nvSpPr>
            <p:cNvPr id="30" name="Rectangle 29">
              <a:extLst>
                <a:ext uri="{FF2B5EF4-FFF2-40B4-BE49-F238E27FC236}">
                  <a16:creationId xmlns:a16="http://schemas.microsoft.com/office/drawing/2014/main" id="{23F79528-428C-3007-DCCE-22ED71D94C4B}"/>
                </a:ext>
              </a:extLst>
            </p:cNvPr>
            <p:cNvSpPr/>
            <p:nvPr/>
          </p:nvSpPr>
          <p:spPr bwMode="gray">
            <a:xfrm>
              <a:off x="7756264" y="1710466"/>
              <a:ext cx="1430767" cy="484094"/>
            </a:xfrm>
            <a:prstGeom prst="rect">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Open Sans"/>
                <a:ea typeface="+mn-ea"/>
                <a:cs typeface="Calibri"/>
                <a:sym typeface="Open Sans"/>
              </a:endParaRPr>
            </a:p>
          </p:txBody>
        </p:sp>
      </p:grpSp>
      <p:grpSp>
        <p:nvGrpSpPr>
          <p:cNvPr id="31" name="Group 30">
            <a:extLst>
              <a:ext uri="{FF2B5EF4-FFF2-40B4-BE49-F238E27FC236}">
                <a16:creationId xmlns:a16="http://schemas.microsoft.com/office/drawing/2014/main" id="{2C691908-2BD3-554C-59FA-836A164B8166}"/>
              </a:ext>
            </a:extLst>
          </p:cNvPr>
          <p:cNvGrpSpPr/>
          <p:nvPr userDrawn="1"/>
        </p:nvGrpSpPr>
        <p:grpSpPr>
          <a:xfrm>
            <a:off x="9085674" y="5347831"/>
            <a:ext cx="2466379" cy="540878"/>
            <a:chOff x="9170894" y="1710466"/>
            <a:chExt cx="1909482" cy="484094"/>
          </a:xfrm>
          <a:solidFill>
            <a:srgbClr val="25890C"/>
          </a:solidFill>
        </p:grpSpPr>
        <p:sp>
          <p:nvSpPr>
            <p:cNvPr id="32" name="Flowchart: Delay 8">
              <a:extLst>
                <a:ext uri="{FF2B5EF4-FFF2-40B4-BE49-F238E27FC236}">
                  <a16:creationId xmlns:a16="http://schemas.microsoft.com/office/drawing/2014/main" id="{E0FA524E-D061-4307-9568-B808E823A4A2}"/>
                </a:ext>
              </a:extLst>
            </p:cNvPr>
            <p:cNvSpPr/>
            <p:nvPr/>
          </p:nvSpPr>
          <p:spPr bwMode="gray">
            <a:xfrm>
              <a:off x="10585524" y="1710466"/>
              <a:ext cx="494852" cy="484094"/>
            </a:xfrm>
            <a:prstGeom prst="flowChartDelay">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black"/>
                </a:solidFill>
                <a:effectLst/>
                <a:uLnTx/>
                <a:uFillTx/>
                <a:latin typeface="Open Sans"/>
                <a:ea typeface="+mn-ea"/>
                <a:cs typeface="Calibri"/>
                <a:sym typeface="Open Sans"/>
              </a:endParaRPr>
            </a:p>
          </p:txBody>
        </p:sp>
        <p:sp>
          <p:nvSpPr>
            <p:cNvPr id="33" name="Rectangle 32">
              <a:extLst>
                <a:ext uri="{FF2B5EF4-FFF2-40B4-BE49-F238E27FC236}">
                  <a16:creationId xmlns:a16="http://schemas.microsoft.com/office/drawing/2014/main" id="{233326B0-471F-A465-92E4-BA0A6D24C381}"/>
                </a:ext>
              </a:extLst>
            </p:cNvPr>
            <p:cNvSpPr/>
            <p:nvPr/>
          </p:nvSpPr>
          <p:spPr bwMode="gray">
            <a:xfrm>
              <a:off x="9170894" y="1710466"/>
              <a:ext cx="1430767" cy="484094"/>
            </a:xfrm>
            <a:prstGeom prst="rect">
              <a:avLst/>
            </a:prstGeom>
            <a:grp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black"/>
                </a:solidFill>
                <a:effectLst/>
                <a:uLnTx/>
                <a:uFillTx/>
                <a:latin typeface="Open Sans"/>
                <a:ea typeface="+mn-ea"/>
                <a:cs typeface="Calibri"/>
                <a:sym typeface="Open Sans"/>
              </a:endParaRPr>
            </a:p>
          </p:txBody>
        </p:sp>
      </p:grpSp>
      <p:pic>
        <p:nvPicPr>
          <p:cNvPr id="34" name="Graphic 33">
            <a:extLst>
              <a:ext uri="{FF2B5EF4-FFF2-40B4-BE49-F238E27FC236}">
                <a16:creationId xmlns:a16="http://schemas.microsoft.com/office/drawing/2014/main" id="{87021B60-EE47-5C8E-BF96-234EF5D193E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09935" y="2874543"/>
            <a:ext cx="530352" cy="258136"/>
          </a:xfrm>
          <a:prstGeom prst="rect">
            <a:avLst/>
          </a:prstGeom>
        </p:spPr>
      </p:pic>
      <p:pic>
        <p:nvPicPr>
          <p:cNvPr id="35" name="Graphic 34">
            <a:extLst>
              <a:ext uri="{FF2B5EF4-FFF2-40B4-BE49-F238E27FC236}">
                <a16:creationId xmlns:a16="http://schemas.microsoft.com/office/drawing/2014/main" id="{94F86079-5FF5-E3CE-F499-42F84806FA9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23583" y="3725253"/>
            <a:ext cx="530352" cy="258136"/>
          </a:xfrm>
          <a:prstGeom prst="rect">
            <a:avLst/>
          </a:prstGeom>
        </p:spPr>
      </p:pic>
      <p:pic>
        <p:nvPicPr>
          <p:cNvPr id="36" name="Graphic 35">
            <a:extLst>
              <a:ext uri="{FF2B5EF4-FFF2-40B4-BE49-F238E27FC236}">
                <a16:creationId xmlns:a16="http://schemas.microsoft.com/office/drawing/2014/main" id="{09AD220C-9CB7-245A-2E7D-CF888C6868C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23583" y="4616906"/>
            <a:ext cx="530352" cy="258136"/>
          </a:xfrm>
          <a:prstGeom prst="rect">
            <a:avLst/>
          </a:prstGeom>
        </p:spPr>
      </p:pic>
      <p:pic>
        <p:nvPicPr>
          <p:cNvPr id="37" name="Graphic 36">
            <a:extLst>
              <a:ext uri="{FF2B5EF4-FFF2-40B4-BE49-F238E27FC236}">
                <a16:creationId xmlns:a16="http://schemas.microsoft.com/office/drawing/2014/main" id="{7908A8FF-E837-E104-3F51-FE666FC522A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28132" y="5494912"/>
            <a:ext cx="530352" cy="258136"/>
          </a:xfrm>
          <a:prstGeom prst="rect">
            <a:avLst/>
          </a:prstGeom>
        </p:spPr>
      </p:pic>
      <p:sp>
        <p:nvSpPr>
          <p:cNvPr id="38" name="Supporting Text">
            <a:extLst>
              <a:ext uri="{FF2B5EF4-FFF2-40B4-BE49-F238E27FC236}">
                <a16:creationId xmlns:a16="http://schemas.microsoft.com/office/drawing/2014/main" id="{EB1E0C05-527A-37DF-DDF5-0EC9BDB55EAE}"/>
              </a:ext>
            </a:extLst>
          </p:cNvPr>
          <p:cNvSpPr>
            <a:spLocks noGrp="1"/>
          </p:cNvSpPr>
          <p:nvPr>
            <p:ph type="body" sz="quarter" idx="25" hasCustomPrompt="1"/>
          </p:nvPr>
        </p:nvSpPr>
        <p:spPr>
          <a:xfrm>
            <a:off x="547624" y="2824712"/>
            <a:ext cx="3070464" cy="2913915"/>
          </a:xfrm>
        </p:spPr>
        <p:txBody>
          <a:bodyPr anchor="ctr">
            <a:normAutofit/>
          </a:bodyPr>
          <a:lstStyle>
            <a:lvl1pPr marL="0" indent="0">
              <a:lnSpc>
                <a:spcPts val="1920"/>
              </a:lnSpc>
              <a:buFont typeface="Arial" panose="020B0604020202020204" pitchFamily="34" charset="0"/>
              <a:buNone/>
              <a:defRPr sz="1400" b="0" i="0">
                <a:latin typeface="Open Sans Light" panose="020B0606030504020204" pitchFamily="34" charset="0"/>
                <a:ea typeface="Open Sans Light" panose="020B0606030504020204" pitchFamily="34" charset="0"/>
                <a:cs typeface="Open Sans Light" panose="020B0606030504020204" pitchFamily="34" charset="0"/>
              </a:defRPr>
            </a:lvl1pPr>
            <a:lvl5pPr marL="1828800" indent="0">
              <a:buNone/>
              <a:defRPr/>
            </a:lvl5pPr>
          </a:lstStyle>
          <a:p>
            <a:pPr lvl="0"/>
            <a:r>
              <a:rPr lang="en-US" dirty="0"/>
              <a:t>Supporting text</a:t>
            </a:r>
          </a:p>
        </p:txBody>
      </p:sp>
      <p:sp>
        <p:nvSpPr>
          <p:cNvPr id="39" name="Column 1 Title">
            <a:extLst>
              <a:ext uri="{FF2B5EF4-FFF2-40B4-BE49-F238E27FC236}">
                <a16:creationId xmlns:a16="http://schemas.microsoft.com/office/drawing/2014/main" id="{56F12DFE-F879-45D6-B705-7C1DBD225EAC}"/>
              </a:ext>
            </a:extLst>
          </p:cNvPr>
          <p:cNvSpPr>
            <a:spLocks noGrp="1"/>
          </p:cNvSpPr>
          <p:nvPr>
            <p:ph type="body" sz="quarter" idx="34" hasCustomPrompt="1"/>
          </p:nvPr>
        </p:nvSpPr>
        <p:spPr>
          <a:xfrm>
            <a:off x="6615407" y="2259669"/>
            <a:ext cx="2460937" cy="367624"/>
          </a:xfrm>
        </p:spPr>
        <p:txBody>
          <a:bodyPr anchor="ctr">
            <a:normAutofit/>
          </a:bodyPr>
          <a:lstStyle>
            <a:lvl1pPr marL="0" indent="0" algn="ctr">
              <a:lnSpc>
                <a:spcPct val="100000"/>
              </a:lnSpc>
              <a:buNone/>
              <a:defRPr sz="12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Column 1 Title</a:t>
            </a:r>
          </a:p>
        </p:txBody>
      </p:sp>
      <p:sp>
        <p:nvSpPr>
          <p:cNvPr id="40" name="Column 2 Title">
            <a:extLst>
              <a:ext uri="{FF2B5EF4-FFF2-40B4-BE49-F238E27FC236}">
                <a16:creationId xmlns:a16="http://schemas.microsoft.com/office/drawing/2014/main" id="{1437E5B8-0F0A-1CD6-D9EC-FB8D42FF78A7}"/>
              </a:ext>
            </a:extLst>
          </p:cNvPr>
          <p:cNvSpPr>
            <a:spLocks noGrp="1"/>
          </p:cNvSpPr>
          <p:nvPr>
            <p:ph type="body" sz="quarter" idx="31" hasCustomPrompt="1"/>
          </p:nvPr>
        </p:nvSpPr>
        <p:spPr>
          <a:xfrm>
            <a:off x="9085675" y="2259668"/>
            <a:ext cx="2466378" cy="367624"/>
          </a:xfrm>
        </p:spPr>
        <p:txBody>
          <a:bodyPr anchor="ctr">
            <a:normAutofit/>
          </a:bodyPr>
          <a:lstStyle>
            <a:lvl1pPr marL="0" indent="0" algn="ctr">
              <a:lnSpc>
                <a:spcPct val="100000"/>
              </a:lnSpc>
              <a:buNone/>
              <a:defRPr sz="12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Column 2 Title</a:t>
            </a:r>
          </a:p>
        </p:txBody>
      </p:sp>
      <p:sp>
        <p:nvSpPr>
          <p:cNvPr id="41" name="Row 1 Label">
            <a:extLst>
              <a:ext uri="{FF2B5EF4-FFF2-40B4-BE49-F238E27FC236}">
                <a16:creationId xmlns:a16="http://schemas.microsoft.com/office/drawing/2014/main" id="{15366178-8F75-E2C2-247C-2E1280CA069E}"/>
              </a:ext>
            </a:extLst>
          </p:cNvPr>
          <p:cNvSpPr>
            <a:spLocks noGrp="1"/>
          </p:cNvSpPr>
          <p:nvPr>
            <p:ph type="body" sz="quarter" idx="28" hasCustomPrompt="1"/>
          </p:nvPr>
        </p:nvSpPr>
        <p:spPr>
          <a:xfrm>
            <a:off x="4949320" y="2714150"/>
            <a:ext cx="1371434" cy="587462"/>
          </a:xfrm>
        </p:spPr>
        <p:txBody>
          <a:bodyPr anchor="ctr">
            <a:normAutofit/>
          </a:bodyPr>
          <a:lstStyle>
            <a:lvl1pPr marL="0" indent="0" algn="l">
              <a:lnSpc>
                <a:spcPct val="100000"/>
              </a:lnSpc>
              <a:buNone/>
              <a:defRPr sz="1100" b="0" i="0">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1 Label</a:t>
            </a:r>
          </a:p>
        </p:txBody>
      </p:sp>
      <p:sp>
        <p:nvSpPr>
          <p:cNvPr id="42" name="Row 1 icon">
            <a:extLst>
              <a:ext uri="{FF2B5EF4-FFF2-40B4-BE49-F238E27FC236}">
                <a16:creationId xmlns:a16="http://schemas.microsoft.com/office/drawing/2014/main" id="{C02FC96E-69F7-2B90-7845-A4F34ED3BF77}"/>
              </a:ext>
            </a:extLst>
          </p:cNvPr>
          <p:cNvSpPr>
            <a:spLocks noGrp="1"/>
          </p:cNvSpPr>
          <p:nvPr>
            <p:ph type="pic" sz="quarter" idx="20" hasCustomPrompt="1"/>
          </p:nvPr>
        </p:nvSpPr>
        <p:spPr>
          <a:xfrm>
            <a:off x="4370469" y="2745786"/>
            <a:ext cx="530352" cy="530352"/>
          </a:xfrm>
          <a:prstGeom prst="rect">
            <a:avLst/>
          </a:prstGeom>
        </p:spPr>
        <p:txBody>
          <a:bodyPr>
            <a:normAutofit/>
          </a:bodyPr>
          <a:lstStyle>
            <a:lvl1pPr marL="0" indent="0">
              <a:buNone/>
              <a:defRPr sz="600"/>
            </a:lvl1pPr>
          </a:lstStyle>
          <a:p>
            <a:r>
              <a:rPr lang="en-US" dirty="0"/>
              <a:t>{{ </a:t>
            </a:r>
            <a:r>
              <a:rPr lang="en-US" dirty="0" err="1"/>
              <a:t>dynamic_icon_placeholder</a:t>
            </a:r>
            <a:r>
              <a:rPr lang="en-US" dirty="0"/>
              <a:t> }} Row 1</a:t>
            </a:r>
          </a:p>
        </p:txBody>
      </p:sp>
      <p:sp>
        <p:nvSpPr>
          <p:cNvPr id="44" name="Row 1 Column 1 Value">
            <a:extLst>
              <a:ext uri="{FF2B5EF4-FFF2-40B4-BE49-F238E27FC236}">
                <a16:creationId xmlns:a16="http://schemas.microsoft.com/office/drawing/2014/main" id="{3B471BA8-750F-7DC6-7949-BFD62C187A58}"/>
              </a:ext>
            </a:extLst>
          </p:cNvPr>
          <p:cNvSpPr>
            <a:spLocks noGrp="1"/>
          </p:cNvSpPr>
          <p:nvPr>
            <p:ph type="body" sz="quarter" idx="33" hasCustomPrompt="1"/>
          </p:nvPr>
        </p:nvSpPr>
        <p:spPr>
          <a:xfrm>
            <a:off x="6849651" y="2740723"/>
            <a:ext cx="1825182" cy="528522"/>
          </a:xfrm>
        </p:spPr>
        <p:txBody>
          <a:bodyPr anchor="ctr">
            <a:normAutofit/>
          </a:bodyPr>
          <a:lstStyle>
            <a:lvl1pPr marL="0" indent="0" algn="ctr">
              <a:lnSpc>
                <a:spcPct val="100000"/>
              </a:lnSpc>
              <a:buNone/>
              <a:defRPr sz="1100" b="0" i="0">
                <a:solidFill>
                  <a:schemeClr val="bg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1 Column 1 Value</a:t>
            </a:r>
          </a:p>
        </p:txBody>
      </p:sp>
      <p:sp>
        <p:nvSpPr>
          <p:cNvPr id="45" name="Row 1 Column 2 value">
            <a:extLst>
              <a:ext uri="{FF2B5EF4-FFF2-40B4-BE49-F238E27FC236}">
                <a16:creationId xmlns:a16="http://schemas.microsoft.com/office/drawing/2014/main" id="{04ACC378-C503-E1DA-3CED-7D288FCA7512}"/>
              </a:ext>
            </a:extLst>
          </p:cNvPr>
          <p:cNvSpPr>
            <a:spLocks noGrp="1"/>
          </p:cNvSpPr>
          <p:nvPr>
            <p:ph type="body" sz="quarter" idx="38" hasCustomPrompt="1"/>
          </p:nvPr>
        </p:nvSpPr>
        <p:spPr>
          <a:xfrm>
            <a:off x="9487672" y="2740722"/>
            <a:ext cx="1715066" cy="528522"/>
          </a:xfrm>
        </p:spPr>
        <p:txBody>
          <a:bodyPr anchor="ctr">
            <a:normAutofit/>
          </a:bodyPr>
          <a:lstStyle>
            <a:lvl1pPr marL="0" indent="0" algn="ctr">
              <a:lnSpc>
                <a:spcPct val="100000"/>
              </a:lnSpc>
              <a:buNone/>
              <a:defRPr sz="1100" b="0" i="0">
                <a:solidFill>
                  <a:schemeClr val="bg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1 Column 2 Value</a:t>
            </a:r>
          </a:p>
        </p:txBody>
      </p:sp>
      <p:sp>
        <p:nvSpPr>
          <p:cNvPr id="46" name="Row 2 Label">
            <a:extLst>
              <a:ext uri="{FF2B5EF4-FFF2-40B4-BE49-F238E27FC236}">
                <a16:creationId xmlns:a16="http://schemas.microsoft.com/office/drawing/2014/main" id="{52135194-4D36-ED71-0F42-F3DA1D1BD757}"/>
              </a:ext>
            </a:extLst>
          </p:cNvPr>
          <p:cNvSpPr>
            <a:spLocks noGrp="1"/>
          </p:cNvSpPr>
          <p:nvPr>
            <p:ph type="body" sz="quarter" idx="35" hasCustomPrompt="1"/>
          </p:nvPr>
        </p:nvSpPr>
        <p:spPr>
          <a:xfrm>
            <a:off x="4949319" y="3574263"/>
            <a:ext cx="1371434" cy="587462"/>
          </a:xfrm>
        </p:spPr>
        <p:txBody>
          <a:bodyPr anchor="ctr">
            <a:normAutofit/>
          </a:bodyPr>
          <a:lstStyle>
            <a:lvl1pPr marL="0" indent="0" algn="l">
              <a:lnSpc>
                <a:spcPct val="100000"/>
              </a:lnSpc>
              <a:buNone/>
              <a:defRPr sz="1100" b="0" i="0">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2 Label</a:t>
            </a:r>
          </a:p>
        </p:txBody>
      </p:sp>
      <p:sp>
        <p:nvSpPr>
          <p:cNvPr id="47" name="Row 12icon">
            <a:extLst>
              <a:ext uri="{FF2B5EF4-FFF2-40B4-BE49-F238E27FC236}">
                <a16:creationId xmlns:a16="http://schemas.microsoft.com/office/drawing/2014/main" id="{EE5FD1AB-B212-D2BD-6E1A-4E2442B4FD2E}"/>
              </a:ext>
            </a:extLst>
          </p:cNvPr>
          <p:cNvSpPr>
            <a:spLocks noGrp="1"/>
          </p:cNvSpPr>
          <p:nvPr>
            <p:ph type="pic" sz="quarter" idx="76" hasCustomPrompt="1"/>
          </p:nvPr>
        </p:nvSpPr>
        <p:spPr>
          <a:xfrm>
            <a:off x="4370469" y="3602818"/>
            <a:ext cx="530352" cy="530352"/>
          </a:xfrm>
          <a:prstGeom prst="rect">
            <a:avLst/>
          </a:prstGeom>
        </p:spPr>
        <p:txBody>
          <a:bodyPr>
            <a:normAutofit/>
          </a:bodyPr>
          <a:lstStyle>
            <a:lvl1pPr marL="0" indent="0">
              <a:buNone/>
              <a:defRPr sz="600"/>
            </a:lvl1pPr>
          </a:lstStyle>
          <a:p>
            <a:r>
              <a:rPr lang="en-US" dirty="0"/>
              <a:t>{{ </a:t>
            </a:r>
            <a:r>
              <a:rPr lang="en-US" dirty="0" err="1"/>
              <a:t>dynamic_icon_placeholder</a:t>
            </a:r>
            <a:r>
              <a:rPr lang="en-US" dirty="0"/>
              <a:t> }} Row 2</a:t>
            </a:r>
          </a:p>
        </p:txBody>
      </p:sp>
      <p:sp>
        <p:nvSpPr>
          <p:cNvPr id="48" name="Row 2 Column 1 Value">
            <a:extLst>
              <a:ext uri="{FF2B5EF4-FFF2-40B4-BE49-F238E27FC236}">
                <a16:creationId xmlns:a16="http://schemas.microsoft.com/office/drawing/2014/main" id="{3C57F587-1794-F9BD-63C7-4E92F7E35E47}"/>
              </a:ext>
            </a:extLst>
          </p:cNvPr>
          <p:cNvSpPr>
            <a:spLocks noGrp="1"/>
          </p:cNvSpPr>
          <p:nvPr>
            <p:ph type="body" sz="quarter" idx="68" hasCustomPrompt="1"/>
          </p:nvPr>
        </p:nvSpPr>
        <p:spPr>
          <a:xfrm>
            <a:off x="6858981" y="3589809"/>
            <a:ext cx="1825182" cy="528522"/>
          </a:xfrm>
        </p:spPr>
        <p:txBody>
          <a:bodyPr anchor="ctr">
            <a:normAutofit/>
          </a:bodyPr>
          <a:lstStyle>
            <a:lvl1pPr marL="0" indent="0" algn="ctr">
              <a:lnSpc>
                <a:spcPct val="100000"/>
              </a:lnSpc>
              <a:buNone/>
              <a:defRPr sz="1100" b="0" i="0">
                <a:solidFill>
                  <a:schemeClr val="bg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2 Column 1 Value</a:t>
            </a:r>
          </a:p>
        </p:txBody>
      </p:sp>
      <p:sp>
        <p:nvSpPr>
          <p:cNvPr id="49" name="Row 2 Column 2 Value">
            <a:extLst>
              <a:ext uri="{FF2B5EF4-FFF2-40B4-BE49-F238E27FC236}">
                <a16:creationId xmlns:a16="http://schemas.microsoft.com/office/drawing/2014/main" id="{9D0F7820-9F01-5175-BCDA-F6904C8525E3}"/>
              </a:ext>
            </a:extLst>
          </p:cNvPr>
          <p:cNvSpPr>
            <a:spLocks noGrp="1"/>
          </p:cNvSpPr>
          <p:nvPr>
            <p:ph type="body" sz="quarter" idx="69" hasCustomPrompt="1"/>
          </p:nvPr>
        </p:nvSpPr>
        <p:spPr>
          <a:xfrm>
            <a:off x="9497002" y="3589808"/>
            <a:ext cx="1715066" cy="528522"/>
          </a:xfrm>
        </p:spPr>
        <p:txBody>
          <a:bodyPr anchor="ctr">
            <a:normAutofit/>
          </a:bodyPr>
          <a:lstStyle>
            <a:lvl1pPr marL="0" indent="0" algn="ctr">
              <a:lnSpc>
                <a:spcPct val="100000"/>
              </a:lnSpc>
              <a:buNone/>
              <a:defRPr sz="1100" b="0" i="0">
                <a:solidFill>
                  <a:schemeClr val="bg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2 Column 2 Value</a:t>
            </a:r>
          </a:p>
        </p:txBody>
      </p:sp>
      <p:sp>
        <p:nvSpPr>
          <p:cNvPr id="50" name="Row 3 Label">
            <a:extLst>
              <a:ext uri="{FF2B5EF4-FFF2-40B4-BE49-F238E27FC236}">
                <a16:creationId xmlns:a16="http://schemas.microsoft.com/office/drawing/2014/main" id="{ED11A6BE-C7AE-0DA1-8725-2D28310B6ECD}"/>
              </a:ext>
            </a:extLst>
          </p:cNvPr>
          <p:cNvSpPr>
            <a:spLocks noGrp="1"/>
          </p:cNvSpPr>
          <p:nvPr>
            <p:ph type="body" sz="quarter" idx="36" hasCustomPrompt="1"/>
          </p:nvPr>
        </p:nvSpPr>
        <p:spPr>
          <a:xfrm>
            <a:off x="4949986" y="4445199"/>
            <a:ext cx="1341064" cy="587462"/>
          </a:xfrm>
        </p:spPr>
        <p:txBody>
          <a:bodyPr anchor="ctr">
            <a:normAutofit/>
          </a:bodyPr>
          <a:lstStyle>
            <a:lvl1pPr marL="0" indent="0" algn="l">
              <a:lnSpc>
                <a:spcPct val="100000"/>
              </a:lnSpc>
              <a:buNone/>
              <a:defRPr sz="1100" b="0" i="0">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3 Label</a:t>
            </a:r>
          </a:p>
        </p:txBody>
      </p:sp>
      <p:sp>
        <p:nvSpPr>
          <p:cNvPr id="51" name="Row 3 icon">
            <a:extLst>
              <a:ext uri="{FF2B5EF4-FFF2-40B4-BE49-F238E27FC236}">
                <a16:creationId xmlns:a16="http://schemas.microsoft.com/office/drawing/2014/main" id="{4EA75D25-EC44-C254-B15F-004F0E7D6023}"/>
              </a:ext>
            </a:extLst>
          </p:cNvPr>
          <p:cNvSpPr>
            <a:spLocks noGrp="1"/>
          </p:cNvSpPr>
          <p:nvPr>
            <p:ph type="pic" sz="quarter" idx="77" hasCustomPrompt="1"/>
          </p:nvPr>
        </p:nvSpPr>
        <p:spPr>
          <a:xfrm>
            <a:off x="4359180" y="4473754"/>
            <a:ext cx="530352" cy="530352"/>
          </a:xfrm>
          <a:prstGeom prst="rect">
            <a:avLst/>
          </a:prstGeom>
        </p:spPr>
        <p:txBody>
          <a:bodyPr>
            <a:normAutofit/>
          </a:bodyPr>
          <a:lstStyle>
            <a:lvl1pPr marL="0" indent="0">
              <a:buNone/>
              <a:defRPr sz="600"/>
            </a:lvl1pPr>
          </a:lstStyle>
          <a:p>
            <a:r>
              <a:rPr lang="en-US" dirty="0"/>
              <a:t>{{ </a:t>
            </a:r>
            <a:r>
              <a:rPr lang="en-US" dirty="0" err="1"/>
              <a:t>dynamic_icon_placeholder</a:t>
            </a:r>
            <a:r>
              <a:rPr lang="en-US" dirty="0"/>
              <a:t> }} Row 3</a:t>
            </a:r>
          </a:p>
        </p:txBody>
      </p:sp>
      <p:sp>
        <p:nvSpPr>
          <p:cNvPr id="52" name="Row 3 Column 1 Value">
            <a:extLst>
              <a:ext uri="{FF2B5EF4-FFF2-40B4-BE49-F238E27FC236}">
                <a16:creationId xmlns:a16="http://schemas.microsoft.com/office/drawing/2014/main" id="{BB0C07B7-6154-B0C2-0978-A27D2F53341B}"/>
              </a:ext>
            </a:extLst>
          </p:cNvPr>
          <p:cNvSpPr>
            <a:spLocks noGrp="1"/>
          </p:cNvSpPr>
          <p:nvPr>
            <p:ph type="body" sz="quarter" idx="71" hasCustomPrompt="1"/>
          </p:nvPr>
        </p:nvSpPr>
        <p:spPr>
          <a:xfrm>
            <a:off x="6858981" y="4476217"/>
            <a:ext cx="1825182" cy="528522"/>
          </a:xfrm>
        </p:spPr>
        <p:txBody>
          <a:bodyPr anchor="ctr">
            <a:normAutofit/>
          </a:bodyPr>
          <a:lstStyle>
            <a:lvl1pPr marL="0" indent="0" algn="ctr">
              <a:lnSpc>
                <a:spcPct val="100000"/>
              </a:lnSpc>
              <a:buNone/>
              <a:defRPr sz="1100" b="0" i="0">
                <a:solidFill>
                  <a:schemeClr val="bg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3 Column 1 Value</a:t>
            </a:r>
          </a:p>
        </p:txBody>
      </p:sp>
      <p:sp>
        <p:nvSpPr>
          <p:cNvPr id="53" name="Row 3 Column 2 Value">
            <a:extLst>
              <a:ext uri="{FF2B5EF4-FFF2-40B4-BE49-F238E27FC236}">
                <a16:creationId xmlns:a16="http://schemas.microsoft.com/office/drawing/2014/main" id="{29DC5F55-E771-5AFA-E4BA-9D60EBFF0263}"/>
              </a:ext>
            </a:extLst>
          </p:cNvPr>
          <p:cNvSpPr>
            <a:spLocks noGrp="1"/>
          </p:cNvSpPr>
          <p:nvPr>
            <p:ph type="body" sz="quarter" idx="72" hasCustomPrompt="1"/>
          </p:nvPr>
        </p:nvSpPr>
        <p:spPr>
          <a:xfrm>
            <a:off x="9497002" y="4476216"/>
            <a:ext cx="1715066" cy="528522"/>
          </a:xfrm>
        </p:spPr>
        <p:txBody>
          <a:bodyPr anchor="ctr">
            <a:normAutofit/>
          </a:bodyPr>
          <a:lstStyle>
            <a:lvl1pPr marL="0" indent="0" algn="ctr">
              <a:lnSpc>
                <a:spcPct val="100000"/>
              </a:lnSpc>
              <a:buNone/>
              <a:defRPr sz="1100" b="0" i="0">
                <a:solidFill>
                  <a:schemeClr val="bg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3 Column 2 Value</a:t>
            </a:r>
          </a:p>
        </p:txBody>
      </p:sp>
      <p:sp>
        <p:nvSpPr>
          <p:cNvPr id="54" name="Row 4 Label">
            <a:extLst>
              <a:ext uri="{FF2B5EF4-FFF2-40B4-BE49-F238E27FC236}">
                <a16:creationId xmlns:a16="http://schemas.microsoft.com/office/drawing/2014/main" id="{BD22E1D1-A38B-105D-8818-F9DF49ECA532}"/>
              </a:ext>
            </a:extLst>
          </p:cNvPr>
          <p:cNvSpPr>
            <a:spLocks noGrp="1"/>
          </p:cNvSpPr>
          <p:nvPr>
            <p:ph type="body" sz="quarter" idx="37" hasCustomPrompt="1"/>
          </p:nvPr>
        </p:nvSpPr>
        <p:spPr>
          <a:xfrm>
            <a:off x="4949987" y="5325913"/>
            <a:ext cx="1341064" cy="587462"/>
          </a:xfrm>
        </p:spPr>
        <p:txBody>
          <a:bodyPr anchor="ctr">
            <a:normAutofit/>
          </a:bodyPr>
          <a:lstStyle>
            <a:lvl1pPr marL="0" indent="0" algn="l">
              <a:lnSpc>
                <a:spcPct val="100000"/>
              </a:lnSpc>
              <a:buNone/>
              <a:defRPr sz="1100" b="0" i="0">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4 Label</a:t>
            </a:r>
          </a:p>
        </p:txBody>
      </p:sp>
      <p:sp>
        <p:nvSpPr>
          <p:cNvPr id="55" name="Row 4 icon">
            <a:extLst>
              <a:ext uri="{FF2B5EF4-FFF2-40B4-BE49-F238E27FC236}">
                <a16:creationId xmlns:a16="http://schemas.microsoft.com/office/drawing/2014/main" id="{03A570E7-CC1C-7E09-1EF3-9B5C69A41FA6}"/>
              </a:ext>
            </a:extLst>
          </p:cNvPr>
          <p:cNvSpPr>
            <a:spLocks noGrp="1"/>
          </p:cNvSpPr>
          <p:nvPr>
            <p:ph type="pic" sz="quarter" idx="78" hasCustomPrompt="1"/>
          </p:nvPr>
        </p:nvSpPr>
        <p:spPr>
          <a:xfrm>
            <a:off x="4359180" y="5354468"/>
            <a:ext cx="530352" cy="530352"/>
          </a:xfrm>
          <a:prstGeom prst="rect">
            <a:avLst/>
          </a:prstGeom>
        </p:spPr>
        <p:txBody>
          <a:bodyPr>
            <a:normAutofit/>
          </a:bodyPr>
          <a:lstStyle>
            <a:lvl1pPr marL="0" indent="0">
              <a:buNone/>
              <a:defRPr sz="600"/>
            </a:lvl1pPr>
          </a:lstStyle>
          <a:p>
            <a:r>
              <a:rPr lang="en-US" dirty="0"/>
              <a:t>{{ </a:t>
            </a:r>
            <a:r>
              <a:rPr lang="en-US" dirty="0" err="1"/>
              <a:t>dynamic_icon_placeholder</a:t>
            </a:r>
            <a:r>
              <a:rPr lang="en-US" dirty="0"/>
              <a:t> }} Row 4</a:t>
            </a:r>
          </a:p>
        </p:txBody>
      </p:sp>
      <p:sp>
        <p:nvSpPr>
          <p:cNvPr id="56" name="Row 4 Column 1 Value">
            <a:extLst>
              <a:ext uri="{FF2B5EF4-FFF2-40B4-BE49-F238E27FC236}">
                <a16:creationId xmlns:a16="http://schemas.microsoft.com/office/drawing/2014/main" id="{D3955860-D6EE-2E6F-E20A-9062EBF4BF3C}"/>
              </a:ext>
            </a:extLst>
          </p:cNvPr>
          <p:cNvSpPr>
            <a:spLocks noGrp="1"/>
          </p:cNvSpPr>
          <p:nvPr>
            <p:ph type="body" sz="quarter" idx="74" hasCustomPrompt="1"/>
          </p:nvPr>
        </p:nvSpPr>
        <p:spPr>
          <a:xfrm>
            <a:off x="6858981" y="5353294"/>
            <a:ext cx="1825182" cy="528522"/>
          </a:xfrm>
        </p:spPr>
        <p:txBody>
          <a:bodyPr anchor="ctr">
            <a:normAutofit/>
          </a:bodyPr>
          <a:lstStyle>
            <a:lvl1pPr marL="0" indent="0" algn="ctr">
              <a:lnSpc>
                <a:spcPct val="100000"/>
              </a:lnSpc>
              <a:buNone/>
              <a:defRPr sz="1100" b="0" i="0">
                <a:solidFill>
                  <a:schemeClr val="bg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4 Column 1 Value</a:t>
            </a:r>
          </a:p>
        </p:txBody>
      </p:sp>
      <p:sp>
        <p:nvSpPr>
          <p:cNvPr id="57" name="Row 4 Column 2 Value">
            <a:extLst>
              <a:ext uri="{FF2B5EF4-FFF2-40B4-BE49-F238E27FC236}">
                <a16:creationId xmlns:a16="http://schemas.microsoft.com/office/drawing/2014/main" id="{5FC6179A-02FF-A4DD-CD79-F45FA6F8BC00}"/>
              </a:ext>
            </a:extLst>
          </p:cNvPr>
          <p:cNvSpPr>
            <a:spLocks noGrp="1"/>
          </p:cNvSpPr>
          <p:nvPr>
            <p:ph type="body" sz="quarter" idx="75" hasCustomPrompt="1"/>
          </p:nvPr>
        </p:nvSpPr>
        <p:spPr>
          <a:xfrm>
            <a:off x="9497002" y="5353293"/>
            <a:ext cx="1715066" cy="528522"/>
          </a:xfrm>
        </p:spPr>
        <p:txBody>
          <a:bodyPr anchor="ctr">
            <a:normAutofit/>
          </a:bodyPr>
          <a:lstStyle>
            <a:lvl1pPr marL="0" indent="0" algn="ctr">
              <a:lnSpc>
                <a:spcPct val="100000"/>
              </a:lnSpc>
              <a:buNone/>
              <a:defRPr sz="1100" b="0" i="0">
                <a:solidFill>
                  <a:schemeClr val="bg1"/>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Row 4 Column 2 Value</a:t>
            </a:r>
          </a:p>
        </p:txBody>
      </p:sp>
      <p:cxnSp>
        <p:nvCxnSpPr>
          <p:cNvPr id="58" name="Straight Connector 57">
            <a:extLst>
              <a:ext uri="{FF2B5EF4-FFF2-40B4-BE49-F238E27FC236}">
                <a16:creationId xmlns:a16="http://schemas.microsoft.com/office/drawing/2014/main" id="{609D22BD-5B39-6E92-493B-20D59FB56525}"/>
              </a:ext>
            </a:extLst>
          </p:cNvPr>
          <p:cNvCxnSpPr>
            <a:cxnSpLocks/>
          </p:cNvCxnSpPr>
          <p:nvPr userDrawn="1"/>
        </p:nvCxnSpPr>
        <p:spPr>
          <a:xfrm>
            <a:off x="4949319" y="3429000"/>
            <a:ext cx="1341731" cy="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7F819FC7-6883-70AD-FF7E-7CD96F5736C4}"/>
              </a:ext>
            </a:extLst>
          </p:cNvPr>
          <p:cNvCxnSpPr>
            <a:cxnSpLocks/>
          </p:cNvCxnSpPr>
          <p:nvPr userDrawn="1"/>
        </p:nvCxnSpPr>
        <p:spPr>
          <a:xfrm>
            <a:off x="4949319" y="4322064"/>
            <a:ext cx="1341731" cy="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0EA7DA9A-7969-7050-A468-DED088A03C13}"/>
              </a:ext>
            </a:extLst>
          </p:cNvPr>
          <p:cNvCxnSpPr>
            <a:cxnSpLocks/>
          </p:cNvCxnSpPr>
          <p:nvPr userDrawn="1"/>
        </p:nvCxnSpPr>
        <p:spPr>
          <a:xfrm>
            <a:off x="4949319" y="5178552"/>
            <a:ext cx="1333964" cy="0"/>
          </a:xfrm>
          <a:prstGeom prst="line">
            <a:avLst/>
          </a:prstGeom>
          <a:ln w="1270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 name="Slide Subtitle">
            <a:extLst>
              <a:ext uri="{FF2B5EF4-FFF2-40B4-BE49-F238E27FC236}">
                <a16:creationId xmlns:a16="http://schemas.microsoft.com/office/drawing/2014/main" id="{29925CB5-9935-C837-A355-3EB9196F3CA5}"/>
              </a:ext>
            </a:extLst>
          </p:cNvPr>
          <p:cNvSpPr>
            <a:spLocks noGrp="1"/>
          </p:cNvSpPr>
          <p:nvPr>
            <p:ph type="body" sz="quarter" idx="30" hasCustomPrompt="1"/>
          </p:nvPr>
        </p:nvSpPr>
        <p:spPr>
          <a:xfrm>
            <a:off x="457200" y="685800"/>
            <a:ext cx="11274552" cy="758952"/>
          </a:xfrm>
        </p:spPr>
        <p:txBody>
          <a:bodyPr>
            <a:normAutofit/>
          </a:bodyPr>
          <a:lstStyle>
            <a:lvl1pPr marL="0" indent="0">
              <a:lnSpc>
                <a:spcPct val="100000"/>
              </a:lnSpc>
              <a:buNone/>
              <a:defRPr sz="1600" b="0" i="0">
                <a:solidFill>
                  <a:srgbClr val="53565A"/>
                </a:solidFill>
                <a:latin typeface="Open Sans SemiBold" pitchFamily="2" charset="0"/>
                <a:ea typeface="Open Sans SemiBold" pitchFamily="2" charset="0"/>
                <a:cs typeface="Open Sans SemiBold" pitchFamily="2" charset="0"/>
              </a:defRPr>
            </a:lvl1pPr>
            <a:lvl5pPr marL="1828800" indent="0">
              <a:buNone/>
              <a:defRPr/>
            </a:lvl5pPr>
          </a:lstStyle>
          <a:p>
            <a:pPr lvl="0"/>
            <a:r>
              <a:rPr lang="en-US" dirty="0"/>
              <a:t>Slide Subtitle</a:t>
            </a:r>
          </a:p>
        </p:txBody>
      </p:sp>
      <p:sp>
        <p:nvSpPr>
          <p:cNvPr id="3" name="Slide Title">
            <a:extLst>
              <a:ext uri="{FF2B5EF4-FFF2-40B4-BE49-F238E27FC236}">
                <a16:creationId xmlns:a16="http://schemas.microsoft.com/office/drawing/2014/main" id="{CC7089C3-795A-5587-F05E-AB6D28458675}"/>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Slide Title</a:t>
            </a:r>
          </a:p>
        </p:txBody>
      </p:sp>
      <p:sp>
        <p:nvSpPr>
          <p:cNvPr id="43" name="ai generated label">
            <a:extLst>
              <a:ext uri="{FF2B5EF4-FFF2-40B4-BE49-F238E27FC236}">
                <a16:creationId xmlns:a16="http://schemas.microsoft.com/office/drawing/2014/main" id="{306A34D5-4583-2B45-706F-46DBB5BD8104}"/>
              </a:ext>
            </a:extLst>
          </p:cNvPr>
          <p:cNvSpPr>
            <a:spLocks noGrp="1"/>
          </p:cNvSpPr>
          <p:nvPr>
            <p:ph type="body" sz="quarter" idx="22"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9473194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references_slide">
    <p:spTree>
      <p:nvGrpSpPr>
        <p:cNvPr id="1" name=""/>
        <p:cNvGrpSpPr/>
        <p:nvPr/>
      </p:nvGrpSpPr>
      <p:grpSpPr>
        <a:xfrm>
          <a:off x="0" y="0"/>
          <a:ext cx="0" cy="0"/>
          <a:chOff x="0" y="0"/>
          <a:chExt cx="0" cy="0"/>
        </a:xfrm>
      </p:grpSpPr>
      <p:sp>
        <p:nvSpPr>
          <p:cNvPr id="6" name="References List">
            <a:extLst>
              <a:ext uri="{FF2B5EF4-FFF2-40B4-BE49-F238E27FC236}">
                <a16:creationId xmlns:a16="http://schemas.microsoft.com/office/drawing/2014/main" id="{19280700-4D1C-B85C-AD3C-FD71A148A404}"/>
              </a:ext>
            </a:extLst>
          </p:cNvPr>
          <p:cNvSpPr>
            <a:spLocks noGrp="1"/>
          </p:cNvSpPr>
          <p:nvPr>
            <p:ph type="body" sz="quarter" idx="21" hasCustomPrompt="1"/>
          </p:nvPr>
        </p:nvSpPr>
        <p:spPr>
          <a:xfrm>
            <a:off x="457200" y="914424"/>
            <a:ext cx="11274552" cy="5475490"/>
          </a:xfrm>
        </p:spPr>
        <p:txBody>
          <a:bodyPr anchor="t">
            <a:normAutofit/>
          </a:bodyPr>
          <a:lstStyle>
            <a:lvl1pPr marL="228600" indent="-228600">
              <a:lnSpc>
                <a:spcPts val="1600"/>
              </a:lnSpc>
              <a:buFont typeface="+mj-lt"/>
              <a:buAutoNum type="arabicPeriod"/>
              <a:defRPr sz="1200" b="0" i="0">
                <a:latin typeface="Open Sans Light" panose="020B0606030504020204" pitchFamily="34" charset="0"/>
                <a:ea typeface="Open Sans Light" panose="020B0606030504020204" pitchFamily="34" charset="0"/>
                <a:cs typeface="Open Sans Light" panose="020B0606030504020204" pitchFamily="34" charset="0"/>
              </a:defRPr>
            </a:lvl1pPr>
          </a:lstStyle>
          <a:p>
            <a:pPr lvl="0"/>
            <a:r>
              <a:rPr lang="en-US" dirty="0"/>
              <a:t>References List</a:t>
            </a:r>
          </a:p>
        </p:txBody>
      </p:sp>
      <p:sp>
        <p:nvSpPr>
          <p:cNvPr id="10" name="References">
            <a:extLst>
              <a:ext uri="{FF2B5EF4-FFF2-40B4-BE49-F238E27FC236}">
                <a16:creationId xmlns:a16="http://schemas.microsoft.com/office/drawing/2014/main" id="{F0AAC083-A04C-2A6A-2431-F01855283C0F}"/>
              </a:ext>
            </a:extLst>
          </p:cNvPr>
          <p:cNvSpPr>
            <a:spLocks noGrp="1"/>
          </p:cNvSpPr>
          <p:nvPr>
            <p:ph type="body" sz="quarter" idx="10" hasCustomPrompt="1"/>
          </p:nvPr>
        </p:nvSpPr>
        <p:spPr>
          <a:xfrm>
            <a:off x="457200" y="347472"/>
            <a:ext cx="11274552" cy="338328"/>
          </a:xfrm>
        </p:spPr>
        <p:txBody>
          <a:bodyPr anchor="ctr">
            <a:normAutofit/>
          </a:bodyPr>
          <a:lstStyle>
            <a:lvl1pPr marL="0" indent="0">
              <a:lnSpc>
                <a:spcPct val="100000"/>
              </a:lnSpc>
              <a:buNone/>
              <a:defRPr sz="2100" b="1" i="0">
                <a:latin typeface="Open Sans SemiBold" panose="020B0606030504020204" pitchFamily="34" charset="0"/>
                <a:ea typeface="Open Sans SemiBold" panose="020B0606030504020204" pitchFamily="34" charset="0"/>
                <a:cs typeface="Open Sans SemiBold" panose="020B0606030504020204" pitchFamily="34" charset="0"/>
              </a:defRPr>
            </a:lvl1pPr>
          </a:lstStyle>
          <a:p>
            <a:pPr lvl="0"/>
            <a:r>
              <a:rPr lang="en-US" dirty="0"/>
              <a:t>References</a:t>
            </a:r>
          </a:p>
        </p:txBody>
      </p:sp>
      <p:sp>
        <p:nvSpPr>
          <p:cNvPr id="11" name="ai generated label">
            <a:extLst>
              <a:ext uri="{FF2B5EF4-FFF2-40B4-BE49-F238E27FC236}">
                <a16:creationId xmlns:a16="http://schemas.microsoft.com/office/drawing/2014/main" id="{0103E5AC-8442-832D-CC8D-2F7D61362898}"/>
              </a:ext>
            </a:extLst>
          </p:cNvPr>
          <p:cNvSpPr>
            <a:spLocks noGrp="1"/>
          </p:cNvSpPr>
          <p:nvPr>
            <p:ph type="body" sz="quarter" idx="22" hasCustomPrompt="1"/>
          </p:nvPr>
        </p:nvSpPr>
        <p:spPr>
          <a:xfrm>
            <a:off x="9583997" y="146200"/>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strike="noStrike">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Tree>
    <p:extLst>
      <p:ext uri="{BB962C8B-B14F-4D97-AF65-F5344CB8AC3E}">
        <p14:creationId xmlns:p14="http://schemas.microsoft.com/office/powerpoint/2010/main" val="29489912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sclaimer_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ai generated label">
            <a:extLst>
              <a:ext uri="{FF2B5EF4-FFF2-40B4-BE49-F238E27FC236}">
                <a16:creationId xmlns:a16="http://schemas.microsoft.com/office/drawing/2014/main" id="{1692AC82-91D5-C600-A896-0D08D33AFA38}"/>
              </a:ext>
            </a:extLst>
          </p:cNvPr>
          <p:cNvSpPr>
            <a:spLocks noGrp="1"/>
          </p:cNvSpPr>
          <p:nvPr>
            <p:ph type="body" sz="quarter" idx="55" hasCustomPrompt="1"/>
          </p:nvPr>
        </p:nvSpPr>
        <p:spPr>
          <a:xfrm>
            <a:off x="9171362" y="285406"/>
            <a:ext cx="2428967" cy="311150"/>
          </a:xfrm>
        </p:spPr>
        <p:txBody>
          <a:bodyPr>
            <a:norm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300" b="1" i="0">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label }}</a:t>
            </a:r>
          </a:p>
        </p:txBody>
      </p:sp>
      <p:sp>
        <p:nvSpPr>
          <p:cNvPr id="6" name="Text Placeholder 5">
            <a:extLst>
              <a:ext uri="{FF2B5EF4-FFF2-40B4-BE49-F238E27FC236}">
                <a16:creationId xmlns:a16="http://schemas.microsoft.com/office/drawing/2014/main" id="{05201F8E-2D09-2BCB-8E31-5DA388094DCC}"/>
              </a:ext>
            </a:extLst>
          </p:cNvPr>
          <p:cNvSpPr>
            <a:spLocks noGrp="1"/>
          </p:cNvSpPr>
          <p:nvPr>
            <p:ph type="body" sz="quarter" idx="56" hasCustomPrompt="1"/>
          </p:nvPr>
        </p:nvSpPr>
        <p:spPr>
          <a:xfrm>
            <a:off x="417342" y="3200585"/>
            <a:ext cx="11154172" cy="947737"/>
          </a:xfrm>
        </p:spPr>
        <p:txBody>
          <a:bodyPr>
            <a:normAutofit/>
          </a:bodyPr>
          <a:lstStyle>
            <a:lvl1pPr marL="0" marR="0" indent="0" algn="l" defTabSz="914400" rtl="0" eaLnBrk="1" fontAlgn="auto" latinLnBrk="0" hangingPunct="1">
              <a:lnSpc>
                <a:spcPts val="1640"/>
              </a:lnSpc>
              <a:spcBef>
                <a:spcPts val="0"/>
              </a:spcBef>
              <a:spcAft>
                <a:spcPts val="0"/>
              </a:spcAft>
              <a:buClrTx/>
              <a:buSzTx/>
              <a:buFontTx/>
              <a:buNone/>
              <a:tabLst/>
              <a:defRPr sz="1100" baseline="0">
                <a:solidFill>
                  <a:srgbClr val="FF0000"/>
                </a:solidFill>
                <a:latin typeface="Open Sans SemiBold" pitchFamily="2" charset="0"/>
                <a:ea typeface="Open Sans SemiBold" pitchFamily="2" charset="0"/>
                <a:cs typeface="Open Sans SemiBold" pitchFamily="2"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0000"/>
                </a:solidFill>
                <a:effectLst/>
                <a:uLnTx/>
                <a:uFillTx/>
                <a:latin typeface="Open Sans Light" pitchFamily="2" charset="0"/>
                <a:ea typeface="Open Sans Light" pitchFamily="2" charset="0"/>
                <a:cs typeface="Open Sans Light" pitchFamily="2" charset="0"/>
              </a:rPr>
              <a:t>{{ </a:t>
            </a:r>
            <a:r>
              <a:rPr kumimoji="0" lang="en-US" sz="1200" b="0" i="0" u="none" strike="noStrike" kern="1200" cap="none" spc="0" normalizeH="0" baseline="0" noProof="0" dirty="0" err="1">
                <a:ln>
                  <a:noFill/>
                </a:ln>
                <a:solidFill>
                  <a:srgbClr val="FF0000"/>
                </a:solidFill>
                <a:effectLst/>
                <a:uLnTx/>
                <a:uFillTx/>
                <a:latin typeface="Open Sans Light" pitchFamily="2" charset="0"/>
                <a:ea typeface="Open Sans Light" pitchFamily="2" charset="0"/>
                <a:cs typeface="Open Sans Light" pitchFamily="2" charset="0"/>
              </a:rPr>
              <a:t>disclaimer_text</a:t>
            </a:r>
            <a:r>
              <a:rPr kumimoji="0" lang="en-US" sz="1200" b="0" i="0" u="none" strike="noStrike" kern="1200" cap="none" spc="0" normalizeH="0" baseline="0" noProof="0" dirty="0">
                <a:ln>
                  <a:noFill/>
                </a:ln>
                <a:solidFill>
                  <a:srgbClr val="FF0000"/>
                </a:solidFill>
                <a:effectLst/>
                <a:uLnTx/>
                <a:uFillTx/>
                <a:latin typeface="Open Sans Light" pitchFamily="2" charset="0"/>
                <a:ea typeface="Open Sans Light" pitchFamily="2" charset="0"/>
                <a:cs typeface="Open Sans Light" pitchFamily="2" charset="0"/>
              </a:rPr>
              <a:t> }}</a:t>
            </a:r>
          </a:p>
        </p:txBody>
      </p:sp>
      <p:sp>
        <p:nvSpPr>
          <p:cNvPr id="4" name="TextBox 3">
            <a:extLst>
              <a:ext uri="{FF2B5EF4-FFF2-40B4-BE49-F238E27FC236}">
                <a16:creationId xmlns:a16="http://schemas.microsoft.com/office/drawing/2014/main" id="{384F3981-1841-D21F-A9C8-9C757256A900}"/>
              </a:ext>
            </a:extLst>
          </p:cNvPr>
          <p:cNvSpPr txBox="1"/>
          <p:nvPr userDrawn="1"/>
        </p:nvSpPr>
        <p:spPr>
          <a:xfrm>
            <a:off x="510540" y="4818106"/>
            <a:ext cx="11071860" cy="1446550"/>
          </a:xfrm>
          <a:prstGeom prst="rect">
            <a:avLst/>
          </a:prstGeom>
          <a:noFill/>
        </p:spPr>
        <p:txBody>
          <a:bodyPr wrap="square" lIns="0" rtlCol="0">
            <a:spAutoFit/>
          </a:bodyPr>
          <a:lstStyle/>
          <a:p>
            <a:pPr rtl="0" fontAlgn="base"/>
            <a:r>
              <a:rPr lang="en-US" sz="800" b="0" i="0" kern="1200" dirty="0">
                <a:solidFill>
                  <a:schemeClr val="tx1"/>
                </a:solidFill>
                <a:effectLst/>
                <a:latin typeface="Open Sans SemiBold" panose="020B0606030504020204" pitchFamily="34" charset="0"/>
                <a:ea typeface="Open Sans SemiBold" panose="020B0606030504020204" pitchFamily="34" charset="0"/>
                <a:cs typeface="Open Sans SemiBold" panose="020B0606030504020204" pitchFamily="34" charset="0"/>
              </a:rPr>
              <a:t>This publication contains general information only and Deloitte is not, by means of this publication, rendering accounting, business, financial, investment, legal, tax, or other professional advice or services. This publication is not a substitute for such professional advice or services, nor should it be used as a basis for any decision or action that may affect your business. Before making any decision or taking any action that may affect your business, you should consult a qualified professional advisor. Deloitte shall not be responsible for any loss sustained by any person who relies on this publication.</a:t>
            </a:r>
          </a:p>
          <a:p>
            <a:pPr rtl="0" fontAlgn="base"/>
            <a:endParaRPr lang="en-US" sz="800" b="0" i="0" kern="1200" dirty="0">
              <a:solidFill>
                <a:schemeClr val="tx1"/>
              </a:solidFill>
              <a:effectLst/>
              <a:latin typeface="Open Sans SemiBold" panose="020B0606030504020204" pitchFamily="34" charset="0"/>
              <a:ea typeface="Open Sans SemiBold" panose="020B0606030504020204" pitchFamily="34" charset="0"/>
              <a:cs typeface="Open Sans SemiBold" panose="020B0606030504020204" pitchFamily="34" charset="0"/>
            </a:endParaRPr>
          </a:p>
          <a:p>
            <a:pPr rtl="0" fontAlgn="base"/>
            <a:r>
              <a:rPr lang="en-US" sz="800" b="1" i="0" u="none" strike="noStrike" kern="1200" dirty="0">
                <a:solidFill>
                  <a:schemeClr val="tx1"/>
                </a:solidFill>
                <a:effectLst/>
                <a:latin typeface="Open Sans" panose="020B0606030504020204" pitchFamily="34" charset="0"/>
                <a:ea typeface="Open Sans" panose="020B0606030504020204" pitchFamily="34" charset="0"/>
                <a:cs typeface="Open Sans" panose="020B0606030504020204" pitchFamily="34" charset="0"/>
              </a:rPr>
              <a:t>About Deloitte</a:t>
            </a:r>
            <a:r>
              <a:rPr lang="en-US" sz="800" b="0" i="0" kern="1200" dirty="0">
                <a:solidFill>
                  <a:schemeClr val="tx1"/>
                </a:solidFill>
                <a:effectLst/>
                <a:latin typeface="Open Sans SemiBold" panose="020B0606030504020204" pitchFamily="34" charset="0"/>
                <a:ea typeface="Open Sans SemiBold" panose="020B0606030504020204" pitchFamily="34" charset="0"/>
                <a:cs typeface="Open Sans SemiBold" panose="020B0606030504020204" pitchFamily="34" charset="0"/>
              </a:rPr>
              <a:t>​</a:t>
            </a:r>
          </a:p>
          <a:p>
            <a:pPr rtl="0" fontAlgn="base"/>
            <a:r>
              <a:rPr lang="en-US" sz="800" b="0" i="0" u="none" strike="noStrike" kern="1200" dirty="0">
                <a:solidFill>
                  <a:schemeClr val="tx1"/>
                </a:solidFill>
                <a:effectLst/>
                <a:latin typeface="Open Sans SemiBold" panose="020B0606030504020204" pitchFamily="34" charset="0"/>
                <a:ea typeface="Open Sans SemiBold" panose="020B0606030504020204" pitchFamily="34" charset="0"/>
                <a:cs typeface="Open Sans SemiBold" panose="020B0606030504020204" pitchFamily="34" charset="0"/>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In the United States, Deloitte refers to one or more of the US member firms of DTTL, their related entities that operate using the “Deloitte” name in the United States and their respective affiliates. Certain services may not be available to attest clients under the rules and regulations of public accounting. Please see https://www2.deloitte.com/us/en/legal/about-deloitte.html to learn more about our global network of member firms.</a:t>
            </a:r>
          </a:p>
          <a:p>
            <a:pPr rtl="0" fontAlgn="base"/>
            <a:endParaRPr lang="en-US" sz="800" b="0" i="0" kern="1200" dirty="0">
              <a:solidFill>
                <a:schemeClr val="tx1"/>
              </a:solidFill>
              <a:effectLst/>
              <a:latin typeface="Open Sans SemiBold" panose="020B0606030504020204" pitchFamily="34" charset="0"/>
              <a:ea typeface="Open Sans SemiBold" panose="020B0606030504020204" pitchFamily="34" charset="0"/>
              <a:cs typeface="Open Sans SemiBold" panose="020B0606030504020204" pitchFamily="34" charset="0"/>
            </a:endParaRPr>
          </a:p>
          <a:p>
            <a:pPr rtl="0" fontAlgn="base"/>
            <a:r>
              <a:rPr lang="en-US" sz="800" b="0" i="0" u="none" strike="noStrike" kern="1200" dirty="0">
                <a:solidFill>
                  <a:schemeClr val="tx1"/>
                </a:solidFill>
                <a:effectLst/>
                <a:latin typeface="Open Sans SemiBold" panose="020B0606030504020204" pitchFamily="34" charset="0"/>
                <a:ea typeface="Open Sans SemiBold" panose="020B0606030504020204" pitchFamily="34" charset="0"/>
                <a:cs typeface="Open Sans SemiBold" panose="020B0606030504020204" pitchFamily="34" charset="0"/>
              </a:rPr>
              <a:t>Copyright © 2025 Deloitte Development LLC. All rights reserved.</a:t>
            </a:r>
            <a:endParaRPr lang="en-US" sz="800" b="0" i="0" kern="1200" dirty="0">
              <a:solidFill>
                <a:schemeClr val="tx1"/>
              </a:solidFill>
              <a:effectLst/>
              <a:latin typeface="Open Sans SemiBold" panose="020B0606030504020204" pitchFamily="34" charset="0"/>
              <a:ea typeface="Open Sans SemiBold" panose="020B0606030504020204" pitchFamily="34" charset="0"/>
              <a:cs typeface="Open Sans SemiBold" panose="020B0606030504020204" pitchFamily="34" charset="0"/>
            </a:endParaRPr>
          </a:p>
        </p:txBody>
      </p:sp>
      <p:grpSp>
        <p:nvGrpSpPr>
          <p:cNvPr id="5" name="Group 4">
            <a:extLst>
              <a:ext uri="{FF2B5EF4-FFF2-40B4-BE49-F238E27FC236}">
                <a16:creationId xmlns:a16="http://schemas.microsoft.com/office/drawing/2014/main" id="{D7985E72-CA63-D0C0-CDFD-F9B69861C46D}"/>
              </a:ext>
            </a:extLst>
          </p:cNvPr>
          <p:cNvGrpSpPr>
            <a:grpSpLocks noChangeAspect="1"/>
          </p:cNvGrpSpPr>
          <p:nvPr userDrawn="1"/>
        </p:nvGrpSpPr>
        <p:grpSpPr>
          <a:xfrm>
            <a:off x="450000" y="344137"/>
            <a:ext cx="1819109" cy="345828"/>
            <a:chOff x="398463" y="404813"/>
            <a:chExt cx="1627187" cy="307976"/>
          </a:xfrm>
          <a:solidFill>
            <a:schemeClr val="tx1"/>
          </a:solidFill>
        </p:grpSpPr>
        <p:sp>
          <p:nvSpPr>
            <p:cNvPr id="8" name="Oval 5">
              <a:extLst>
                <a:ext uri="{FF2B5EF4-FFF2-40B4-BE49-F238E27FC236}">
                  <a16:creationId xmlns:a16="http://schemas.microsoft.com/office/drawing/2014/main" id="{77B12698-780F-4703-EE1E-694C65FB41BD}"/>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9" name="Freeform 8">
              <a:extLst>
                <a:ext uri="{FF2B5EF4-FFF2-40B4-BE49-F238E27FC236}">
                  <a16:creationId xmlns:a16="http://schemas.microsoft.com/office/drawing/2014/main" id="{10A1CA31-2FF6-8ECA-0296-1B02A56222DC}"/>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0" name="Rectangle 9">
              <a:extLst>
                <a:ext uri="{FF2B5EF4-FFF2-40B4-BE49-F238E27FC236}">
                  <a16:creationId xmlns:a16="http://schemas.microsoft.com/office/drawing/2014/main" id="{B7034545-38B6-BE1C-E8CE-AACAC76A291C}"/>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1" name="Freeform 10">
              <a:extLst>
                <a:ext uri="{FF2B5EF4-FFF2-40B4-BE49-F238E27FC236}">
                  <a16:creationId xmlns:a16="http://schemas.microsoft.com/office/drawing/2014/main" id="{0FB48E8E-C61D-2446-BC4A-9D6E2F2C8877}"/>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2" name="Rectangle 11">
              <a:extLst>
                <a:ext uri="{FF2B5EF4-FFF2-40B4-BE49-F238E27FC236}">
                  <a16:creationId xmlns:a16="http://schemas.microsoft.com/office/drawing/2014/main" id="{E5023EEB-17C2-C770-A98A-29973DE098CC}"/>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3" name="Rectangle 12">
              <a:extLst>
                <a:ext uri="{FF2B5EF4-FFF2-40B4-BE49-F238E27FC236}">
                  <a16:creationId xmlns:a16="http://schemas.microsoft.com/office/drawing/2014/main" id="{02C7634F-7DDD-8B85-30CB-B7BCFA61FD03}"/>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4" name="Freeform 13">
              <a:extLst>
                <a:ext uri="{FF2B5EF4-FFF2-40B4-BE49-F238E27FC236}">
                  <a16:creationId xmlns:a16="http://schemas.microsoft.com/office/drawing/2014/main" id="{160FC34C-337D-033E-83C5-E7242418A044}"/>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5" name="Freeform 14">
              <a:extLst>
                <a:ext uri="{FF2B5EF4-FFF2-40B4-BE49-F238E27FC236}">
                  <a16:creationId xmlns:a16="http://schemas.microsoft.com/office/drawing/2014/main" id="{6498D50C-1AAB-F40D-8126-88FE52E2056F}"/>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6" name="Freeform 15">
              <a:extLst>
                <a:ext uri="{FF2B5EF4-FFF2-40B4-BE49-F238E27FC236}">
                  <a16:creationId xmlns:a16="http://schemas.microsoft.com/office/drawing/2014/main" id="{949E2001-65F3-8098-B424-F48EF776800C}"/>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17" name="Freeform 16">
              <a:extLst>
                <a:ext uri="{FF2B5EF4-FFF2-40B4-BE49-F238E27FC236}">
                  <a16:creationId xmlns:a16="http://schemas.microsoft.com/office/drawing/2014/main" id="{E85B8EFA-EB6E-956D-EC19-8D997B5B5E8E}"/>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grpSp>
    </p:spTree>
    <p:extLst>
      <p:ext uri="{BB962C8B-B14F-4D97-AF65-F5344CB8AC3E}">
        <p14:creationId xmlns:p14="http://schemas.microsoft.com/office/powerpoint/2010/main" val="1376321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theme" Target="../theme/theme1.xml"/><Relationship Id="rId2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9">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8F49D4-AED9-032F-70D7-28E33C8D22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98B9EE-88D1-EF82-4DBC-F59527431A5E}"/>
              </a:ext>
            </a:extLst>
          </p:cNvPr>
          <p:cNvSpPr>
            <a:spLocks noGrp="1"/>
          </p:cNvSpPr>
          <p:nvPr>
            <p:ph type="body" idx="1"/>
          </p:nvPr>
        </p:nvSpPr>
        <p:spPr>
          <a:xfrm>
            <a:off x="838200" y="1825625"/>
            <a:ext cx="10515600" cy="292699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6"/>
            <a:endParaRPr lang="en-US"/>
          </a:p>
        </p:txBody>
      </p:sp>
    </p:spTree>
    <p:extLst>
      <p:ext uri="{BB962C8B-B14F-4D97-AF65-F5344CB8AC3E}">
        <p14:creationId xmlns:p14="http://schemas.microsoft.com/office/powerpoint/2010/main" val="2001015782"/>
      </p:ext>
    </p:extLst>
  </p:cSld>
  <p:clrMap bg1="lt1" tx1="dk1" bg2="lt2" tx2="dk2" accent1="accent1" accent2="accent2" accent3="accent3" accent4="accent4" accent5="accent5" accent6="accent6" hlink="hlink" folHlink="folHlink"/>
  <p:sldLayoutIdLst>
    <p:sldLayoutId id="2147483769" r:id="rId1"/>
    <p:sldLayoutId id="2147483715" r:id="rId2"/>
    <p:sldLayoutId id="2147483738" r:id="rId3"/>
    <p:sldLayoutId id="2147483739" r:id="rId4"/>
    <p:sldLayoutId id="2147483740" r:id="rId5"/>
    <p:sldLayoutId id="2147483763" r:id="rId6"/>
    <p:sldLayoutId id="2147483742" r:id="rId7"/>
    <p:sldLayoutId id="2147483743" r:id="rId8"/>
    <p:sldLayoutId id="2147483744" r:id="rId9"/>
    <p:sldLayoutId id="2147483745" r:id="rId10"/>
    <p:sldLayoutId id="2147483746" r:id="rId11"/>
    <p:sldLayoutId id="2147483747" r:id="rId12"/>
    <p:sldLayoutId id="2147483764" r:id="rId13"/>
    <p:sldLayoutId id="2147483749" r:id="rId14"/>
    <p:sldLayoutId id="2147483750" r:id="rId15"/>
    <p:sldLayoutId id="2147483751" r:id="rId16"/>
    <p:sldLayoutId id="2147483752" r:id="rId17"/>
    <p:sldLayoutId id="2147483753" r:id="rId18"/>
    <p:sldLayoutId id="2147483766" r:id="rId19"/>
    <p:sldLayoutId id="2147483755" r:id="rId20"/>
    <p:sldLayoutId id="2147483756" r:id="rId21"/>
    <p:sldLayoutId id="2147483757" r:id="rId22"/>
    <p:sldLayoutId id="2147483758" r:id="rId23"/>
    <p:sldLayoutId id="2147483759" r:id="rId24"/>
    <p:sldLayoutId id="2147483761" r:id="rId25"/>
    <p:sldLayoutId id="2147483762" r:id="rId26"/>
    <p:sldLayoutId id="2147483760" r:id="rId27"/>
  </p:sldLayoutIdLst>
  <p:txStyles>
    <p:titleStyle>
      <a:lvl1pPr algn="l" defTabSz="914400" rtl="0" eaLnBrk="1" latinLnBrk="0" hangingPunct="1">
        <a:lnSpc>
          <a:spcPct val="90000"/>
        </a:lnSpc>
        <a:spcBef>
          <a:spcPct val="0"/>
        </a:spcBef>
        <a:buNone/>
        <a:defRPr sz="4400" b="1" i="0" kern="1200" baseline="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baseline="0">
          <a:solidFill>
            <a:schemeClr val="tx1"/>
          </a:solidFill>
          <a:latin typeface="Open Sans SemiBold" panose="020B0606030504020204" pitchFamily="34" charset="0"/>
          <a:ea typeface="Open Sans SemiBold" panose="020B0606030504020204" pitchFamily="34" charset="0"/>
          <a:cs typeface="Open Sans SemiBold"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baseline="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200" b="0" i="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6.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wmf"/><Relationship Id="rId3" Type="http://schemas.openxmlformats.org/officeDocument/2006/relationships/image" Target="../media/image28.wmf"/><Relationship Id="rId4" Type="http://schemas.openxmlformats.org/officeDocument/2006/relationships/image" Target="../media/image29.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7.wmf"/><Relationship Id="rId3" Type="http://schemas.openxmlformats.org/officeDocument/2006/relationships/image" Target="../media/image28.wmf"/><Relationship Id="rId4" Type="http://schemas.openxmlformats.org/officeDocument/2006/relationships/image" Target="../media/image29.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wmf"/><Relationship Id="rId3" Type="http://schemas.openxmlformats.org/officeDocument/2006/relationships/image" Target="../media/image27.wmf"/><Relationship Id="rId4" Type="http://schemas.openxmlformats.org/officeDocument/2006/relationships/image" Target="../media/image29.w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hyperlink" Target="https://vertexaisearch.cloud.google.com/grounding-api-redirect/AUZIYQEnQR5f1dh-0prvzA6H0BKklpeAnQsccOS2fM0ow6_dd2kqi-En8x0GL-2vgiV5doW5odE1dTjwTsC9vZt0CYK-V0GLzVzZDfNt65sZ76K54v12fvQKvp53M1HoJsGyuuaDrnVQ7AoAkMA8JxxUfSt0Uhm5xZebk8koYlvGhp5LT35XjO5p93yo8f2f" TargetMode="External"/><Relationship Id="rId3" Type="http://schemas.openxmlformats.org/officeDocument/2006/relationships/hyperlink" Target="https://vertexaisearch.cloud.google.com/grounding-api-redirect/AUZIYQFBEeCeZXvTNaUZIcCB6upqTH_NOGcrUWXZZSRqG3wjiqNnga6YRHVHLTXfwnAdGww2mEKLlxLgJyh9PDUDIsemLx9TXOlMBUwGMbEt7d6rJULRtX2RzodFoC8Ep-unrbNgzEHOzmdm7h5fluzC7ilX1aGTvz2s0s7CsoRIuVlgKUT_ON9J2BeBziQXpihBbAlxNiHFAFdq2xnLTMS5WLHQfG1BotFU7A==" TargetMode="External"/><Relationship Id="rId4" Type="http://schemas.openxmlformats.org/officeDocument/2006/relationships/hyperlink" Target="https://vertexaisearch.cloud.google.com/grounding-api-redirect/AUZIYQGNtrG6VHad2G5dN9ZD7D2IEjJ2IWJtB0Uw3MjfVAvIkuroC3gxOEdMRCzC0y2My3amvHYB9iAGftRCmZqb3dUv2ZyTqSxOWDSarEBRUKtaLaUvb3vkfNFmrZCkJu0nbUEBBQRvteonC85m3drnNV9DXhVS5iFd_dUUt29kY1ZiuGavb3qk8Ke-xeSPVw4m9xyXSVM5APKM1lZn4TYoTfsfThqnBpDEdDM5ZyU=" TargetMode="External"/><Relationship Id="rId5" Type="http://schemas.openxmlformats.org/officeDocument/2006/relationships/hyperlink" Target="https://vertexaisearch.cloud.google.com/grounding-api-redirect/AUZIYQGhyvlUgnK3d5dXa1ENnwyAIPT9FEFs2V6YZSvFkR2cNb5i35jPfNdnRVN507FntE4fQjCPwuPFMbOXIPfIU1M9LUybBBgssmi9LwL94M5InxJb1_2-tesIAlXBRlT-kQlxxPwVSuJkYa5rA_8Pw6Gx1yRb" TargetMode="External"/><Relationship Id="rId6" Type="http://schemas.openxmlformats.org/officeDocument/2006/relationships/hyperlink" Target="https://vertexaisearch.cloud.google.com/grounding-api-redirect/AUZIYQFtOK63BUEWyT3isZkW2OklsYmhlmIQsohoWwR3IyZsp9LQ1lYnl4O3CaWRZxaSDCMZNtWKGqbcyfJhAG3mfB_aQZwwUoVYZQpCOxy_T85t8t1OiWk0Kh9Uf-0--oftMLiZi0KJB3ukoFGPH0Tes0UqShqWMM_w0PLQlrFkreJySkdmiJSr3CwUHH2OGnaVqAXQJg==" TargetMode="External"/><Relationship Id="rId7" Type="http://schemas.openxmlformats.org/officeDocument/2006/relationships/hyperlink" Target="https://vertexaisearch.cloud.google.com/grounding-api-redirect/AUZIYQF4m9O2Y6Yny4P1rOBySRdQFQKv_pmQz9FK0MR7WCP12SJvJ9l_DZ-IXVO4eJJ_1GLdJBSbJldYKDjf7bIGofHS-J9zxypinBcfzr_N51JmLh2NdO-qLiDGLLGK_J61ocUo4pTODG9M8hUCjsBSZXHo946LkC1hynkTQ6pWJg==" TargetMode="External"/><Relationship Id="rId8" Type="http://schemas.openxmlformats.org/officeDocument/2006/relationships/hyperlink" Target="https://vertexaisearch.cloud.google.com/grounding-api-redirect/AUZIYQHo8aMaRkVYM6FrBZqEb6oM1g7gRthWkM1gIrwcP010SMq97I9qP6al625vfs9M1kUn8fcIKvzUpRNGYd3vi4SQCe0YcALO8x9yJz1eYBmxhemgOHikGJII1L2iuKJvLoAf69uFSx3BoII3_az82Ms=" TargetMode="External"/><Relationship Id="rId9" Type="http://schemas.openxmlformats.org/officeDocument/2006/relationships/hyperlink" Target="https://vertexaisearch.cloud.google.com/grounding-api-redirect/AUZIYQEgRFzFX_wrrRUUjLSOTZnXbXanNtDYuG3bRhtPbKzk9UezyUSu2aLF7p4BC55TwQFo3UBWqd2VtK9QeQbY4ZvL15QudJdSXZ8JgXqgL0WcY0yj0kqOhrlqa12iJUI0GmSS-eOiBLWjZXo5EKjjvRJ2RJMn4yU=" TargetMode="External"/><Relationship Id="rId10" Type="http://schemas.openxmlformats.org/officeDocument/2006/relationships/hyperlink" Target="https://vertexaisearch.cloud.google.com/grounding-api-redirect/AUZIYQGeT5WuJbtqwPJPGxSm3EhWT7cyh8_MjKKz2Ty2LXDxIkHtPahNUw-YWbQ0zjbEPEPItYV46g8BBh3DwZX7QAHif94dDA_uBlxvvUJIs2swWgcXxddnCEGRCxSpft8d-cURCxa26mPmn3E7h5EcfBXH4t0=" TargetMode="External"/><Relationship Id="rId11" Type="http://schemas.openxmlformats.org/officeDocument/2006/relationships/hyperlink" Target="https://vertexaisearch.cloud.google.com/grounding-api-redirect/AUZIYQHsYaHbx91wywE4b3AaP3laTmmTkcoy8uwDK03Z6mdzxt9my7Ur--3CoiZTfPWuF3eARqPOMuoQr5VEsn7z4v1IPtq6WBA8wtwgv3OR-sd40YyD5wnkSlyu7HgXf_rjqk4VS7BaJf-Vw1wkm4zQ4tix_D_4IhGh80lV3J50FrsLs0Vqy5lf15NVVEcJfvvYLEzrY5TxUb5f9yQI"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p="http://schemas.openxmlformats.org/presentationml/2006/main" xmlns:r="http://schemas.openxmlformats.org/officeDocument/2006/relationships">
  <p:cSld name="cover_slide">
    <p:spTree>
      <p:nvGrpSpPr>
        <p:cNvPr id="1" name=""/>
        <p:cNvGrpSpPr/>
        <p:nvPr/>
      </p:nvGrpSpPr>
      <p:grpSpPr/>
      <p:pic>
        <p:nvPicPr>
          <p:cNvPr id="9" name="Picture 8" descr="image.png"/>
          <p:cNvPicPr>
            <a:picLocks noChangeAspect="1"/>
          </p:cNvPicPr>
          <p:nvPr/>
        </p:nvPicPr>
        <p:blipFill>
          <a:blip r:embed="rId2"/>
          <a:stretch>
            <a:fillRect/>
          </a:stretch>
        </p:blipFill>
        <p:spPr>
          <a:xfrm>
            <a:off x="5106636" y="590700"/>
            <a:ext cx="5943600" cy="5943600"/>
          </a:xfrm>
          <a:prstGeom prst="rect">
            <a:avLst/>
          </a:prstGeom>
        </p:spPr>
      </p:pic>
      <p:pic>
        <p:nvPicPr>
          <p:cNvPr id="10" name="Picture 9" descr="image.png"/>
          <p:cNvPicPr>
            <a:picLocks noChangeAspect="1"/>
          </p:cNvPicPr>
          <p:nvPr/>
        </p:nvPicPr>
        <p:blipFill>
          <a:blip r:embed="rId3"/>
          <a:stretch>
            <a:fillRect/>
          </a:stretch>
        </p:blipFill>
        <p:spPr>
          <a:xfrm>
            <a:off x="0" y="0"/>
            <a:ext cx="12192000" cy="6858000"/>
          </a:xfrm>
          <a:prstGeom prst="rect">
            <a:avLst/>
          </a:prstGeom>
        </p:spPr>
      </p:pic>
      <p:sp>
        <p:nvSpPr>
          <p:cNvPr id="5" name="Subtitle 4"/>
          <p:cNvSpPr>
            <a:spLocks noGrp="1"/>
          </p:cNvSpPr>
          <p:nvPr>
            <p:ph type="subTitle" idx="1"/>
          </p:nvPr>
        </p:nvSpPr>
        <p:spPr/>
        <p:txBody>
          <a:bodyPr/>
          <a:lstStyle/>
          <a:p>
            <a:r>
              <a:t>Data Visualization: Unlocking Insights</a:t>
            </a:r>
          </a:p>
        </p:txBody>
      </p:sp>
      <p:sp>
        <p:nvSpPr>
          <p:cNvPr id="6" name="Text Placeholder 5"/>
          <p:cNvSpPr>
            <a:spLocks noGrp="1"/>
          </p:cNvSpPr>
          <p:nvPr>
            <p:ph type="body" idx="19" sz="quarter"/>
          </p:nvPr>
        </p:nvSpPr>
        <p:spPr/>
        <p:txBody>
          <a:bodyPr/>
          <a:lstStyle/>
          <a:p>
            <a:r>
              <a:t>Apr 01, 2026</a:t>
            </a:r>
          </a:p>
        </p:txBody>
      </p:sp>
      <p:sp>
        <p:nvSpPr>
          <p:cNvPr id="7" name="Text Placeholder 6"/>
          <p:cNvSpPr>
            <a:spLocks noGrp="1"/>
          </p:cNvSpPr>
          <p:nvPr>
            <p:ph type="body" idx="22" sz="quarter"/>
          </p:nvPr>
        </p:nvSpPr>
        <p:spPr/>
        <p:txBody>
          <a:bodyPr/>
          <a:lstStyle/>
          <a:p>
            <a:r>
              <a:t>AI Generated Draft</a:t>
            </a:r>
          </a:p>
        </p:txBody>
      </p:sp>
      <p:pic>
        <p:nvPicPr>
          <p:cNvPr id="11" name="Picture 10" descr="image.wmf"/>
          <p:cNvPicPr>
            <a:picLocks noChangeAspect="1"/>
          </p:cNvPicPr>
          <p:nvPr/>
        </p:nvPicPr>
        <p:blipFill>
          <a:blip r:embed="rId4"/>
          <a:stretch>
            <a:fillRect/>
          </a:stretch>
        </p:blipFill>
        <p:spPr>
          <a:xfrm>
            <a:off x="280636" y="222400"/>
            <a:ext cx="2471962" cy="100283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how_to_use_slide">
    <p:spTree>
      <p:nvGrpSpPr>
        <p:cNvPr id="1" name=""/>
        <p:cNvGrpSpPr/>
        <p:nvPr/>
      </p:nvGrpSpPr>
      <p:grpSpPr/>
      <p:pic>
        <p:nvPicPr>
          <p:cNvPr id="4" name="Picture 3" descr="image.png"/>
          <p:cNvPicPr>
            <a:picLocks noChangeAspect="1"/>
          </p:cNvPicPr>
          <p:nvPr/>
        </p:nvPicPr>
        <p:blipFill>
          <a:blip r:embed="rId2"/>
          <a:stretch>
            <a:fillRect/>
          </a:stretch>
        </p:blipFill>
        <p:spPr>
          <a:xfrm>
            <a:off x="0" y="0"/>
            <a:ext cx="12192000" cy="6858000"/>
          </a:xfrm>
          <a:prstGeom prst="rect">
            <a:avLst/>
          </a:prstGeom>
        </p:spPr>
      </p:pic>
      <p:sp>
        <p:nvSpPr>
          <p:cNvPr id="3" name="Text Placeholder 2"/>
          <p:cNvSpPr>
            <a:spLocks noGrp="1"/>
          </p:cNvSpPr>
          <p:nvPr>
            <p:ph type="body" idx="22" sz="quarter"/>
          </p:nvPr>
        </p:nvSpPr>
        <p:spPr/>
        <p:txBody>
          <a:bodyPr/>
          <a:lstStyle/>
          <a:p>
            <a:r>
              <a:t>AI Generated Draft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table_of_contents_slide">
    <p:spTree>
      <p:nvGrpSpPr>
        <p:cNvPr id="1" name=""/>
        <p:cNvGrpSpPr/>
        <p:nvPr/>
      </p:nvGrpSpPr>
      <p:grpSpPr/>
      <p:sp>
        <p:nvSpPr>
          <p:cNvPr id="2" name="Title 1"/>
          <p:cNvSpPr>
            <a:spLocks noGrp="1"/>
          </p:cNvSpPr>
          <p:nvPr>
            <p:ph type="title"/>
          </p:nvPr>
        </p:nvSpPr>
        <p:spPr/>
        <p:txBody>
          <a:bodyPr/>
          <a:lstStyle/>
          <a:p>
            <a:r>
              <a:t>Introduction to Data Set</a:t>
            </a:r>
          </a:p>
          <a:p>
            <a:r>
              <a:t>Key Principles of data set</a:t>
            </a:r>
          </a:p>
          <a:p>
            <a:r>
              <a:t>way of implementing the data set</a:t>
            </a:r>
          </a:p>
          <a:p>
            <a:r>
              <a:t>Real-World Applications</a:t>
            </a:r>
          </a:p>
          <a:p>
            <a:r>
              <a:t>business improvement and implementation</a:t>
            </a:r>
          </a:p>
          <a:p>
            <a:r>
              <a:t>consideration</a:t>
            </a:r>
          </a:p>
        </p:txBody>
      </p:sp>
      <p:sp>
        <p:nvSpPr>
          <p:cNvPr id="3" name="Text Placeholder 2"/>
          <p:cNvSpPr>
            <a:spLocks noGrp="1"/>
          </p:cNvSpPr>
          <p:nvPr>
            <p:ph type="body" idx="19" sz="quarter"/>
          </p:nvPr>
        </p:nvSpPr>
        <p:spPr/>
        <p:txBody>
          <a:bodyPr/>
          <a:lstStyle/>
          <a:p>
            <a:r>
              <a:t>Table of Contents</a:t>
            </a:r>
          </a:p>
        </p:txBody>
      </p:sp>
      <p:sp>
        <p:nvSpPr>
          <p:cNvPr id="5" name="Text Placeholder 4"/>
          <p:cNvSpPr>
            <a:spLocks noGrp="1"/>
          </p:cNvSpPr>
          <p:nvPr>
            <p:ph type="body" idx="22" sz="quarter"/>
          </p:nvPr>
        </p:nvSpPr>
        <p:spPr/>
        <p:txBody>
          <a:bodyPr/>
          <a:lstStyle/>
          <a:p>
            <a:r>
              <a:t>AI Generated Draft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section_divider_slide">
    <p:spTree>
      <p:nvGrpSpPr>
        <p:cNvPr id="1" name=""/>
        <p:cNvGrpSpPr/>
        <p:nvPr/>
      </p:nvGrpSpPr>
      <p:grpSpPr/>
      <p:sp>
        <p:nvSpPr>
          <p:cNvPr id="2" name="Title 1"/>
          <p:cNvSpPr>
            <a:spLocks noGrp="1"/>
          </p:cNvSpPr>
          <p:nvPr>
            <p:ph type="title"/>
          </p:nvPr>
        </p:nvSpPr>
        <p:spPr/>
        <p:txBody>
          <a:bodyPr/>
          <a:lstStyle/>
          <a:p>
            <a:r>
              <a:t>1. Introduction to Data Set</a:t>
            </a:r>
          </a:p>
        </p:txBody>
      </p:sp>
      <p:sp>
        <p:nvSpPr>
          <p:cNvPr id="4" name="Text Placeholder 3"/>
          <p:cNvSpPr>
            <a:spLocks noGrp="1"/>
          </p:cNvSpPr>
          <p:nvPr>
            <p:ph type="body" idx="22" sz="quarter"/>
          </p:nvPr>
        </p:nvSpPr>
        <p:spPr/>
        <p:txBody>
          <a:bodyPr/>
          <a:lstStyle/>
          <a:p>
            <a:r>
              <a:t>AI Generated Draft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introductory_slide">
    <p:spTree>
      <p:nvGrpSpPr>
        <p:cNvPr id="1" name=""/>
        <p:cNvGrpSpPr/>
        <p:nvPr/>
      </p:nvGrpSpPr>
      <p:grpSpPr/>
      <p:pic>
        <p:nvPicPr>
          <p:cNvPr id="8" name="Picture 7" descr="image.wmf"/>
          <p:cNvPicPr>
            <a:picLocks noChangeAspect="1"/>
          </p:cNvPicPr>
          <p:nvPr/>
        </p:nvPicPr>
        <p:blipFill>
          <a:blip r:embed="rId2"/>
          <a:stretch>
            <a:fillRect/>
          </a:stretch>
        </p:blipFill>
        <p:spPr>
          <a:xfrm>
            <a:off x="6748286" y="0"/>
            <a:ext cx="5443714" cy="6858000"/>
          </a:xfrm>
          <a:prstGeom prst="rect">
            <a:avLst/>
          </a:prstGeom>
        </p:spPr>
      </p:pic>
      <p:sp>
        <p:nvSpPr>
          <p:cNvPr id="3" name="Text Placeholder 2"/>
          <p:cNvSpPr>
            <a:spLocks noGrp="1"/>
          </p:cNvSpPr>
          <p:nvPr>
            <p:ph type="body" idx="33" sz="quarter"/>
          </p:nvPr>
        </p:nvSpPr>
        <p:spPr/>
        <p:txBody>
          <a:bodyPr/>
          <a:lstStyle/>
          <a:p>
            <a:r>
              <a:t>Data visualization translates raw information into visually meaningful formats such as charts, maps, and dashboards, enabling rapid understanding of trends, patterns, and outliers. It empowers analysts and decision-makers to explore, validate, and communicate complex data findings efficiently. As a core component of business intelligence and data science, data visualization plays a pivotal role throughout the analytical process—from initial exploration to presenting actionable results. Organizations rely on data visualizations to identify key performance drivers, monitor real-time metrics, and uncover relationships within large datasets. Modern platforms often integrate AI to enhance predictive capabilities and interactive dashboards, facilitating informed decisions across teams. Typical, </a:t>
            </a:r>
          </a:p>
        </p:txBody>
      </p:sp>
      <p:sp>
        <p:nvSpPr>
          <p:cNvPr id="4" name="Text Placeholder 3"/>
          <p:cNvSpPr>
            <a:spLocks noGrp="1"/>
          </p:cNvSpPr>
          <p:nvPr>
            <p:ph type="body" idx="32" sz="quarter"/>
          </p:nvPr>
        </p:nvSpPr>
        <p:spPr/>
        <p:txBody>
          <a:bodyPr/>
          <a:lstStyle/>
          <a:p>
            <a:r>
              <a:t>Transforming Numbers into Visual Stories</a:t>
            </a:r>
          </a:p>
        </p:txBody>
      </p:sp>
      <p:sp>
        <p:nvSpPr>
          <p:cNvPr id="5" name="Text Placeholder 4"/>
          <p:cNvSpPr>
            <a:spLocks noGrp="1"/>
          </p:cNvSpPr>
          <p:nvPr>
            <p:ph type="body" idx="31" sz="quarter"/>
          </p:nvPr>
        </p:nvSpPr>
        <p:spPr/>
        <p:txBody>
          <a:bodyPr/>
          <a:lstStyle/>
          <a:p>
            <a:r>
              <a:t>Data Visualization Overview</a:t>
            </a:r>
          </a:p>
        </p:txBody>
      </p:sp>
      <p:sp>
        <p:nvSpPr>
          <p:cNvPr id="7" name="Text Placeholder 6"/>
          <p:cNvSpPr>
            <a:spLocks noGrp="1"/>
          </p:cNvSpPr>
          <p:nvPr>
            <p:ph type="body" idx="34" sz="quarter"/>
          </p:nvPr>
        </p:nvSpPr>
        <p:spPr/>
        <p:txBody>
          <a:bodyPr/>
          <a:lstStyle/>
          <a:p>
            <a:r>
              <a:t>AI Generated Draft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intro_three_categories_slide">
    <p:spTree>
      <p:nvGrpSpPr>
        <p:cNvPr id="1" name=""/>
        <p:cNvGrpSpPr/>
        <p:nvPr/>
      </p:nvGrpSpPr>
      <p:grpSpPr/>
      <p:pic>
        <p:nvPicPr>
          <p:cNvPr id="15" name="Picture 14" descr="image.wmf"/>
          <p:cNvPicPr>
            <a:picLocks noChangeAspect="1"/>
          </p:cNvPicPr>
          <p:nvPr/>
        </p:nvPicPr>
        <p:blipFill>
          <a:blip r:embed="rId2"/>
          <a:stretch>
            <a:fillRect/>
          </a:stretch>
        </p:blipFill>
        <p:spPr>
          <a:xfrm>
            <a:off x="9591411" y="2065483"/>
            <a:ext cx="836195" cy="836195"/>
          </a:xfrm>
          <a:prstGeom prst="rect">
            <a:avLst/>
          </a:prstGeom>
        </p:spPr>
      </p:pic>
      <p:sp>
        <p:nvSpPr>
          <p:cNvPr id="3" name="Text Placeholder 2"/>
          <p:cNvSpPr>
            <a:spLocks noGrp="1"/>
          </p:cNvSpPr>
          <p:nvPr>
            <p:ph type="body" idx="25" sz="quarter"/>
          </p:nvPr>
        </p:nvSpPr>
        <p:spPr/>
        <p:txBody>
          <a:bodyPr/>
          <a:lstStyle/>
          <a:p>
            <a:r>
              <a:t>Data visualization simplifies complex datasets, making it easier to grasp insights and make decisions quickly. Businesses utilize visualization tools for tracking performance and understanding trends in real time, which is crucial for operational agility. Interactive graphics allow users to explore data and find connections that might be overlooked in raw tables.</a:t>
            </a:r>
          </a:p>
        </p:txBody>
      </p:sp>
      <p:sp>
        <p:nvSpPr>
          <p:cNvPr id="4" name="Text Placeholder 3"/>
          <p:cNvSpPr>
            <a:spLocks noGrp="1"/>
          </p:cNvSpPr>
          <p:nvPr>
            <p:ph type="body" idx="26" sz="quarter"/>
          </p:nvPr>
        </p:nvSpPr>
        <p:spPr/>
        <p:txBody>
          <a:bodyPr/>
          <a:lstStyle/>
          <a:p>
            <a:r>
              <a:t>Business Impact</a:t>
            </a:r>
          </a:p>
        </p:txBody>
      </p:sp>
      <p:pic>
        <p:nvPicPr>
          <p:cNvPr id="16" name="Picture 15" descr="image.wmf"/>
          <p:cNvPicPr>
            <a:picLocks noChangeAspect="1"/>
          </p:cNvPicPr>
          <p:nvPr/>
        </p:nvPicPr>
        <p:blipFill>
          <a:blip r:embed="rId3"/>
          <a:stretch>
            <a:fillRect/>
          </a:stretch>
        </p:blipFill>
        <p:spPr>
          <a:xfrm>
            <a:off x="5677901" y="2065483"/>
            <a:ext cx="836195" cy="836195"/>
          </a:xfrm>
          <a:prstGeom prst="rect">
            <a:avLst/>
          </a:prstGeom>
        </p:spPr>
      </p:pic>
      <p:sp>
        <p:nvSpPr>
          <p:cNvPr id="6" name="Text Placeholder 5"/>
          <p:cNvSpPr>
            <a:spLocks noGrp="1"/>
          </p:cNvSpPr>
          <p:nvPr>
            <p:ph type="body" idx="23" sz="quarter"/>
          </p:nvPr>
        </p:nvSpPr>
        <p:spPr/>
        <p:txBody>
          <a:bodyPr/>
          <a:lstStyle/>
          <a:p>
            <a:r>
              <a:t>Visualizations are key in uncovering patterns that drive strategic improvements. By mapping sales, customer engagement, or KPIs, companies can make more proactive adjustments and optimize outcomes based on evidence, rather than intuition. Visual evidence accelerates decision-making and encourages collaboration within project teams.</a:t>
            </a:r>
          </a:p>
        </p:txBody>
      </p:sp>
      <p:sp>
        <p:nvSpPr>
          <p:cNvPr id="7" name="Text Placeholder 6"/>
          <p:cNvSpPr>
            <a:spLocks noGrp="1"/>
          </p:cNvSpPr>
          <p:nvPr>
            <p:ph type="body" idx="24" sz="quarter"/>
          </p:nvPr>
        </p:nvSpPr>
        <p:spPr/>
        <p:txBody>
          <a:bodyPr/>
          <a:lstStyle/>
          <a:p>
            <a:r>
              <a:t>Decision Making</a:t>
            </a:r>
          </a:p>
        </p:txBody>
      </p:sp>
      <p:pic>
        <p:nvPicPr>
          <p:cNvPr id="17" name="Picture 16" descr="image.wmf"/>
          <p:cNvPicPr>
            <a:picLocks noChangeAspect="1"/>
          </p:cNvPicPr>
          <p:nvPr/>
        </p:nvPicPr>
        <p:blipFill>
          <a:blip r:embed="rId4"/>
          <a:stretch>
            <a:fillRect/>
          </a:stretch>
        </p:blipFill>
        <p:spPr>
          <a:xfrm>
            <a:off x="1764393" y="2065483"/>
            <a:ext cx="836195" cy="836195"/>
          </a:xfrm>
          <a:prstGeom prst="rect">
            <a:avLst/>
          </a:prstGeom>
        </p:spPr>
      </p:pic>
      <p:sp>
        <p:nvSpPr>
          <p:cNvPr id="9" name="Text Placeholder 8"/>
          <p:cNvSpPr>
            <a:spLocks noGrp="1"/>
          </p:cNvSpPr>
          <p:nvPr>
            <p:ph type="body" idx="21" sz="quarter"/>
          </p:nvPr>
        </p:nvSpPr>
        <p:spPr/>
        <p:txBody>
          <a:bodyPr/>
          <a:lstStyle/>
          <a:p>
            <a:r>
              <a:t>Data visualization is fundamental to modern analytics and data science. It bridges communication gaps between technical and non-technical stakeholders, presenting insights with clarity. Visualization tools enable rapid exploration, comparison, and sharing, making data accessible and actionable for diverse audiences.</a:t>
            </a:r>
          </a:p>
        </p:txBody>
      </p:sp>
      <p:sp>
        <p:nvSpPr>
          <p:cNvPr id="10" name="Text Placeholder 9"/>
          <p:cNvSpPr>
            <a:spLocks noGrp="1"/>
          </p:cNvSpPr>
          <p:nvPr>
            <p:ph type="body" idx="22" sz="quarter"/>
          </p:nvPr>
        </p:nvSpPr>
        <p:spPr/>
        <p:txBody>
          <a:bodyPr/>
          <a:lstStyle/>
          <a:p>
            <a:r>
              <a:t>Communication</a:t>
            </a:r>
          </a:p>
        </p:txBody>
      </p:sp>
      <p:sp>
        <p:nvSpPr>
          <p:cNvPr id="12" name="Text Placeholder 11"/>
          <p:cNvSpPr>
            <a:spLocks noGrp="1"/>
          </p:cNvSpPr>
          <p:nvPr>
            <p:ph type="body" idx="31" sz="quarter"/>
          </p:nvPr>
        </p:nvSpPr>
        <p:spPr/>
        <p:txBody>
          <a:bodyPr/>
          <a:lstStyle/>
          <a:p>
            <a:r>
              <a:t>Driving Business Performance</a:t>
            </a:r>
          </a:p>
        </p:txBody>
      </p:sp>
      <p:sp>
        <p:nvSpPr>
          <p:cNvPr id="13" name="Text Placeholder 12"/>
          <p:cNvSpPr>
            <a:spLocks noGrp="1"/>
          </p:cNvSpPr>
          <p:nvPr>
            <p:ph type="body" idx="10" sz="quarter"/>
          </p:nvPr>
        </p:nvSpPr>
        <p:spPr/>
        <p:txBody>
          <a:bodyPr/>
          <a:lstStyle/>
          <a:p>
            <a:r>
              <a:t>Importance &amp; Use Cases</a:t>
            </a:r>
          </a:p>
        </p:txBody>
      </p:sp>
      <p:sp>
        <p:nvSpPr>
          <p:cNvPr id="14" name="Text Placeholder 13"/>
          <p:cNvSpPr>
            <a:spLocks noGrp="1"/>
          </p:cNvSpPr>
          <p:nvPr>
            <p:ph type="body" idx="32" sz="quarter"/>
          </p:nvPr>
        </p:nvSpPr>
        <p:spPr/>
        <p:txBody>
          <a:bodyPr/>
          <a:lstStyle/>
          <a:p>
            <a:r>
              <a:t>AI Generated Draft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section_divider_slide">
    <p:spTree>
      <p:nvGrpSpPr>
        <p:cNvPr id="1" name=""/>
        <p:cNvGrpSpPr/>
        <p:nvPr/>
      </p:nvGrpSpPr>
      <p:grpSpPr/>
      <p:sp>
        <p:nvSpPr>
          <p:cNvPr id="2" name="Title 1"/>
          <p:cNvSpPr>
            <a:spLocks noGrp="1"/>
          </p:cNvSpPr>
          <p:nvPr>
            <p:ph type="title"/>
          </p:nvPr>
        </p:nvSpPr>
        <p:spPr/>
        <p:txBody>
          <a:bodyPr/>
          <a:lstStyle/>
          <a:p>
            <a:r>
              <a:t>2. Key Principles of data set</a:t>
            </a:r>
          </a:p>
        </p:txBody>
      </p:sp>
      <p:sp>
        <p:nvSpPr>
          <p:cNvPr id="4" name="Text Placeholder 3"/>
          <p:cNvSpPr>
            <a:spLocks noGrp="1"/>
          </p:cNvSpPr>
          <p:nvPr>
            <p:ph type="body" idx="22" sz="quarter"/>
          </p:nvPr>
        </p:nvSpPr>
        <p:spPr/>
        <p:txBody>
          <a:bodyPr/>
          <a:lstStyle/>
          <a:p>
            <a:r>
              <a:t>AI Generated Draft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narrative_four_slide">
    <p:spTree>
      <p:nvGrpSpPr>
        <p:cNvPr id="1" name=""/>
        <p:cNvGrpSpPr/>
        <p:nvPr/>
      </p:nvGrpSpPr>
      <p:grpSpPr/>
      <p:sp>
        <p:nvSpPr>
          <p:cNvPr id="3" name="Text Placeholder 2"/>
          <p:cNvSpPr>
            <a:spLocks noGrp="1"/>
          </p:cNvSpPr>
          <p:nvPr>
            <p:ph type="body" idx="40" sz="quarter"/>
          </p:nvPr>
        </p:nvSpPr>
        <p:spPr/>
        <p:txBody>
          <a:bodyPr/>
          <a:lstStyle/>
          <a:p>
            <a:r>
              <a:t>Clarity</a:t>
            </a:r>
          </a:p>
        </p:txBody>
      </p:sp>
      <p:sp>
        <p:nvSpPr>
          <p:cNvPr id="4" name="Text Placeholder 3"/>
          <p:cNvSpPr>
            <a:spLocks noGrp="1"/>
          </p:cNvSpPr>
          <p:nvPr>
            <p:ph type="body" idx="21" sz="quarter"/>
          </p:nvPr>
        </p:nvSpPr>
        <p:spPr/>
        <p:txBody>
          <a:bodyPr/>
          <a:lstStyle/>
          <a:p>
            <a:r>
              <a:t>Clear visuals eliminate clutter, ensuring the main message stands out. Labels, legends, and color schemes are carefully chosen so the audience can immediately understand what matters. Simplicity enables quick, intuitive data interpretation.</a:t>
            </a:r>
          </a:p>
        </p:txBody>
      </p:sp>
      <p:sp>
        <p:nvSpPr>
          <p:cNvPr id="5" name="Text Placeholder 4"/>
          <p:cNvSpPr>
            <a:spLocks noGrp="1"/>
          </p:cNvSpPr>
          <p:nvPr>
            <p:ph type="body" idx="41" sz="quarter"/>
          </p:nvPr>
        </p:nvSpPr>
        <p:spPr/>
        <p:txBody>
          <a:bodyPr/>
          <a:lstStyle/>
          <a:p>
            <a:r>
              <a:t>Accuracy</a:t>
            </a:r>
          </a:p>
        </p:txBody>
      </p:sp>
      <p:sp>
        <p:nvSpPr>
          <p:cNvPr id="6" name="Text Placeholder 5"/>
          <p:cNvSpPr>
            <a:spLocks noGrp="1"/>
          </p:cNvSpPr>
          <p:nvPr>
            <p:ph type="body" idx="42" sz="quarter"/>
          </p:nvPr>
        </p:nvSpPr>
        <p:spPr/>
        <p:txBody>
          <a:bodyPr/>
          <a:lstStyle/>
          <a:p>
            <a:r>
              <a:t>Accurate visualizations faithfully represent the underlying data. Designers avoid misleading scale choices, truncated axes, or excessive effects that can distort insights. Consistency in style and proportion maintains trust and integrity.</a:t>
            </a:r>
          </a:p>
        </p:txBody>
      </p:sp>
      <p:sp>
        <p:nvSpPr>
          <p:cNvPr id="7" name="Text Placeholder 6"/>
          <p:cNvSpPr>
            <a:spLocks noGrp="1"/>
          </p:cNvSpPr>
          <p:nvPr>
            <p:ph type="body" idx="43" sz="quarter"/>
          </p:nvPr>
        </p:nvSpPr>
        <p:spPr/>
        <p:txBody>
          <a:bodyPr/>
          <a:lstStyle/>
          <a:p>
            <a:r>
              <a:t>Storytelling</a:t>
            </a:r>
          </a:p>
        </p:txBody>
      </p:sp>
      <p:sp>
        <p:nvSpPr>
          <p:cNvPr id="8" name="Text Placeholder 7"/>
          <p:cNvSpPr>
            <a:spLocks noGrp="1"/>
          </p:cNvSpPr>
          <p:nvPr>
            <p:ph type="body" idx="44" sz="quarter"/>
          </p:nvPr>
        </p:nvSpPr>
        <p:spPr/>
        <p:txBody>
          <a:bodyPr/>
          <a:lstStyle/>
          <a:p>
            <a:r>
              <a:t>Effective visualizations guide viewers through a narrative journey. By connecting visuals with text and highlighting key points, storytelling bridges the gap between analytics and human understanding, leading to actionable decisions.</a:t>
            </a:r>
          </a:p>
        </p:txBody>
      </p:sp>
      <p:sp>
        <p:nvSpPr>
          <p:cNvPr id="9" name="Text Placeholder 8"/>
          <p:cNvSpPr>
            <a:spLocks noGrp="1"/>
          </p:cNvSpPr>
          <p:nvPr>
            <p:ph type="body" idx="45" sz="quarter"/>
          </p:nvPr>
        </p:nvSpPr>
        <p:spPr/>
        <p:txBody>
          <a:bodyPr/>
          <a:lstStyle/>
          <a:p>
            <a:r>
              <a:t>Best Practices</a:t>
            </a:r>
          </a:p>
        </p:txBody>
      </p:sp>
      <p:sp>
        <p:nvSpPr>
          <p:cNvPr id="10" name="Text Placeholder 9"/>
          <p:cNvSpPr>
            <a:spLocks noGrp="1"/>
          </p:cNvSpPr>
          <p:nvPr>
            <p:ph type="body" idx="46" sz="quarter"/>
          </p:nvPr>
        </p:nvSpPr>
        <p:spPr/>
        <p:txBody>
          <a:bodyPr/>
          <a:lstStyle/>
          <a:p>
            <a:r>
              <a:t>Following established principles—such as using intuitive metaphors, minimizing gridlines, and selecting suitable chart types—helps avoid confusion and maximizes the impact of data. Ethical guidelines ensure responsible communication.</a:t>
            </a:r>
          </a:p>
        </p:txBody>
      </p:sp>
      <p:sp>
        <p:nvSpPr>
          <p:cNvPr id="11" name="Text Placeholder 10"/>
          <p:cNvSpPr>
            <a:spLocks noGrp="1"/>
          </p:cNvSpPr>
          <p:nvPr>
            <p:ph type="body" idx="30" sz="quarter"/>
          </p:nvPr>
        </p:nvSpPr>
        <p:spPr/>
        <p:txBody>
          <a:bodyPr/>
          <a:lstStyle/>
          <a:p>
            <a:r>
              <a:t>Principles for Effective Visualization</a:t>
            </a:r>
          </a:p>
        </p:txBody>
      </p:sp>
      <p:sp>
        <p:nvSpPr>
          <p:cNvPr id="12" name="Text Placeholder 11"/>
          <p:cNvSpPr>
            <a:spLocks noGrp="1"/>
          </p:cNvSpPr>
          <p:nvPr>
            <p:ph type="body" idx="10" sz="quarter"/>
          </p:nvPr>
        </p:nvSpPr>
        <p:spPr/>
        <p:txBody>
          <a:bodyPr/>
          <a:lstStyle/>
          <a:p>
            <a:r>
              <a:t>Foundation for Insightful Visuals</a:t>
            </a:r>
          </a:p>
        </p:txBody>
      </p:sp>
      <p:sp>
        <p:nvSpPr>
          <p:cNvPr id="13" name="Text Placeholder 12"/>
          <p:cNvSpPr>
            <a:spLocks noGrp="1"/>
          </p:cNvSpPr>
          <p:nvPr>
            <p:ph type="body" idx="22" sz="quarter"/>
          </p:nvPr>
        </p:nvSpPr>
        <p:spPr/>
        <p:txBody>
          <a:bodyPr/>
          <a:lstStyle/>
          <a:p>
            <a:r>
              <a:t>AI Generated Draft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bold_statement_slide">
    <p:spTree>
      <p:nvGrpSpPr>
        <p:cNvPr id="1" name=""/>
        <p:cNvGrpSpPr/>
        <p:nvPr/>
      </p:nvGrpSpPr>
      <p:grpSpPr/>
      <p:sp>
        <p:nvSpPr>
          <p:cNvPr id="2" name="Text Placeholder 1"/>
          <p:cNvSpPr>
            <a:spLocks noGrp="1"/>
          </p:cNvSpPr>
          <p:nvPr>
            <p:ph type="body" idx="10" sz="quarter"/>
          </p:nvPr>
        </p:nvSpPr>
        <p:spPr/>
        <p:txBody>
          <a:bodyPr/>
          <a:lstStyle/>
          <a:p>
            <a:r>
              <a:t>Good Visualization Drives Understanding</a:t>
            </a:r>
          </a:p>
        </p:txBody>
      </p:sp>
      <p:sp>
        <p:nvSpPr>
          <p:cNvPr id="3" name="Text Placeholder 2"/>
          <p:cNvSpPr>
            <a:spLocks noGrp="1"/>
          </p:cNvSpPr>
          <p:nvPr>
            <p:ph type="body" idx="20" sz="quarter"/>
          </p:nvPr>
        </p:nvSpPr>
        <p:spPr/>
        <p:txBody>
          <a:bodyPr/>
          <a:lstStyle/>
          <a:p>
            <a:r>
              <a:t>KEY INSIGHT</a:t>
            </a:r>
          </a:p>
        </p:txBody>
      </p:sp>
      <p:sp>
        <p:nvSpPr>
          <p:cNvPr id="5" name="Text Placeholder 4"/>
          <p:cNvSpPr>
            <a:spLocks noGrp="1"/>
          </p:cNvSpPr>
          <p:nvPr>
            <p:ph type="body" idx="22" sz="quarter"/>
          </p:nvPr>
        </p:nvSpPr>
        <p:spPr/>
        <p:txBody>
          <a:bodyPr/>
          <a:lstStyle/>
          <a:p>
            <a:r>
              <a:t>AI Generated Draft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section_divider_slide">
    <p:spTree>
      <p:nvGrpSpPr>
        <p:cNvPr id="1" name=""/>
        <p:cNvGrpSpPr/>
        <p:nvPr/>
      </p:nvGrpSpPr>
      <p:grpSpPr/>
      <p:sp>
        <p:nvSpPr>
          <p:cNvPr id="2" name="Title 1"/>
          <p:cNvSpPr>
            <a:spLocks noGrp="1"/>
          </p:cNvSpPr>
          <p:nvPr>
            <p:ph type="title"/>
          </p:nvPr>
        </p:nvSpPr>
        <p:spPr/>
        <p:txBody>
          <a:bodyPr/>
          <a:lstStyle/>
          <a:p>
            <a:r>
              <a:t>3. way of implementing the data set</a:t>
            </a:r>
          </a:p>
        </p:txBody>
      </p:sp>
      <p:sp>
        <p:nvSpPr>
          <p:cNvPr id="4" name="Text Placeholder 3"/>
          <p:cNvSpPr>
            <a:spLocks noGrp="1"/>
          </p:cNvSpPr>
          <p:nvPr>
            <p:ph type="body" idx="22" sz="quarter"/>
          </p:nvPr>
        </p:nvSpPr>
        <p:spPr/>
        <p:txBody>
          <a:bodyPr/>
          <a:lstStyle/>
          <a:p>
            <a:r>
              <a:t>AI Generated Draft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four_columns_slide">
    <p:spTree>
      <p:nvGrpSpPr>
        <p:cNvPr id="1" name=""/>
        <p:cNvGrpSpPr/>
        <p:nvPr/>
      </p:nvGrpSpPr>
      <p:grpSpPr/>
      <p:sp>
        <p:nvSpPr>
          <p:cNvPr id="2" name="Text Placeholder 1"/>
          <p:cNvSpPr>
            <a:spLocks noGrp="1"/>
          </p:cNvSpPr>
          <p:nvPr>
            <p:ph type="body" idx="27" sz="quarter"/>
          </p:nvPr>
        </p:nvSpPr>
        <p:spPr/>
        <p:txBody>
          <a:bodyPr/>
          <a:lstStyle/>
          <a:p>
            <a:r>
              <a:t>Selecting the right type of visualization is critical: each chart or dashboard reveals different data relationships and supports unique goals.</a:t>
            </a:r>
          </a:p>
        </p:txBody>
      </p:sp>
      <p:pic>
        <p:nvPicPr>
          <p:cNvPr id="19" name="Picture 18" descr="image.wmf"/>
          <p:cNvPicPr>
            <a:picLocks noChangeAspect="1"/>
          </p:cNvPicPr>
          <p:nvPr/>
        </p:nvPicPr>
        <p:blipFill>
          <a:blip r:embed="rId2"/>
          <a:stretch>
            <a:fillRect/>
          </a:stretch>
        </p:blipFill>
        <p:spPr>
          <a:xfrm>
            <a:off x="9296951" y="1954600"/>
            <a:ext cx="764411" cy="764411"/>
          </a:xfrm>
          <a:prstGeom prst="rect">
            <a:avLst/>
          </a:prstGeom>
        </p:spPr>
      </p:pic>
      <p:sp>
        <p:nvSpPr>
          <p:cNvPr id="4" name="Text Placeholder 3"/>
          <p:cNvSpPr>
            <a:spLocks noGrp="1"/>
          </p:cNvSpPr>
          <p:nvPr>
            <p:ph type="body" idx="25" sz="quarter"/>
          </p:nvPr>
        </p:nvSpPr>
        <p:spPr/>
        <p:txBody>
          <a:bodyPr/>
          <a:lstStyle/>
          <a:p>
            <a:r>
              <a:t>Bar charts provide clear comparison across categories, making them ideal for sales targets, market share, or performance rankings. Their proportional design quickly conveys differences and trends, supporting rapid analysis.</a:t>
            </a:r>
          </a:p>
        </p:txBody>
      </p:sp>
      <p:sp>
        <p:nvSpPr>
          <p:cNvPr id="5" name="Text Placeholder 4"/>
          <p:cNvSpPr>
            <a:spLocks noGrp="1"/>
          </p:cNvSpPr>
          <p:nvPr>
            <p:ph type="body" idx="26" sz="quarter"/>
          </p:nvPr>
        </p:nvSpPr>
        <p:spPr/>
        <p:txBody>
          <a:bodyPr/>
          <a:lstStyle/>
          <a:p>
            <a:r>
              <a:t>Bar Charts</a:t>
            </a:r>
          </a:p>
        </p:txBody>
      </p:sp>
      <p:pic>
        <p:nvPicPr>
          <p:cNvPr id="20" name="Picture 19" descr="image.wmf"/>
          <p:cNvPicPr>
            <a:picLocks noChangeAspect="1"/>
          </p:cNvPicPr>
          <p:nvPr/>
        </p:nvPicPr>
        <p:blipFill>
          <a:blip r:embed="rId3"/>
          <a:stretch>
            <a:fillRect/>
          </a:stretch>
        </p:blipFill>
        <p:spPr>
          <a:xfrm>
            <a:off x="6378640" y="1954928"/>
            <a:ext cx="764411" cy="764411"/>
          </a:xfrm>
          <a:prstGeom prst="rect">
            <a:avLst/>
          </a:prstGeom>
        </p:spPr>
      </p:pic>
      <p:sp>
        <p:nvSpPr>
          <p:cNvPr id="7" name="Text Placeholder 6"/>
          <p:cNvSpPr>
            <a:spLocks noGrp="1"/>
          </p:cNvSpPr>
          <p:nvPr>
            <p:ph type="body" idx="28" sz="quarter"/>
          </p:nvPr>
        </p:nvSpPr>
        <p:spPr/>
        <p:txBody>
          <a:bodyPr/>
          <a:lstStyle/>
          <a:p>
            <a:r>
              <a:t>Line graphs excel at displaying continuous data over time, such as KPIs, trends, or historical changes. Grouped lines allow comparisons between series, revealing cycles or anomalies, and forecasting future outcomes easily.</a:t>
            </a:r>
          </a:p>
        </p:txBody>
      </p:sp>
      <p:sp>
        <p:nvSpPr>
          <p:cNvPr id="8" name="Text Placeholder 7"/>
          <p:cNvSpPr>
            <a:spLocks noGrp="1"/>
          </p:cNvSpPr>
          <p:nvPr>
            <p:ph type="body" idx="29" sz="quarter"/>
          </p:nvPr>
        </p:nvSpPr>
        <p:spPr/>
        <p:txBody>
          <a:bodyPr/>
          <a:lstStyle/>
          <a:p>
            <a:r>
              <a:t>Line Graphs</a:t>
            </a:r>
          </a:p>
        </p:txBody>
      </p:sp>
      <p:pic>
        <p:nvPicPr>
          <p:cNvPr id="21" name="Picture 20" descr="image.wmf"/>
          <p:cNvPicPr>
            <a:picLocks noChangeAspect="1"/>
          </p:cNvPicPr>
          <p:nvPr/>
        </p:nvPicPr>
        <p:blipFill>
          <a:blip r:embed="rId4"/>
          <a:stretch>
            <a:fillRect/>
          </a:stretch>
        </p:blipFill>
        <p:spPr>
          <a:xfrm>
            <a:off x="3498964" y="1954600"/>
            <a:ext cx="764411" cy="764411"/>
          </a:xfrm>
          <a:prstGeom prst="rect">
            <a:avLst/>
          </a:prstGeom>
        </p:spPr>
      </p:pic>
      <p:sp>
        <p:nvSpPr>
          <p:cNvPr id="10" name="Text Placeholder 9"/>
          <p:cNvSpPr>
            <a:spLocks noGrp="1"/>
          </p:cNvSpPr>
          <p:nvPr>
            <p:ph type="body" idx="23" sz="quarter"/>
          </p:nvPr>
        </p:nvSpPr>
        <p:spPr/>
        <p:txBody>
          <a:bodyPr/>
          <a:lstStyle/>
          <a:p>
            <a:r>
              <a:t>Scatter plots show relationships between two variables, exposing correlations, outliers, or distributions. Used extensively in scientific research and business analytics, scatterplots turn high-volume data points into visual patterns.</a:t>
            </a:r>
          </a:p>
        </p:txBody>
      </p:sp>
      <p:sp>
        <p:nvSpPr>
          <p:cNvPr id="11" name="Text Placeholder 10"/>
          <p:cNvSpPr>
            <a:spLocks noGrp="1"/>
          </p:cNvSpPr>
          <p:nvPr>
            <p:ph type="body" idx="24" sz="quarter"/>
          </p:nvPr>
        </p:nvSpPr>
        <p:spPr/>
        <p:txBody>
          <a:bodyPr/>
          <a:lstStyle/>
          <a:p>
            <a:r>
              <a:t>Scatter Plots</a:t>
            </a:r>
          </a:p>
        </p:txBody>
      </p:sp>
      <p:pic>
        <p:nvPicPr>
          <p:cNvPr id="22" name="Picture 21" descr="image.wmf"/>
          <p:cNvPicPr>
            <a:picLocks noChangeAspect="1"/>
          </p:cNvPicPr>
          <p:nvPr/>
        </p:nvPicPr>
        <p:blipFill>
          <a:blip r:embed="rId2"/>
          <a:stretch>
            <a:fillRect/>
          </a:stretch>
        </p:blipFill>
        <p:spPr>
          <a:xfrm>
            <a:off x="615638" y="1954600"/>
            <a:ext cx="764411" cy="764411"/>
          </a:xfrm>
          <a:prstGeom prst="rect">
            <a:avLst/>
          </a:prstGeom>
        </p:spPr>
      </p:pic>
      <p:sp>
        <p:nvSpPr>
          <p:cNvPr id="13" name="Text Placeholder 12"/>
          <p:cNvSpPr>
            <a:spLocks noGrp="1"/>
          </p:cNvSpPr>
          <p:nvPr>
            <p:ph type="body" idx="21" sz="quarter"/>
          </p:nvPr>
        </p:nvSpPr>
        <p:spPr/>
        <p:txBody>
          <a:bodyPr/>
          <a:lstStyle/>
          <a:p>
            <a:r>
              <a:t>Heatmaps use color intensity to represent value, useful for geographic distributions or identifying clusters within big datasets. Advanced dashboards combine these charts for holistic, interactive monitoring and decision support.</a:t>
            </a:r>
          </a:p>
        </p:txBody>
      </p:sp>
      <p:sp>
        <p:nvSpPr>
          <p:cNvPr id="14" name="Text Placeholder 13"/>
          <p:cNvSpPr>
            <a:spLocks noGrp="1"/>
          </p:cNvSpPr>
          <p:nvPr>
            <p:ph type="body" idx="22" sz="quarter"/>
          </p:nvPr>
        </p:nvSpPr>
        <p:spPr/>
        <p:txBody>
          <a:bodyPr/>
          <a:lstStyle/>
          <a:p>
            <a:r>
              <a:t>Heatmaps</a:t>
            </a:r>
          </a:p>
        </p:txBody>
      </p:sp>
      <p:sp>
        <p:nvSpPr>
          <p:cNvPr id="16" name="Text Placeholder 15"/>
          <p:cNvSpPr>
            <a:spLocks noGrp="1"/>
          </p:cNvSpPr>
          <p:nvPr>
            <p:ph type="body" idx="36" sz="quarter"/>
          </p:nvPr>
        </p:nvSpPr>
        <p:spPr/>
        <p:txBody>
          <a:bodyPr/>
          <a:lstStyle/>
          <a:p>
            <a:r>
              <a:t>Choosing Visualization Types for Data</a:t>
            </a:r>
          </a:p>
        </p:txBody>
      </p:sp>
      <p:sp>
        <p:nvSpPr>
          <p:cNvPr id="17" name="Text Placeholder 16"/>
          <p:cNvSpPr>
            <a:spLocks noGrp="1"/>
          </p:cNvSpPr>
          <p:nvPr>
            <p:ph type="body" idx="10" sz="quarter"/>
          </p:nvPr>
        </p:nvSpPr>
        <p:spPr/>
        <p:txBody>
          <a:bodyPr/>
          <a:lstStyle/>
          <a:p>
            <a:r>
              <a:t>Chart Selection &amp; Usage</a:t>
            </a:r>
          </a:p>
        </p:txBody>
      </p:sp>
      <p:sp>
        <p:nvSpPr>
          <p:cNvPr id="18" name="Text Placeholder 17"/>
          <p:cNvSpPr>
            <a:spLocks noGrp="1"/>
          </p:cNvSpPr>
          <p:nvPr>
            <p:ph type="body" idx="37" sz="quarter"/>
          </p:nvPr>
        </p:nvSpPr>
        <p:spPr/>
        <p:txBody>
          <a:bodyPr/>
          <a:lstStyle/>
          <a:p>
            <a:r>
              <a:t>AI Generated Draft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three_columns_slide">
    <p:spTree>
      <p:nvGrpSpPr>
        <p:cNvPr id="1" name=""/>
        <p:cNvGrpSpPr/>
        <p:nvPr/>
      </p:nvGrpSpPr>
      <p:grpSpPr/>
      <p:sp>
        <p:nvSpPr>
          <p:cNvPr id="2" name="Text Placeholder 1"/>
          <p:cNvSpPr>
            <a:spLocks noGrp="1"/>
          </p:cNvSpPr>
          <p:nvPr>
            <p:ph type="body" idx="27" sz="quarter"/>
          </p:nvPr>
        </p:nvSpPr>
        <p:spPr/>
        <p:txBody>
          <a:bodyPr/>
          <a:lstStyle/>
          <a:p>
            <a:r>
              <a:t>Visualizations must be tailored to the dataset and purpose—combining multiple chart types in dashboards optimizes clarity and decision-making.</a:t>
            </a:r>
          </a:p>
        </p:txBody>
      </p:sp>
      <p:pic>
        <p:nvPicPr>
          <p:cNvPr id="16" name="Picture 15" descr="image.wmf"/>
          <p:cNvPicPr>
            <a:picLocks noChangeAspect="1"/>
          </p:cNvPicPr>
          <p:nvPr/>
        </p:nvPicPr>
        <p:blipFill>
          <a:blip r:embed="rId2"/>
          <a:stretch>
            <a:fillRect/>
          </a:stretch>
        </p:blipFill>
        <p:spPr>
          <a:xfrm>
            <a:off x="8416136" y="1969396"/>
            <a:ext cx="836195" cy="836195"/>
          </a:xfrm>
          <a:prstGeom prst="rect">
            <a:avLst/>
          </a:prstGeom>
        </p:spPr>
      </p:pic>
      <p:sp>
        <p:nvSpPr>
          <p:cNvPr id="4" name="Text Placeholder 3"/>
          <p:cNvSpPr>
            <a:spLocks noGrp="1"/>
          </p:cNvSpPr>
          <p:nvPr>
            <p:ph type="body" idx="25" sz="quarter"/>
          </p:nvPr>
        </p:nvSpPr>
        <p:spPr/>
        <p:txBody>
          <a:bodyPr/>
          <a:lstStyle/>
          <a:p>
            <a:r>
              <a:t>Dashboards integrate tables, visual graphics, and KPIs into a cohesive, interactive platform. They support ongoing business monitoring, making trends, comparisons, and performance metrics visible at a glance for informed actions.</a:t>
            </a:r>
          </a:p>
        </p:txBody>
      </p:sp>
      <p:sp>
        <p:nvSpPr>
          <p:cNvPr id="5" name="Text Placeholder 4"/>
          <p:cNvSpPr>
            <a:spLocks noGrp="1"/>
          </p:cNvSpPr>
          <p:nvPr>
            <p:ph type="body" idx="26" sz="quarter"/>
          </p:nvPr>
        </p:nvSpPr>
        <p:spPr/>
        <p:txBody>
          <a:bodyPr/>
          <a:lstStyle/>
          <a:p>
            <a:r>
              <a:t>Dashboards</a:t>
            </a:r>
          </a:p>
        </p:txBody>
      </p:sp>
      <p:pic>
        <p:nvPicPr>
          <p:cNvPr id="17" name="Picture 16" descr="image.wmf"/>
          <p:cNvPicPr>
            <a:picLocks noChangeAspect="1"/>
          </p:cNvPicPr>
          <p:nvPr/>
        </p:nvPicPr>
        <p:blipFill>
          <a:blip r:embed="rId3"/>
          <a:stretch>
            <a:fillRect/>
          </a:stretch>
        </p:blipFill>
        <p:spPr>
          <a:xfrm>
            <a:off x="4502627" y="1969396"/>
            <a:ext cx="836195" cy="836195"/>
          </a:xfrm>
          <a:prstGeom prst="rect">
            <a:avLst/>
          </a:prstGeom>
        </p:spPr>
      </p:pic>
      <p:sp>
        <p:nvSpPr>
          <p:cNvPr id="7" name="Text Placeholder 6"/>
          <p:cNvSpPr>
            <a:spLocks noGrp="1"/>
          </p:cNvSpPr>
          <p:nvPr>
            <p:ph type="body" idx="23" sz="quarter"/>
          </p:nvPr>
        </p:nvSpPr>
        <p:spPr/>
        <p:txBody>
          <a:bodyPr/>
          <a:lstStyle/>
          <a:p>
            <a:r>
              <a:t>Maps visualize data distribution across territories, essential for spotting geographic trends in marketing, public health, or resource allocation. They support regional analysis and spatial comparisons in real time or historical contexts.</a:t>
            </a:r>
          </a:p>
        </p:txBody>
      </p:sp>
      <p:sp>
        <p:nvSpPr>
          <p:cNvPr id="8" name="Text Placeholder 7"/>
          <p:cNvSpPr>
            <a:spLocks noGrp="1"/>
          </p:cNvSpPr>
          <p:nvPr>
            <p:ph type="body" idx="24" sz="quarter"/>
          </p:nvPr>
        </p:nvSpPr>
        <p:spPr/>
        <p:txBody>
          <a:bodyPr/>
          <a:lstStyle/>
          <a:p>
            <a:r>
              <a:t>Maps</a:t>
            </a:r>
          </a:p>
        </p:txBody>
      </p:sp>
      <p:pic>
        <p:nvPicPr>
          <p:cNvPr id="18" name="Picture 17" descr="image.wmf"/>
          <p:cNvPicPr>
            <a:picLocks noChangeAspect="1"/>
          </p:cNvPicPr>
          <p:nvPr/>
        </p:nvPicPr>
        <p:blipFill>
          <a:blip r:embed="rId4"/>
          <a:stretch>
            <a:fillRect/>
          </a:stretch>
        </p:blipFill>
        <p:spPr>
          <a:xfrm>
            <a:off x="589119" y="1971162"/>
            <a:ext cx="836195" cy="836195"/>
          </a:xfrm>
          <a:prstGeom prst="rect">
            <a:avLst/>
          </a:prstGeom>
        </p:spPr>
      </p:pic>
      <p:sp>
        <p:nvSpPr>
          <p:cNvPr id="10" name="Text Placeholder 9"/>
          <p:cNvSpPr>
            <a:spLocks noGrp="1"/>
          </p:cNvSpPr>
          <p:nvPr>
            <p:ph type="body" idx="21" sz="quarter"/>
          </p:nvPr>
        </p:nvSpPr>
        <p:spPr/>
        <p:txBody>
          <a:bodyPr/>
          <a:lstStyle/>
          <a:p>
            <a:r>
              <a:t>Pie charts are best for showing proportions of the whole. However, they become hard to read with many sections; use them only when categories are few and differences are clear, such as budget allocation or survey results.</a:t>
            </a:r>
          </a:p>
        </p:txBody>
      </p:sp>
      <p:sp>
        <p:nvSpPr>
          <p:cNvPr id="11" name="Text Placeholder 10"/>
          <p:cNvSpPr>
            <a:spLocks noGrp="1"/>
          </p:cNvSpPr>
          <p:nvPr>
            <p:ph type="body" idx="22" sz="quarter"/>
          </p:nvPr>
        </p:nvSpPr>
        <p:spPr/>
        <p:txBody>
          <a:bodyPr/>
          <a:lstStyle/>
          <a:p>
            <a:r>
              <a:t>Pie Charts</a:t>
            </a:r>
          </a:p>
        </p:txBody>
      </p:sp>
      <p:sp>
        <p:nvSpPr>
          <p:cNvPr id="12" name="Text Placeholder 11"/>
          <p:cNvSpPr>
            <a:spLocks noGrp="1"/>
          </p:cNvSpPr>
          <p:nvPr>
            <p:ph type="body" idx="30" sz="quarter"/>
          </p:nvPr>
        </p:nvSpPr>
        <p:spPr/>
        <p:txBody>
          <a:bodyPr/>
          <a:lstStyle/>
          <a:p>
            <a:r>
              <a:t>Core Visualization Platforms &amp; Tools</a:t>
            </a:r>
          </a:p>
        </p:txBody>
      </p:sp>
      <p:sp>
        <p:nvSpPr>
          <p:cNvPr id="13" name="Text Placeholder 12"/>
          <p:cNvSpPr>
            <a:spLocks noGrp="1"/>
          </p:cNvSpPr>
          <p:nvPr>
            <p:ph type="body" idx="10" sz="quarter"/>
          </p:nvPr>
        </p:nvSpPr>
        <p:spPr/>
        <p:txBody>
          <a:bodyPr/>
          <a:lstStyle/>
          <a:p>
            <a:r>
              <a:t>Advanced Visualization Methods</a:t>
            </a:r>
          </a:p>
        </p:txBody>
      </p:sp>
      <p:sp>
        <p:nvSpPr>
          <p:cNvPr id="15" name="Text Placeholder 14"/>
          <p:cNvSpPr>
            <a:spLocks noGrp="1"/>
          </p:cNvSpPr>
          <p:nvPr>
            <p:ph type="body" idx="31" sz="quarter"/>
          </p:nvPr>
        </p:nvSpPr>
        <p:spPr/>
        <p:txBody>
          <a:bodyPr/>
          <a:lstStyle/>
          <a:p>
            <a:r>
              <a:t>AI Generated Draft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section_divider_slide">
    <p:spTree>
      <p:nvGrpSpPr>
        <p:cNvPr id="1" name=""/>
        <p:cNvGrpSpPr/>
        <p:nvPr/>
      </p:nvGrpSpPr>
      <p:grpSpPr/>
      <p:sp>
        <p:nvSpPr>
          <p:cNvPr id="2" name="Title 1"/>
          <p:cNvSpPr>
            <a:spLocks noGrp="1"/>
          </p:cNvSpPr>
          <p:nvPr>
            <p:ph type="title"/>
          </p:nvPr>
        </p:nvSpPr>
        <p:spPr/>
        <p:txBody>
          <a:bodyPr/>
          <a:lstStyle/>
          <a:p>
            <a:r>
              <a:t>4. Real-World Applications</a:t>
            </a:r>
          </a:p>
        </p:txBody>
      </p:sp>
      <p:sp>
        <p:nvSpPr>
          <p:cNvPr id="4" name="Text Placeholder 3"/>
          <p:cNvSpPr>
            <a:spLocks noGrp="1"/>
          </p:cNvSpPr>
          <p:nvPr>
            <p:ph type="body" idx="22" sz="quarter"/>
          </p:nvPr>
        </p:nvSpPr>
        <p:spPr/>
        <p:txBody>
          <a:bodyPr/>
          <a:lstStyle/>
          <a:p>
            <a:r>
              <a:t>AI Generated Draft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three_cause_effect_slide">
    <p:spTree>
      <p:nvGrpSpPr>
        <p:cNvPr id="1" name=""/>
        <p:cNvGrpSpPr/>
        <p:nvPr/>
      </p:nvGrpSpPr>
      <p:grpSpPr/>
      <p:sp>
        <p:nvSpPr>
          <p:cNvPr id="3" name="Text Placeholder 2"/>
          <p:cNvSpPr>
            <a:spLocks noGrp="1"/>
          </p:cNvSpPr>
          <p:nvPr>
            <p:ph type="body" idx="21" sz="quarter"/>
          </p:nvPr>
        </p:nvSpPr>
        <p:spPr/>
        <p:txBody>
          <a:bodyPr/>
          <a:lstStyle/>
          <a:p>
            <a:r>
              <a:t>Business</a:t>
            </a:r>
          </a:p>
        </p:txBody>
      </p:sp>
      <p:sp>
        <p:nvSpPr>
          <p:cNvPr id="4" name="Text Placeholder 3"/>
          <p:cNvSpPr>
            <a:spLocks noGrp="1"/>
          </p:cNvSpPr>
          <p:nvPr>
            <p:ph type="body" idx="24" sz="quarter"/>
          </p:nvPr>
        </p:nvSpPr>
        <p:spPr/>
        <p:txBody>
          <a:bodyPr/>
          <a:lstStyle/>
          <a:p>
            <a:r>
              <a:t>Visualize sales performance with dashboards</a:t>
            </a:r>
          </a:p>
          <a:p>
            <a:r>
              <a:t>Track customer engagement and retention</a:t>
            </a:r>
          </a:p>
          <a:p>
            <a:r>
              <a:t>Assess marketing ROI using comparative charts</a:t>
            </a:r>
          </a:p>
        </p:txBody>
      </p:sp>
      <p:sp>
        <p:nvSpPr>
          <p:cNvPr id="5" name="Text Placeholder 4"/>
          <p:cNvSpPr>
            <a:spLocks noGrp="1"/>
          </p:cNvSpPr>
          <p:nvPr>
            <p:ph type="body" idx="22" sz="quarter"/>
          </p:nvPr>
        </p:nvSpPr>
        <p:spPr/>
        <p:txBody>
          <a:bodyPr/>
          <a:lstStyle/>
          <a:p>
            <a:r>
              <a:t>Science</a:t>
            </a:r>
          </a:p>
        </p:txBody>
      </p:sp>
      <p:sp>
        <p:nvSpPr>
          <p:cNvPr id="6" name="Text Placeholder 5"/>
          <p:cNvSpPr>
            <a:spLocks noGrp="1"/>
          </p:cNvSpPr>
          <p:nvPr>
            <p:ph type="body" idx="25" sz="quarter"/>
          </p:nvPr>
        </p:nvSpPr>
        <p:spPr/>
        <p:txBody>
          <a:bodyPr/>
          <a:lstStyle/>
          <a:p>
            <a:r>
              <a:t>Monitor disease outbreaks in healthcare</a:t>
            </a:r>
          </a:p>
          <a:p>
            <a:r>
              <a:t>Analyze stock market trends in finance</a:t>
            </a:r>
          </a:p>
          <a:p>
            <a:r>
              <a:t>Conduct climate change studies</a:t>
            </a:r>
          </a:p>
        </p:txBody>
      </p:sp>
      <p:sp>
        <p:nvSpPr>
          <p:cNvPr id="7" name="Text Placeholder 6"/>
          <p:cNvSpPr>
            <a:spLocks noGrp="1"/>
          </p:cNvSpPr>
          <p:nvPr>
            <p:ph type="body" idx="23" sz="quarter"/>
          </p:nvPr>
        </p:nvSpPr>
        <p:spPr/>
        <p:txBody>
          <a:bodyPr/>
          <a:lstStyle/>
          <a:p>
            <a:r>
              <a:t>Journalism</a:t>
            </a:r>
          </a:p>
        </p:txBody>
      </p:sp>
      <p:sp>
        <p:nvSpPr>
          <p:cNvPr id="8" name="Text Placeholder 7"/>
          <p:cNvSpPr>
            <a:spLocks noGrp="1"/>
          </p:cNvSpPr>
          <p:nvPr>
            <p:ph type="body" idx="26" sz="quarter"/>
          </p:nvPr>
        </p:nvSpPr>
        <p:spPr/>
        <p:txBody>
          <a:bodyPr/>
          <a:lstStyle/>
          <a:p>
            <a:r>
              <a:t>Communicate complex data to the public</a:t>
            </a:r>
          </a:p>
          <a:p>
            <a:r>
              <a:t>Present policy impacts accessibly</a:t>
            </a:r>
          </a:p>
          <a:p>
            <a:r>
              <a:t>Highlight trends through infographics</a:t>
            </a:r>
          </a:p>
        </p:txBody>
      </p:sp>
      <p:sp>
        <p:nvSpPr>
          <p:cNvPr id="9" name="Text Placeholder 8"/>
          <p:cNvSpPr>
            <a:spLocks noGrp="1"/>
          </p:cNvSpPr>
          <p:nvPr>
            <p:ph type="body" idx="30" sz="quarter"/>
          </p:nvPr>
        </p:nvSpPr>
        <p:spPr/>
        <p:txBody>
          <a:bodyPr/>
          <a:lstStyle/>
          <a:p>
            <a:r>
              <a:t>Visualizations uncover hidden insights, making data actionable for business leaders, researchers, and journalists across sectors.</a:t>
            </a:r>
          </a:p>
        </p:txBody>
      </p:sp>
      <p:sp>
        <p:nvSpPr>
          <p:cNvPr id="10" name="Text Placeholder 9"/>
          <p:cNvSpPr>
            <a:spLocks noGrp="1"/>
          </p:cNvSpPr>
          <p:nvPr>
            <p:ph type="body" idx="10" sz="quarter"/>
          </p:nvPr>
        </p:nvSpPr>
        <p:spPr/>
        <p:txBody>
          <a:bodyPr/>
          <a:lstStyle/>
          <a:p>
            <a:r>
              <a:t>Visualization in Practice</a:t>
            </a:r>
          </a:p>
        </p:txBody>
      </p:sp>
      <p:sp>
        <p:nvSpPr>
          <p:cNvPr id="11" name="Text Placeholder 10"/>
          <p:cNvSpPr>
            <a:spLocks noGrp="1"/>
          </p:cNvSpPr>
          <p:nvPr>
            <p:ph type="body" idx="31" sz="quarter"/>
          </p:nvPr>
        </p:nvSpPr>
        <p:spPr/>
        <p:txBody>
          <a:bodyPr/>
          <a:lstStyle/>
          <a:p>
            <a:r>
              <a:t>AI Generated Draft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three_venn_diagram_slide">
    <p:spTree>
      <p:nvGrpSpPr>
        <p:cNvPr id="1" name=""/>
        <p:cNvGrpSpPr/>
        <p:nvPr/>
      </p:nvGrpSpPr>
      <p:grpSpPr/>
      <p:sp>
        <p:nvSpPr>
          <p:cNvPr id="2" name="Text Placeholder 1"/>
          <p:cNvSpPr>
            <a:spLocks noGrp="1"/>
          </p:cNvSpPr>
          <p:nvPr>
            <p:ph type="body" idx="38" sz="quarter"/>
          </p:nvPr>
        </p:nvSpPr>
        <p:spPr/>
        <p:txBody>
          <a:bodyPr/>
          <a:lstStyle/>
          <a:p>
            <a:r>
              <a:t>Integrates live analytics in dashboards</a:t>
            </a:r>
          </a:p>
          <a:p>
            <a:r>
              <a:t>Supports exploration of big data</a:t>
            </a:r>
          </a:p>
        </p:txBody>
      </p:sp>
      <p:sp>
        <p:nvSpPr>
          <p:cNvPr id="3" name="Text Placeholder 2"/>
          <p:cNvSpPr>
            <a:spLocks noGrp="1"/>
          </p:cNvSpPr>
          <p:nvPr>
            <p:ph type="body" idx="37" sz="quarter"/>
          </p:nvPr>
        </p:nvSpPr>
        <p:spPr/>
        <p:txBody>
          <a:bodyPr/>
          <a:lstStyle/>
          <a:p>
            <a:r>
              <a:t>How does business utilize?</a:t>
            </a:r>
          </a:p>
        </p:txBody>
      </p:sp>
      <p:sp>
        <p:nvSpPr>
          <p:cNvPr id="4" name="Text Placeholder 3"/>
          <p:cNvSpPr>
            <a:spLocks noGrp="1"/>
          </p:cNvSpPr>
          <p:nvPr>
            <p:ph type="body" idx="31" sz="quarter"/>
          </p:nvPr>
        </p:nvSpPr>
        <p:spPr/>
        <p:txBody>
          <a:bodyPr/>
          <a:lstStyle/>
          <a:p>
            <a:r>
              <a:t>Business</a:t>
            </a:r>
          </a:p>
        </p:txBody>
      </p:sp>
      <p:sp>
        <p:nvSpPr>
          <p:cNvPr id="5" name="Text Placeholder 4"/>
          <p:cNvSpPr>
            <a:spLocks noGrp="1"/>
          </p:cNvSpPr>
          <p:nvPr>
            <p:ph type="body" idx="40" sz="quarter"/>
          </p:nvPr>
        </p:nvSpPr>
        <p:spPr/>
        <p:txBody>
          <a:bodyPr/>
          <a:lstStyle/>
          <a:p>
            <a:r>
              <a:t>Enhances credibility in scientific research</a:t>
            </a:r>
          </a:p>
          <a:p>
            <a:r>
              <a:t>Enables effective communication of results</a:t>
            </a:r>
          </a:p>
        </p:txBody>
      </p:sp>
      <p:sp>
        <p:nvSpPr>
          <p:cNvPr id="6" name="Text Placeholder 5"/>
          <p:cNvSpPr>
            <a:spLocks noGrp="1"/>
          </p:cNvSpPr>
          <p:nvPr>
            <p:ph type="body" idx="35" sz="quarter"/>
          </p:nvPr>
        </p:nvSpPr>
        <p:spPr/>
        <p:txBody>
          <a:bodyPr/>
          <a:lstStyle/>
          <a:p>
            <a:r>
              <a:t>What is the role in science?</a:t>
            </a:r>
          </a:p>
        </p:txBody>
      </p:sp>
      <p:sp>
        <p:nvSpPr>
          <p:cNvPr id="7" name="Text Placeholder 6"/>
          <p:cNvSpPr>
            <a:spLocks noGrp="1"/>
          </p:cNvSpPr>
          <p:nvPr>
            <p:ph type="body" idx="32" sz="quarter"/>
          </p:nvPr>
        </p:nvSpPr>
        <p:spPr/>
        <p:txBody>
          <a:bodyPr/>
          <a:lstStyle/>
          <a:p>
            <a:r>
              <a:t>Science</a:t>
            </a:r>
          </a:p>
        </p:txBody>
      </p:sp>
      <p:sp>
        <p:nvSpPr>
          <p:cNvPr id="8" name="Text Placeholder 7"/>
          <p:cNvSpPr>
            <a:spLocks noGrp="1"/>
          </p:cNvSpPr>
          <p:nvPr>
            <p:ph type="body" idx="41" sz="quarter"/>
          </p:nvPr>
        </p:nvSpPr>
        <p:spPr/>
        <p:txBody>
          <a:bodyPr/>
          <a:lstStyle/>
          <a:p>
            <a:r>
              <a:t>Makes complex data accessible</a:t>
            </a:r>
          </a:p>
          <a:p>
            <a:r>
              <a:t>Drives impactful storytelling</a:t>
            </a:r>
          </a:p>
        </p:txBody>
      </p:sp>
      <p:sp>
        <p:nvSpPr>
          <p:cNvPr id="9" name="Text Placeholder 8"/>
          <p:cNvSpPr>
            <a:spLocks noGrp="1"/>
          </p:cNvSpPr>
          <p:nvPr>
            <p:ph type="body" idx="24" sz="quarter"/>
          </p:nvPr>
        </p:nvSpPr>
        <p:spPr/>
        <p:txBody>
          <a:bodyPr/>
          <a:lstStyle/>
          <a:p>
            <a:r>
              <a:t>How does journalism inform?</a:t>
            </a:r>
          </a:p>
        </p:txBody>
      </p:sp>
      <p:sp>
        <p:nvSpPr>
          <p:cNvPr id="10" name="Text Placeholder 9"/>
          <p:cNvSpPr>
            <a:spLocks noGrp="1"/>
          </p:cNvSpPr>
          <p:nvPr>
            <p:ph type="body" idx="33" sz="quarter"/>
          </p:nvPr>
        </p:nvSpPr>
        <p:spPr/>
        <p:txBody>
          <a:bodyPr/>
          <a:lstStyle/>
          <a:p>
            <a:r>
              <a:t>Journalism</a:t>
            </a:r>
          </a:p>
        </p:txBody>
      </p:sp>
      <p:sp>
        <p:nvSpPr>
          <p:cNvPr id="11" name="Text Placeholder 10"/>
          <p:cNvSpPr>
            <a:spLocks noGrp="1"/>
          </p:cNvSpPr>
          <p:nvPr>
            <p:ph type="body" idx="26" sz="quarter"/>
          </p:nvPr>
        </p:nvSpPr>
        <p:spPr/>
        <p:txBody>
          <a:bodyPr/>
          <a:lstStyle/>
          <a:p>
            <a:r>
              <a:t>Across industries, visualizations turn raw numbers into stories, helping users discover patterns and communicate insights clearly to decision-makers or the public. They bridge knowledge gaps and foster engagement with both technical and non-technical audiences. Effective visualizations catalyze real-world action.</a:t>
            </a:r>
          </a:p>
        </p:txBody>
      </p:sp>
      <p:sp>
        <p:nvSpPr>
          <p:cNvPr id="13" name="Text Placeholder 12"/>
          <p:cNvSpPr>
            <a:spLocks noGrp="1"/>
          </p:cNvSpPr>
          <p:nvPr>
            <p:ph type="body" idx="30" sz="quarter"/>
          </p:nvPr>
        </p:nvSpPr>
        <p:spPr/>
        <p:txBody>
          <a:bodyPr/>
          <a:lstStyle/>
          <a:p>
            <a:r>
              <a:t>Leveraging Data Visualization</a:t>
            </a:r>
          </a:p>
        </p:txBody>
      </p:sp>
      <p:sp>
        <p:nvSpPr>
          <p:cNvPr id="14" name="Text Placeholder 13"/>
          <p:cNvSpPr>
            <a:spLocks noGrp="1"/>
          </p:cNvSpPr>
          <p:nvPr>
            <p:ph type="body" idx="10" sz="quarter"/>
          </p:nvPr>
        </p:nvSpPr>
        <p:spPr/>
        <p:txBody>
          <a:bodyPr/>
          <a:lstStyle/>
          <a:p>
            <a:r>
              <a:t>Cross-Sector Use Cases</a:t>
            </a:r>
          </a:p>
        </p:txBody>
      </p:sp>
      <p:sp>
        <p:nvSpPr>
          <p:cNvPr id="15" name="Text Placeholder 14"/>
          <p:cNvSpPr>
            <a:spLocks noGrp="1"/>
          </p:cNvSpPr>
          <p:nvPr>
            <p:ph type="body" idx="22" sz="quarter"/>
          </p:nvPr>
        </p:nvSpPr>
        <p:spPr/>
        <p:txBody>
          <a:bodyPr/>
          <a:lstStyle/>
          <a:p>
            <a:r>
              <a:t>AI Generated Draft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section_divider_slide">
    <p:spTree>
      <p:nvGrpSpPr>
        <p:cNvPr id="1" name=""/>
        <p:cNvGrpSpPr/>
        <p:nvPr/>
      </p:nvGrpSpPr>
      <p:grpSpPr/>
      <p:sp>
        <p:nvSpPr>
          <p:cNvPr id="2" name="Title 1"/>
          <p:cNvSpPr>
            <a:spLocks noGrp="1"/>
          </p:cNvSpPr>
          <p:nvPr>
            <p:ph type="title"/>
          </p:nvPr>
        </p:nvSpPr>
        <p:spPr/>
        <p:txBody>
          <a:bodyPr/>
          <a:lstStyle/>
          <a:p>
            <a:r>
              <a:t>5. business improvement and implementation</a:t>
            </a:r>
          </a:p>
        </p:txBody>
      </p:sp>
      <p:sp>
        <p:nvSpPr>
          <p:cNvPr id="4" name="Text Placeholder 3"/>
          <p:cNvSpPr>
            <a:spLocks noGrp="1"/>
          </p:cNvSpPr>
          <p:nvPr>
            <p:ph type="body" idx="22" sz="quarter"/>
          </p:nvPr>
        </p:nvSpPr>
        <p:spPr/>
        <p:txBody>
          <a:bodyPr/>
          <a:lstStyle/>
          <a:p>
            <a:r>
              <a:t>AI Generated Draft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swot_analysis_slide">
    <p:spTree>
      <p:nvGrpSpPr>
        <p:cNvPr id="1" name=""/>
        <p:cNvGrpSpPr/>
        <p:nvPr/>
      </p:nvGrpSpPr>
      <p:grpSpPr/>
      <p:sp>
        <p:nvSpPr>
          <p:cNvPr id="2" name="Text Placeholder 1"/>
          <p:cNvSpPr>
            <a:spLocks noGrp="1"/>
          </p:cNvSpPr>
          <p:nvPr>
            <p:ph type="body" idx="24" sz="quarter"/>
          </p:nvPr>
        </p:nvSpPr>
        <p:spPr/>
        <p:txBody>
          <a:bodyPr/>
          <a:lstStyle/>
          <a:p>
            <a:r>
              <a:t>Data quality can limit insight value.</a:t>
            </a:r>
          </a:p>
          <a:p>
            <a:r>
              <a:t>Visuals sometimes lack accessibility for all users.</a:t>
            </a:r>
          </a:p>
        </p:txBody>
      </p:sp>
      <p:sp>
        <p:nvSpPr>
          <p:cNvPr id="3" name="Text Placeholder 2"/>
          <p:cNvSpPr>
            <a:spLocks noGrp="1"/>
          </p:cNvSpPr>
          <p:nvPr>
            <p:ph type="body" idx="26" sz="quarter"/>
          </p:nvPr>
        </p:nvSpPr>
        <p:spPr/>
        <p:txBody>
          <a:bodyPr/>
          <a:lstStyle/>
          <a:p>
            <a:r>
              <a:t>Growing demand for ethical, transparent data storytelling.</a:t>
            </a:r>
          </a:p>
          <a:p>
            <a:r>
              <a:t>Advances in AI improve visual analytics capability.</a:t>
            </a:r>
          </a:p>
        </p:txBody>
      </p:sp>
      <p:sp>
        <p:nvSpPr>
          <p:cNvPr id="4" name="Text Placeholder 3"/>
          <p:cNvSpPr>
            <a:spLocks noGrp="1"/>
          </p:cNvSpPr>
          <p:nvPr>
            <p:ph type="body" idx="28" sz="quarter"/>
          </p:nvPr>
        </p:nvSpPr>
        <p:spPr/>
        <p:txBody>
          <a:bodyPr/>
          <a:lstStyle/>
          <a:p>
            <a:r>
              <a:t>Misleading visuals risk misinterpretation.</a:t>
            </a:r>
          </a:p>
          <a:p>
            <a:r>
              <a:t>Bias or poor labeling may distort findings.</a:t>
            </a:r>
          </a:p>
        </p:txBody>
      </p:sp>
      <p:sp>
        <p:nvSpPr>
          <p:cNvPr id="5" name="Text Placeholder 4"/>
          <p:cNvSpPr>
            <a:spLocks noGrp="1"/>
          </p:cNvSpPr>
          <p:nvPr>
            <p:ph type="body" idx="22" sz="quarter"/>
          </p:nvPr>
        </p:nvSpPr>
        <p:spPr/>
        <p:txBody>
          <a:bodyPr/>
          <a:lstStyle/>
          <a:p>
            <a:r>
              <a:t>Visual evidence speeds up decision-making processes.</a:t>
            </a:r>
          </a:p>
          <a:p>
            <a:r>
              <a:t>Accessible dashboards keep teams aligned in real time.</a:t>
            </a:r>
          </a:p>
        </p:txBody>
      </p:sp>
      <p:sp>
        <p:nvSpPr>
          <p:cNvPr id="7" name="Text Placeholder 6"/>
          <p:cNvSpPr>
            <a:spLocks noGrp="1"/>
          </p:cNvSpPr>
          <p:nvPr>
            <p:ph type="body" idx="30" sz="quarter"/>
          </p:nvPr>
        </p:nvSpPr>
        <p:spPr/>
        <p:txBody>
          <a:bodyPr/>
          <a:lstStyle/>
          <a:p>
            <a:r>
              <a:t>A clear-eyed view of visualization strengths and risks supports responsible, impactful business adoption.</a:t>
            </a:r>
          </a:p>
        </p:txBody>
      </p:sp>
      <p:sp>
        <p:nvSpPr>
          <p:cNvPr id="8" name="Text Placeholder 7"/>
          <p:cNvSpPr>
            <a:spLocks noGrp="1"/>
          </p:cNvSpPr>
          <p:nvPr>
            <p:ph type="body" idx="10" sz="quarter"/>
          </p:nvPr>
        </p:nvSpPr>
        <p:spPr/>
        <p:txBody>
          <a:bodyPr/>
          <a:lstStyle/>
          <a:p>
            <a:r>
              <a:t>SWOT Analysis of Visualization</a:t>
            </a:r>
          </a:p>
        </p:txBody>
      </p:sp>
      <p:sp>
        <p:nvSpPr>
          <p:cNvPr id="9" name="Text Placeholder 8"/>
          <p:cNvSpPr>
            <a:spLocks noGrp="1"/>
          </p:cNvSpPr>
          <p:nvPr>
            <p:ph type="body" idx="31" sz="quarter"/>
          </p:nvPr>
        </p:nvSpPr>
        <p:spPr/>
        <p:txBody>
          <a:bodyPr/>
          <a:lstStyle/>
          <a:p>
            <a:r>
              <a:t>AI Generated Draft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name="transition_slide">
    <p:spTree>
      <p:nvGrpSpPr>
        <p:cNvPr id="1" name=""/>
        <p:cNvGrpSpPr/>
        <p:nvPr/>
      </p:nvGrpSpPr>
      <p:grpSpPr/>
      <p:sp>
        <p:nvSpPr>
          <p:cNvPr id="3" name="Text Placeholder 2"/>
          <p:cNvSpPr>
            <a:spLocks noGrp="1"/>
          </p:cNvSpPr>
          <p:nvPr>
            <p:ph type="body" idx="21" sz="quarter"/>
          </p:nvPr>
        </p:nvSpPr>
        <p:spPr/>
        <p:txBody>
          <a:bodyPr/>
          <a:lstStyle/>
          <a:p>
            <a:r>
              <a:t>Challenges</a:t>
            </a:r>
          </a:p>
        </p:txBody>
      </p:sp>
      <p:sp>
        <p:nvSpPr>
          <p:cNvPr id="4" name="Text Placeholder 3"/>
          <p:cNvSpPr>
            <a:spLocks noGrp="1"/>
          </p:cNvSpPr>
          <p:nvPr>
            <p:ph type="body" idx="22" sz="quarter"/>
          </p:nvPr>
        </p:nvSpPr>
        <p:spPr/>
        <p:txBody>
          <a:bodyPr/>
          <a:lstStyle/>
          <a:p>
            <a:r>
              <a:t>Inconsistent data leads to misleading trends.</a:t>
            </a:r>
          </a:p>
          <a:p>
            <a:r>
              <a:t>Complex visuals confuse non-technical users.</a:t>
            </a:r>
          </a:p>
          <a:p>
            <a:r>
              <a:t>Accessibility gaps hinder inclusivity.</a:t>
            </a:r>
          </a:p>
          <a:p>
            <a:r>
              <a:t>Ethical issues risk distorting reality.</a:t>
            </a:r>
          </a:p>
        </p:txBody>
      </p:sp>
      <p:sp>
        <p:nvSpPr>
          <p:cNvPr id="5" name="Text Placeholder 4"/>
          <p:cNvSpPr>
            <a:spLocks noGrp="1"/>
          </p:cNvSpPr>
          <p:nvPr>
            <p:ph type="body" idx="23" sz="quarter"/>
          </p:nvPr>
        </p:nvSpPr>
        <p:spPr/>
        <p:txBody>
          <a:bodyPr/>
          <a:lstStyle/>
          <a:p>
            <a:r>
              <a:t>Best Practices</a:t>
            </a:r>
          </a:p>
        </p:txBody>
      </p:sp>
      <p:sp>
        <p:nvSpPr>
          <p:cNvPr id="6" name="Text Placeholder 5"/>
          <p:cNvSpPr>
            <a:spLocks noGrp="1"/>
          </p:cNvSpPr>
          <p:nvPr>
            <p:ph type="body" idx="35" sz="quarter"/>
          </p:nvPr>
        </p:nvSpPr>
        <p:spPr/>
        <p:txBody>
          <a:bodyPr/>
          <a:lstStyle/>
          <a:p>
            <a:r>
              <a:t>Use clear labels and concise legends.</a:t>
            </a:r>
          </a:p>
          <a:p>
            <a:r>
              <a:t>Present uncertainty transparently.</a:t>
            </a:r>
          </a:p>
          <a:p>
            <a:r>
              <a:t>Ensure accessibility for all audiences.</a:t>
            </a:r>
          </a:p>
          <a:p>
            <a:r>
              <a:t>Select visual scales responsibly.</a:t>
            </a:r>
          </a:p>
        </p:txBody>
      </p:sp>
      <p:sp>
        <p:nvSpPr>
          <p:cNvPr id="7" name="Text Placeholder 6"/>
          <p:cNvSpPr>
            <a:spLocks noGrp="1"/>
          </p:cNvSpPr>
          <p:nvPr>
            <p:ph type="body" idx="30" sz="quarter"/>
          </p:nvPr>
        </p:nvSpPr>
        <p:spPr/>
        <p:txBody>
          <a:bodyPr/>
          <a:lstStyle/>
          <a:p>
            <a:r>
              <a:t>Applying ethical guidelines and accessible design principles ensures visualization empowers all users without bias or confusion.</a:t>
            </a:r>
          </a:p>
        </p:txBody>
      </p:sp>
      <p:sp>
        <p:nvSpPr>
          <p:cNvPr id="8" name="Text Placeholder 7"/>
          <p:cNvSpPr>
            <a:spLocks noGrp="1"/>
          </p:cNvSpPr>
          <p:nvPr>
            <p:ph type="body" idx="10" sz="quarter"/>
          </p:nvPr>
        </p:nvSpPr>
        <p:spPr/>
        <p:txBody>
          <a:bodyPr/>
          <a:lstStyle/>
          <a:p>
            <a:r>
              <a:t>Mitigating Risks, Maximizing Value</a:t>
            </a:r>
          </a:p>
        </p:txBody>
      </p:sp>
      <p:sp>
        <p:nvSpPr>
          <p:cNvPr id="9" name="Text Placeholder 8"/>
          <p:cNvSpPr>
            <a:spLocks noGrp="1"/>
          </p:cNvSpPr>
          <p:nvPr>
            <p:ph type="body" idx="36" sz="quarter"/>
          </p:nvPr>
        </p:nvSpPr>
        <p:spPr/>
        <p:txBody>
          <a:bodyPr/>
          <a:lstStyle/>
          <a:p>
            <a:r>
              <a:t>AI Generated Draft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section_divider_slide">
    <p:spTree>
      <p:nvGrpSpPr>
        <p:cNvPr id="1" name=""/>
        <p:cNvGrpSpPr/>
        <p:nvPr/>
      </p:nvGrpSpPr>
      <p:grpSpPr/>
      <p:sp>
        <p:nvSpPr>
          <p:cNvPr id="2" name="Title 1"/>
          <p:cNvSpPr>
            <a:spLocks noGrp="1"/>
          </p:cNvSpPr>
          <p:nvPr>
            <p:ph type="title"/>
          </p:nvPr>
        </p:nvSpPr>
        <p:spPr/>
        <p:txBody>
          <a:bodyPr/>
          <a:lstStyle/>
          <a:p>
            <a:r>
              <a:t>6. consideration</a:t>
            </a:r>
          </a:p>
        </p:txBody>
      </p:sp>
      <p:sp>
        <p:nvSpPr>
          <p:cNvPr id="4" name="Text Placeholder 3"/>
          <p:cNvSpPr>
            <a:spLocks noGrp="1"/>
          </p:cNvSpPr>
          <p:nvPr>
            <p:ph type="body" idx="22" sz="quarter"/>
          </p:nvPr>
        </p:nvSpPr>
        <p:spPr/>
        <p:txBody>
          <a:bodyPr/>
          <a:lstStyle/>
          <a:p>
            <a:r>
              <a:t>AI Generated Draft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name="intro_narrative_four_slide">
    <p:spTree>
      <p:nvGrpSpPr>
        <p:cNvPr id="1" name=""/>
        <p:cNvGrpSpPr/>
        <p:nvPr/>
      </p:nvGrpSpPr>
      <p:grpSpPr/>
      <p:sp>
        <p:nvSpPr>
          <p:cNvPr id="2" name="Text Placeholder 1"/>
          <p:cNvSpPr>
            <a:spLocks noGrp="1"/>
          </p:cNvSpPr>
          <p:nvPr>
            <p:ph type="body" idx="27" sz="quarter"/>
          </p:nvPr>
        </p:nvSpPr>
        <p:spPr/>
        <p:txBody>
          <a:bodyPr/>
          <a:lstStyle/>
          <a:p>
            <a:r>
              <a:t>Always verify data quality before visualization to avoid misleading results. Tailor chart types to the data and audience; streamline complexity for clarity. Consider accessibility and ethical concerns</a:t>
            </a:r>
          </a:p>
        </p:txBody>
      </p:sp>
      <p:sp>
        <p:nvSpPr>
          <p:cNvPr id="3" name="Text Placeholder 2"/>
          <p:cNvSpPr>
            <a:spLocks noGrp="1"/>
          </p:cNvSpPr>
          <p:nvPr>
            <p:ph type="body" idx="26" sz="quarter"/>
          </p:nvPr>
        </p:nvSpPr>
        <p:spPr/>
        <p:txBody>
          <a:bodyPr/>
          <a:lstStyle/>
          <a:p>
            <a:r>
              <a:t>Data Quality First</a:t>
            </a:r>
          </a:p>
        </p:txBody>
      </p:sp>
      <p:sp>
        <p:nvSpPr>
          <p:cNvPr id="4" name="Text Placeholder 3"/>
          <p:cNvSpPr>
            <a:spLocks noGrp="1"/>
          </p:cNvSpPr>
          <p:nvPr>
            <p:ph type="body" idx="25" sz="quarter"/>
          </p:nvPr>
        </p:nvSpPr>
        <p:spPr/>
        <p:txBody>
          <a:bodyPr/>
          <a:lstStyle/>
          <a:p>
            <a:r>
              <a:t>Minimize design clutter and select colors with care for immediate, intuitive interpretation. Use legends and labels that anyone can understand and always document assumptions or uncertainty.</a:t>
            </a:r>
          </a:p>
        </p:txBody>
      </p:sp>
      <p:sp>
        <p:nvSpPr>
          <p:cNvPr id="5" name="Text Placeholder 4"/>
          <p:cNvSpPr>
            <a:spLocks noGrp="1"/>
          </p:cNvSpPr>
          <p:nvPr>
            <p:ph type="body" idx="24" sz="quarter"/>
          </p:nvPr>
        </p:nvSpPr>
        <p:spPr/>
        <p:txBody>
          <a:bodyPr/>
          <a:lstStyle/>
          <a:p>
            <a:r>
              <a:t>Clarity &amp; Simplicity</a:t>
            </a:r>
          </a:p>
        </p:txBody>
      </p:sp>
      <p:sp>
        <p:nvSpPr>
          <p:cNvPr id="6" name="Text Placeholder 5"/>
          <p:cNvSpPr>
            <a:spLocks noGrp="1"/>
          </p:cNvSpPr>
          <p:nvPr>
            <p:ph type="body" idx="23" sz="quarter"/>
          </p:nvPr>
        </p:nvSpPr>
        <p:spPr/>
        <p:txBody>
          <a:bodyPr/>
          <a:lstStyle/>
          <a:p>
            <a:r>
              <a:t>Discuss findings in context and connect visuals to actionable outcomes, enabling non-experts to understand and make informed decisions. Storytelling enhances engagement and fosters cross-team buy-in.</a:t>
            </a:r>
          </a:p>
        </p:txBody>
      </p:sp>
      <p:sp>
        <p:nvSpPr>
          <p:cNvPr id="7" name="Text Placeholder 6"/>
          <p:cNvSpPr>
            <a:spLocks noGrp="1"/>
          </p:cNvSpPr>
          <p:nvPr>
            <p:ph type="body" idx="22" sz="quarter"/>
          </p:nvPr>
        </p:nvSpPr>
        <p:spPr/>
        <p:txBody>
          <a:bodyPr/>
          <a:lstStyle/>
          <a:p>
            <a:r>
              <a:t>Context &amp; Storytelling</a:t>
            </a:r>
          </a:p>
        </p:txBody>
      </p:sp>
      <p:sp>
        <p:nvSpPr>
          <p:cNvPr id="8" name="Text Placeholder 7"/>
          <p:cNvSpPr>
            <a:spLocks noGrp="1"/>
          </p:cNvSpPr>
          <p:nvPr>
            <p:ph type="body" idx="21" sz="quarter"/>
          </p:nvPr>
        </p:nvSpPr>
        <p:spPr/>
        <p:txBody>
          <a:bodyPr/>
          <a:lstStyle/>
          <a:p>
            <a:r>
              <a:t>Test visualizations for accessibility, using screen-reader-friendly formats and color palettes that support all users. Be transparent about limitations or confidence intervals in the data.</a:t>
            </a:r>
          </a:p>
        </p:txBody>
      </p:sp>
      <p:sp>
        <p:nvSpPr>
          <p:cNvPr id="9" name="Text Placeholder 8"/>
          <p:cNvSpPr>
            <a:spLocks noGrp="1"/>
          </p:cNvSpPr>
          <p:nvPr>
            <p:ph type="body" idx="20" sz="quarter"/>
          </p:nvPr>
        </p:nvSpPr>
        <p:spPr/>
        <p:txBody>
          <a:bodyPr/>
          <a:lstStyle/>
          <a:p>
            <a:r>
              <a:t>Accessibility &amp; Transparency</a:t>
            </a:r>
          </a:p>
        </p:txBody>
      </p:sp>
      <p:sp>
        <p:nvSpPr>
          <p:cNvPr id="10" name="Text Placeholder 9"/>
          <p:cNvSpPr>
            <a:spLocks noGrp="1"/>
          </p:cNvSpPr>
          <p:nvPr>
            <p:ph type="body" idx="10" sz="quarter"/>
          </p:nvPr>
        </p:nvSpPr>
        <p:spPr/>
        <p:txBody>
          <a:bodyPr/>
          <a:lstStyle/>
          <a:p>
            <a:r>
              <a:t>Final Recommendations &amp; Takeaways</a:t>
            </a:r>
          </a:p>
        </p:txBody>
      </p:sp>
      <p:sp>
        <p:nvSpPr>
          <p:cNvPr id="12" name="Text Placeholder 11"/>
          <p:cNvSpPr>
            <a:spLocks noGrp="1"/>
          </p:cNvSpPr>
          <p:nvPr>
            <p:ph type="body" idx="28" sz="quarter"/>
          </p:nvPr>
        </p:nvSpPr>
        <p:spPr/>
        <p:txBody>
          <a:bodyPr/>
          <a:lstStyle/>
          <a:p>
            <a:r>
              <a:t>AI Generated Draft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name="references_slide">
    <p:spTree>
      <p:nvGrpSpPr>
        <p:cNvPr id="1" name=""/>
        <p:cNvGrpSpPr/>
        <p:nvPr/>
      </p:nvGrpSpPr>
      <p:grpSpPr/>
      <p:sp>
        <p:nvSpPr>
          <p:cNvPr id="3" name="Text Placeholder 2"/>
          <p:cNvSpPr>
            <a:spLocks noGrp="1"/>
          </p:cNvSpPr>
          <p:nvPr>
            <p:ph type="body" idx="21" sz="quarter"/>
          </p:nvPr>
        </p:nvSpPr>
        <p:spPr/>
        <p:txBody>
          <a:bodyPr/>
          <a:lstStyle/>
          <a:p>
            <a:r>
              <a:t>What Is Data Visualization and Why Is It Important? | Definition From TechTarget: [</a:t>
            </a:r>
            <a:r>
              <a:rPr>
                <a:hlinkClick r:id="rId2"/>
              </a:rPr>
              <a:t>Link</a:t>
            </a:r>
            <a:r>
              <a:t>]</a:t>
            </a:r>
          </a:p>
          <a:p>
            <a:r>
              <a:t>Different Types of Data Visualizations – Critical Data Literacy: [</a:t>
            </a:r>
            <a:r>
              <a:rPr>
                <a:hlinkClick r:id="rId3"/>
              </a:rPr>
              <a:t>Link</a:t>
            </a:r>
            <a:r>
              <a:t>]</a:t>
            </a:r>
          </a:p>
          <a:p>
            <a:r>
              <a:t>What Are the Ethical Considerations of Data Visualization? → Question - Climate → Sustainability Directory: [</a:t>
            </a:r>
            <a:r>
              <a:rPr>
                <a:hlinkClick r:id="rId4"/>
              </a:rPr>
              <a:t>Link</a:t>
            </a:r>
            <a:r>
              <a:t>]</a:t>
            </a:r>
          </a:p>
          <a:p>
            <a:r>
              <a:t>What Is Data Visualization? Benefits, Types &amp; Best Practices: [</a:t>
            </a:r>
            <a:r>
              <a:rPr>
                <a:hlinkClick r:id="rId5"/>
              </a:rPr>
              <a:t>Link</a:t>
            </a:r>
            <a:r>
              <a:t>]</a:t>
            </a:r>
          </a:p>
          <a:p>
            <a:r>
              <a:t>Using the Right Visualizations - The Definitive Guide to Dashboard Design - insightsoftware: [</a:t>
            </a:r>
            <a:r>
              <a:rPr>
                <a:hlinkClick r:id="rId6"/>
              </a:rPr>
              <a:t>Link</a:t>
            </a:r>
            <a:r>
              <a:t>]</a:t>
            </a:r>
          </a:p>
          <a:p>
            <a:r>
              <a:t>Principles of Effective Data Visualization: From Purpose to Proof | AFFiNE: [</a:t>
            </a:r>
            <a:r>
              <a:rPr>
                <a:hlinkClick r:id="rId7"/>
              </a:rPr>
              <a:t>Link</a:t>
            </a:r>
            <a:r>
              <a:t>]</a:t>
            </a:r>
          </a:p>
          <a:p>
            <a:r>
              <a:t>5 Data Visualization Principles - Visvero: [</a:t>
            </a:r>
            <a:r>
              <a:rPr>
                <a:hlinkClick r:id="rId8"/>
              </a:rPr>
              <a:t>Link</a:t>
            </a:r>
            <a:r>
              <a:t>]</a:t>
            </a:r>
          </a:p>
          <a:p>
            <a:r>
              <a:t>What is Data Visualization? Examples, Importance, &amp; More - ThoughtSpot: [</a:t>
            </a:r>
            <a:r>
              <a:rPr>
                <a:hlinkClick r:id="rId9"/>
              </a:rPr>
              <a:t>Link</a:t>
            </a:r>
            <a:r>
              <a:t>]</a:t>
            </a:r>
          </a:p>
          <a:p>
            <a:r>
              <a:t>Data Visualisation: Definition, Benefits, and Examples - Coursera: [</a:t>
            </a:r>
            <a:r>
              <a:rPr>
                <a:hlinkClick r:id="rId10"/>
              </a:rPr>
              <a:t>Link</a:t>
            </a:r>
            <a:r>
              <a:t>]</a:t>
            </a:r>
          </a:p>
          <a:p>
            <a:r>
              <a:t>Real Life Data Visualization Examples - GeeksforGeeks: [</a:t>
            </a:r>
            <a:r>
              <a:rPr>
                <a:hlinkClick r:id="rId11"/>
              </a:rPr>
              <a:t>Link</a:t>
            </a:r>
            <a:r>
              <a:t>]</a:t>
            </a:r>
          </a:p>
        </p:txBody>
      </p:sp>
      <p:sp>
        <p:nvSpPr>
          <p:cNvPr id="4" name="Text Placeholder 3"/>
          <p:cNvSpPr>
            <a:spLocks noGrp="1"/>
          </p:cNvSpPr>
          <p:nvPr>
            <p:ph type="body" idx="10" sz="quarter"/>
          </p:nvPr>
        </p:nvSpPr>
        <p:spPr/>
        <p:txBody>
          <a:bodyPr/>
          <a:lstStyle/>
          <a:p>
            <a:r>
              <a:t>References</a:t>
            </a:r>
          </a:p>
        </p:txBody>
      </p:sp>
      <p:sp>
        <p:nvSpPr>
          <p:cNvPr id="5" name="Text Placeholder 4"/>
          <p:cNvSpPr>
            <a:spLocks noGrp="1"/>
          </p:cNvSpPr>
          <p:nvPr>
            <p:ph type="body" idx="22" sz="quarter"/>
          </p:nvPr>
        </p:nvSpPr>
        <p:spPr/>
        <p:txBody>
          <a:bodyPr/>
          <a:lstStyle/>
          <a:p>
            <a:r>
              <a:t>AI Generated Draft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name="disclaimer_slide">
    <p:spTree>
      <p:nvGrpSpPr>
        <p:cNvPr id="1" name=""/>
        <p:cNvGrpSpPr/>
        <p:nvPr/>
      </p:nvGrpSpPr>
      <p:grpSpPr/>
      <p:sp>
        <p:nvSpPr>
          <p:cNvPr id="2" name="Text Placeholder 1"/>
          <p:cNvSpPr>
            <a:spLocks noGrp="1"/>
          </p:cNvSpPr>
          <p:nvPr>
            <p:ph type="body" idx="55" sz="quarter"/>
          </p:nvPr>
        </p:nvSpPr>
        <p:spPr/>
        <p:txBody>
          <a:bodyPr/>
          <a:lstStyle/>
          <a:p>
            <a:r>
              <a:t>AI Generated Draft</a:t>
            </a:r>
          </a:p>
        </p:txBody>
      </p:sp>
      <p:sp>
        <p:nvSpPr>
          <p:cNvPr id="3" name="Text Placeholder 2"/>
          <p:cNvSpPr>
            <a:spLocks noGrp="1"/>
          </p:cNvSpPr>
          <p:nvPr>
            <p:ph type="body" idx="56" sz="quarter"/>
          </p:nvPr>
        </p:nvSpPr>
        <p:spPr/>
        <p:txBody>
          <a:bodyPr/>
          <a:lstStyle/>
          <a:p>
            <a:r>
              <a:t>Disclaimer: Output quality is your responsibility and top priority. Outputs generated by Sidekick may contain information that is inaccurate, dated, incomplete, or not aligned to your specific needs. You are responsible for ensuring the accuracy, completeness, and relevance of any output generated by Sidekick and how such output is used internally. You must thoroughly review all content and source materials for accuracy and edit such output as necessary before sharing internally. Outputs generated by Sidekick must not be considered final deliverables.</a:t>
            </a:r>
          </a:p>
        </p:txBody>
      </p:sp>
    </p:spTree>
  </p:cSld>
  <p:clrMapOvr>
    <a:masterClrMapping/>
  </p:clrMapOvr>
</p:sld>
</file>

<file path=ppt/theme/theme1.xml><?xml version="1.0" encoding="utf-8"?>
<a:theme xmlns:a="http://schemas.openxmlformats.org/drawingml/2006/main" name="Office Theme">
  <a:themeElements>
    <a:clrScheme name="Deloitte Theme">
      <a:dk1>
        <a:srgbClr val="000000"/>
      </a:dk1>
      <a:lt1>
        <a:srgbClr val="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9018822-8f85-4244-b13b-d1ae05c1217e">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64A927CB5BCC74F82397CE402B68C8E" ma:contentTypeVersion="15" ma:contentTypeDescription="Create a new document." ma:contentTypeScope="" ma:versionID="e6e160becf542fefb2babfc0f73b3686">
  <xsd:schema xmlns:xsd="http://www.w3.org/2001/XMLSchema" xmlns:xs="http://www.w3.org/2001/XMLSchema" xmlns:p="http://schemas.microsoft.com/office/2006/metadata/properties" xmlns:ns2="19018822-8f85-4244-b13b-d1ae05c1217e" xmlns:ns3="558a8692-e5ec-434e-b798-65dbd92d1c46" targetNamespace="http://schemas.microsoft.com/office/2006/metadata/properties" ma:root="true" ma:fieldsID="a2f1786b1aff69a14266849e0092e324" ns2:_="" ns3:_="">
    <xsd:import namespace="19018822-8f85-4244-b13b-d1ae05c1217e"/>
    <xsd:import namespace="558a8692-e5ec-434e-b798-65dbd92d1c4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9018822-8f85-4244-b13b-d1ae05c121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58a8692-e5ec-434e-b798-65dbd92d1c46"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97C2DB-0498-43B1-92DA-4A0E8D5DBF3F}">
  <ds:schemaRefs>
    <ds:schemaRef ds:uri="http://schemas.microsoft.com/sharepoint/v3/contenttype/forms"/>
  </ds:schemaRefs>
</ds:datastoreItem>
</file>

<file path=customXml/itemProps2.xml><?xml version="1.0" encoding="utf-8"?>
<ds:datastoreItem xmlns:ds="http://schemas.openxmlformats.org/officeDocument/2006/customXml" ds:itemID="{5364A6BA-4167-4809-B3BC-2970F05C016F}">
  <ds:schemaRefs>
    <ds:schemaRef ds:uri="http://schemas.microsoft.com/office/2006/documentManagement/types"/>
    <ds:schemaRef ds:uri="http://www.w3.org/XML/1998/namespace"/>
    <ds:schemaRef ds:uri="http://schemas.microsoft.com/office/2006/metadata/properties"/>
    <ds:schemaRef ds:uri="http://purl.org/dc/terms/"/>
    <ds:schemaRef ds:uri="http://schemas.openxmlformats.org/package/2006/metadata/core-properties"/>
    <ds:schemaRef ds:uri="http://purl.org/dc/elements/1.1/"/>
    <ds:schemaRef ds:uri="http://purl.org/dc/dcmitype/"/>
    <ds:schemaRef ds:uri="http://schemas.microsoft.com/office/infopath/2007/PartnerControls"/>
    <ds:schemaRef ds:uri="558a8692-e5ec-434e-b798-65dbd92d1c46"/>
    <ds:schemaRef ds:uri="19018822-8f85-4244-b13b-d1ae05c1217e"/>
  </ds:schemaRefs>
</ds:datastoreItem>
</file>

<file path=customXml/itemProps3.xml><?xml version="1.0" encoding="utf-8"?>
<ds:datastoreItem xmlns:ds="http://schemas.openxmlformats.org/officeDocument/2006/customXml" ds:itemID="{68B8C6A4-D3C6-4E1E-A290-F36CA953F567}">
  <ds:schemaRefs>
    <ds:schemaRef ds:uri="19018822-8f85-4244-b13b-d1ae05c1217e"/>
    <ds:schemaRef ds:uri="558a8692-e5ec-434e-b798-65dbd92d1c4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a60d57e-af5b-4752-ac57-3e4f28ca11dc}" enabled="1" method="Privileged" siteId="{36da45f1-dd2c-4d1f-af13-5abe46b99921}" removed="0"/>
</clbl:labelList>
</file>

<file path=docProps/app.xml><?xml version="1.0" encoding="utf-8"?>
<Properties xmlns="http://schemas.openxmlformats.org/officeDocument/2006/extended-properties" xmlns:vt="http://schemas.openxmlformats.org/officeDocument/2006/docPropsVTypes">
  <TotalTime>7184</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0</vt:i4>
      </vt:variant>
    </vt:vector>
  </HeadingPairs>
  <TitlesOfParts>
    <vt:vector size="8" baseType="lpstr">
      <vt:lpstr>Aptos</vt:lpstr>
      <vt:lpstr>Arial</vt:lpstr>
      <vt:lpstr>Open Sans</vt:lpstr>
      <vt:lpstr>Open Sans ExtraBold</vt:lpstr>
      <vt:lpstr>Open Sans Light</vt:lpstr>
      <vt:lpstr>Open Sans SemiBold</vt:lpstr>
      <vt:lpstr>Wingdings 2</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Sonnyk, Sofiia</dc:creator>
  <cp:lastModifiedBy>Oleksandr Shabanov</cp:lastModifiedBy>
  <cp:revision>196</cp:revision>
  <dcterms:created xsi:type="dcterms:W3CDTF">2025-07-15T12:55:17Z</dcterms:created>
  <dcterms:modified xsi:type="dcterms:W3CDTF">2026-02-10T11:38:04Z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0x010100664A927CB5BCC74F82397CE402B68C8E</vt:lpwstr>
  </property>
  <property fmtid="{D5CDD505-2E9C-101B-9397-08002B2CF9AE}" pid="3" name="MediaServiceImageTags">
    <vt:lpwstr/>
  </property>
</Properties>
</file>